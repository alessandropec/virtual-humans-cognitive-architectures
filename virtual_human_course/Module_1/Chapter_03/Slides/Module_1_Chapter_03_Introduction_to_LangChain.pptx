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eb768976864e84" /><Relationship Type="http://schemas.openxmlformats.org/officeDocument/2006/relationships/extended-properties" Target="/docProps/app.xml" Id="Rb1cccdeb000944c9" /><Relationship Type="http://schemas.openxmlformats.org/officeDocument/2006/relationships/officeDocument" Target="/ppt/presentation.xml" Id="R6b1be995beb14e2a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52c192f185874281"/>
  </ns0:sldMasterIdLst>
  <ns0:sldIdLst>
    <ns0:sldId id="256" ns1:id="Rb8908f40441d4637"/>
    <ns0:sldId id="257" ns1:id="Ra629affd8ba04e20"/>
    <ns0:sldId id="258" ns1:id="Re48fd5722d3c499d"/>
    <ns0:sldId id="259" ns1:id="R85ee40ff618f4cde"/>
    <ns0:sldId id="260" ns1:id="Raaffad0c5b3b45ad"/>
    <ns0:sldId id="261" ns1:id="Rcba0eb8f5e394b4d"/>
    <ns0:sldId id="262" ns1:id="Rbc01ccc0cef143e1"/>
    <ns0:sldId id="263" ns1:id="Rf4995ec89aa7460a"/>
    <ns0:sldId id="264" ns1:id="Rec29dc7bcb404466"/>
    <ns0:sldId id="265" ns1:id="R7c56d24e6d7442c3"/>
    <ns0:sldId id="266" ns1:id="Rbbc8233c98c24c5b"/>
    <ns0:sldId id="267" ns1:id="Ref700dac9a5d4af4"/>
    <ns0:sldId id="268" ns1:id="R7267cc9052534baa"/>
    <ns0:sldId id="269" ns1:id="R34fbcc77f76d430c"/>
    <ns0:sldId id="270" ns1:id="R7e77380ac96647a7"/>
    <ns0:sldId id="271" ns1:id="R98d47fe0e5f2455b"/>
    <ns0:sldId id="272" ns1:id="Ra3ac6c8de3844e5d"/>
    <ns0:sldId id="273" ns1:id="R9436989d67114da9"/>
    <ns0:sldId id="274" ns1:id="R9a0b72c9fda04b48"/>
    <ns0:sldId id="275" ns1:id="Ra374a18cc3114f3e"/>
    <ns0:sldId id="276" ns1:id="Ref6c9ea4f8224955"/>
    <ns0:sldId id="277" ns1:id="R8f5dc22d4f8a4ae7"/>
    <ns0:sldId id="278" ns1:id="R604996e28db14133"/>
    <ns0:sldId id="279" ns1:id="Ree051f1260fa4e61"/>
    <ns0:sldId id="280" ns1:id="Rb391d1ea22ff470a"/>
    <ns0:sldId id="281" ns1:id="R2fcb2723653649db"/>
    <ns0:sldId id="282" ns1:id="R06162d40534f479f"/>
    <ns0:sldId id="283" ns1:id="Ra9398573aeee4982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05a54fd58bd84d8b" /><ns0:Relationship Type="http://schemas.openxmlformats.org/officeDocument/2006/relationships/slideMaster" Target="/ppt/slideMasters/slideMaster1.xml" Id="R52c192f185874281" /><ns0:Relationship Type="http://schemas.openxmlformats.org/officeDocument/2006/relationships/presProps" Target="/ppt/presProps.xml" Id="Ra1d8c382ef404d13" /><ns0:Relationship Type="http://schemas.openxmlformats.org/officeDocument/2006/relationships/viewProps" Target="/ppt/viewProps.xml" Id="R92d3704c9652469c" /><ns0:Relationship Type="http://schemas.openxmlformats.org/officeDocument/2006/relationships/tableStyles" Target="/ppt/tableStyles.xml" Id="R3b17717ab9c84911" /><ns0:Relationship Type="http://schemas.openxmlformats.org/officeDocument/2006/relationships/slide" Target="/ppt/slides/slide1.xml" Id="Rb8908f40441d4637" /><ns0:Relationship Type="http://schemas.openxmlformats.org/officeDocument/2006/relationships/slide" Target="/ppt/slides/slide2.xml" Id="Ra629affd8ba04e20" /><ns0:Relationship Type="http://schemas.openxmlformats.org/officeDocument/2006/relationships/slide" Target="/ppt/slides/slide3.xml" Id="Re48fd5722d3c499d" /><ns0:Relationship Type="http://schemas.openxmlformats.org/officeDocument/2006/relationships/slide" Target="/ppt/slides/slide4.xml" Id="R85ee40ff618f4cde" /><ns0:Relationship Type="http://schemas.openxmlformats.org/officeDocument/2006/relationships/slide" Target="/ppt/slides/slide5.xml" Id="Raaffad0c5b3b45ad" /><ns0:Relationship Type="http://schemas.openxmlformats.org/officeDocument/2006/relationships/slide" Target="/ppt/slides/slide6.xml" Id="Rcba0eb8f5e394b4d" /><ns0:Relationship Type="http://schemas.openxmlformats.org/officeDocument/2006/relationships/slide" Target="/ppt/slides/slide7.xml" Id="Rbc01ccc0cef143e1" /><ns0:Relationship Type="http://schemas.openxmlformats.org/officeDocument/2006/relationships/slide" Target="/ppt/slides/slide8.xml" Id="Rf4995ec89aa7460a" /><ns0:Relationship Type="http://schemas.openxmlformats.org/officeDocument/2006/relationships/slide" Target="/ppt/slides/slide9.xml" Id="Rec29dc7bcb404466" /><ns0:Relationship Type="http://schemas.openxmlformats.org/officeDocument/2006/relationships/slide" Target="/ppt/slides/slide10.xml" Id="R7c56d24e6d7442c3" /><ns0:Relationship Type="http://schemas.openxmlformats.org/officeDocument/2006/relationships/slide" Target="/ppt/slides/slide11.xml" Id="Rbbc8233c98c24c5b" /><ns0:Relationship Type="http://schemas.openxmlformats.org/officeDocument/2006/relationships/slide" Target="/ppt/slides/slide12.xml" Id="Ref700dac9a5d4af4" /><ns0:Relationship Type="http://schemas.openxmlformats.org/officeDocument/2006/relationships/slide" Target="/ppt/slides/slide13.xml" Id="R7267cc9052534baa" /><ns0:Relationship Type="http://schemas.openxmlformats.org/officeDocument/2006/relationships/slide" Target="/ppt/slides/slide14.xml" Id="R34fbcc77f76d430c" /><ns0:Relationship Type="http://schemas.openxmlformats.org/officeDocument/2006/relationships/slide" Target="/ppt/slides/slide15.xml" Id="R7e77380ac96647a7" /><ns0:Relationship Type="http://schemas.openxmlformats.org/officeDocument/2006/relationships/slide" Target="/ppt/slides/slide16.xml" Id="R98d47fe0e5f2455b" /><ns0:Relationship Type="http://schemas.openxmlformats.org/officeDocument/2006/relationships/slide" Target="/ppt/slides/slide17.xml" Id="Ra3ac6c8de3844e5d" /><ns0:Relationship Type="http://schemas.openxmlformats.org/officeDocument/2006/relationships/slide" Target="/ppt/slides/slide18.xml" Id="R9436989d67114da9" /><ns0:Relationship Type="http://schemas.openxmlformats.org/officeDocument/2006/relationships/slide" Target="/ppt/slides/slide19.xml" Id="R9a0b72c9fda04b48" /><ns0:Relationship Type="http://schemas.openxmlformats.org/officeDocument/2006/relationships/slide" Target="/ppt/slides/slide20.xml" Id="Ra374a18cc3114f3e" /><ns0:Relationship Type="http://schemas.openxmlformats.org/officeDocument/2006/relationships/slide" Target="/ppt/slides/slide21.xml" Id="Ref6c9ea4f8224955" /><ns0:Relationship Type="http://schemas.openxmlformats.org/officeDocument/2006/relationships/slide" Target="/ppt/slides/slide22.xml" Id="R8f5dc22d4f8a4ae7" /><ns0:Relationship Type="http://schemas.openxmlformats.org/officeDocument/2006/relationships/slide" Target="/ppt/slides/slide23.xml" Id="R604996e28db14133" /><ns0:Relationship Type="http://schemas.openxmlformats.org/officeDocument/2006/relationships/slide" Target="/ppt/slides/slide24.xml" Id="Ree051f1260fa4e61" /><ns0:Relationship Type="http://schemas.openxmlformats.org/officeDocument/2006/relationships/slide" Target="/ppt/slides/slide25.xml" Id="Rb391d1ea22ff470a" /><ns0:Relationship Type="http://schemas.openxmlformats.org/officeDocument/2006/relationships/slide" Target="/ppt/slides/slide26.xml" Id="R2fcb2723653649db" /><ns0:Relationship Type="http://schemas.openxmlformats.org/officeDocument/2006/relationships/slide" Target="/ppt/slides/slide27.xml" Id="R06162d40534f479f" /><ns0:Relationship Type="http://schemas.openxmlformats.org/officeDocument/2006/relationships/slide" Target="/ppt/slides/slide28.xml" Id="Ra9398573aeee4982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1aa5326ed4450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44dab6bd6e487e" /><Relationship Type="http://schemas.openxmlformats.org/officeDocument/2006/relationships/image" Target="/ppt/media/image.jpeg" Id="R9796b9a9053641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a57802715441f" /><Relationship Type="http://schemas.openxmlformats.org/officeDocument/2006/relationships/image" Target="/ppt/media/image.png" Id="R5203d5d2f4684d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7d4ff5f0ab4c7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fedc0a268a41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66719acbad4cf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71843c68594a2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236cb2fe5d42f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6b9a90536414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3d5d2f4684da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b6a4238e5c49f5" /><Relationship Type="http://schemas.openxmlformats.org/officeDocument/2006/relationships/slideLayout" Target="/ppt/slideLayouts/slideLayout1.xml" Id="R0dc8efcd6dd3440a" /><Relationship Type="http://schemas.openxmlformats.org/officeDocument/2006/relationships/slideLayout" Target="/ppt/slideLayouts/slideLayout2.xml" Id="Re8d3ab21cb9840bb" /><Relationship Type="http://schemas.openxmlformats.org/officeDocument/2006/relationships/slideLayout" Target="/ppt/slideLayouts/slideLayout3.xml" Id="Rd5960c7011ac45fd" /><Relationship Type="http://schemas.openxmlformats.org/officeDocument/2006/relationships/slideLayout" Target="/ppt/slideLayouts/slideLayout4.xml" Id="R862bb1459ee34b5c" /><Relationship Type="http://schemas.openxmlformats.org/officeDocument/2006/relationships/slideLayout" Target="/ppt/slideLayouts/slideLayout5.xml" Id="R6053ffdd69d3442e" /><Relationship Type="http://schemas.openxmlformats.org/officeDocument/2006/relationships/slideLayout" Target="/ppt/slideLayouts/slideLayout6.xml" Id="R5beb1c5c372648a8" /><Relationship Type="http://schemas.openxmlformats.org/officeDocument/2006/relationships/slideLayout" Target="/ppt/slideLayouts/slideLayout7.xml" Id="Rc5954608c4354909" /><Relationship Type="http://schemas.openxmlformats.org/officeDocument/2006/relationships/slideLayout" Target="/ppt/slideLayouts/slideLayout8.xml" Id="Rf9701fe6d389411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c8efcd6dd3440a"/>
    <p:sldLayoutId xmlns:r="http://schemas.openxmlformats.org/officeDocument/2006/relationships" id="2147483650" r:id="Re8d3ab21cb9840bb"/>
    <p:sldLayoutId xmlns:r="http://schemas.openxmlformats.org/officeDocument/2006/relationships" id="2147483651" r:id="Rd5960c7011ac45fd"/>
    <p:sldLayoutId xmlns:r="http://schemas.openxmlformats.org/officeDocument/2006/relationships" id="2147483652" r:id="R862bb1459ee34b5c"/>
    <p:sldLayoutId xmlns:r="http://schemas.openxmlformats.org/officeDocument/2006/relationships" id="2147483653" r:id="R6053ffdd69d3442e"/>
    <p:sldLayoutId xmlns:r="http://schemas.openxmlformats.org/officeDocument/2006/relationships" id="2147483654" r:id="R5beb1c5c372648a8"/>
    <p:sldLayoutId xmlns:r="http://schemas.openxmlformats.org/officeDocument/2006/relationships" id="2147483655" r:id="Rc5954608c4354909"/>
    <p:sldLayoutId xmlns:r="http://schemas.openxmlformats.org/officeDocument/2006/relationships" id="2147483656" r:id="Rf9701fe6d389411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a5a1d830a8314cee" /><ns0:Relationship Type="http://schemas.openxmlformats.org/officeDocument/2006/relationships/image" Target="/ppt/media/image2.png" Id="R63fe309f3b9a42b3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1f819473c1411d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c46a5e1eb34e8b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b70542660548bb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1e8dbda22f48ba" /><ns0:Relationship Type="http://schemas.openxmlformats.org/officeDocument/2006/relationships/hyperlink" Target="../Code/01_langchain.ipynb" TargetMode="External" Id="R0085ae8129e440a6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20c885d9b34539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6146f7e56b41ce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4f264df4084b42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9bbb347d114f0f" /><ns0:Relationship Type="http://schemas.openxmlformats.org/officeDocument/2006/relationships/hyperlink" Target="../Code/01_langchain.ipynb" TargetMode="External" Id="Recd1a1d0636b4ff1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cf568734b54a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1a321d688f4f8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7c4cf15b0a40ce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da282dd71340ff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0b563f65d9411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f7cf59875b410e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457e8a0ef44f06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f82e3e565b40f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45577447bd4adb" /><ns0:Relationship Type="http://schemas.openxmlformats.org/officeDocument/2006/relationships/hyperlink" Target="../Code/01_langchain.ipynb" TargetMode="External" Id="R6d75d60ccb144c26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22dbd13c0e4844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2c83a936984eb8" /><ns0:Relationship Type="http://schemas.openxmlformats.org/officeDocument/2006/relationships/hyperlink" Target="../Code/02_structured_output.ipynb" TargetMode="External" Id="R200e424628194f38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fe9acc08704ee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49e250bb704fae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df64d8c69b45ed" /><ns0:Relationship Type="http://schemas.openxmlformats.org/officeDocument/2006/relationships/hyperlink" Target="../Code/02_structured_output.ipynb" TargetMode="External" Id="R6dae464df4a74d4d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134e9866b904f98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70e10f2f6d47cb" /><ns0:Relationship Type="http://schemas.openxmlformats.org/officeDocument/2006/relationships/hyperlink" Target="../Code/02_structured_output.ipynb" TargetMode="External" Id="R02efeaa3bd1f4d1e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1c3d044f3c43df" /><ns0:Relationship Type="http://schemas.openxmlformats.org/officeDocument/2006/relationships/hyperlink" Target="../Code/02_structured_output.ipynb" TargetMode="External" Id="Rda4386e6019b4641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02082ef2794dcd" /><ns0:Relationship Type="http://schemas.openxmlformats.org/officeDocument/2006/relationships/hyperlink" Target="../../../../virtual_human_project/vh_cognitive_architecture_server/agents/Module_1/Chapter_03/langchain_structured_memory_agent.py" TargetMode="External" Id="Rdba934ba24bb4d4f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d5db5961e94a98" /><ns0:Relationship Type="http://schemas.openxmlformats.org/officeDocument/2006/relationships/hyperlink" Target="https://docs.langchain.com/oss/python/langchain/models" TargetMode="External" Id="Rc2ceb79fba9a4993" /><ns0:Relationship Type="http://schemas.openxmlformats.org/officeDocument/2006/relationships/hyperlink" Target="https://docs.langchain.com/oss/python/langchain/models" TargetMode="External" Id="R5c36f368a49844ef" /><ns0:Relationship Type="http://schemas.openxmlformats.org/officeDocument/2006/relationships/hyperlink" Target="https://docs.langchain.com/oss/python/integrations/chat/ollama" TargetMode="External" Id="Rcb1a4569ff3f4077" /><ns0:Relationship Type="http://schemas.openxmlformats.org/officeDocument/2006/relationships/hyperlink" Target="https://docs.langchain.com/oss/python/integrations/chat/ollama" TargetMode="External" Id="R8916200d15d948cd" /><ns0:Relationship Type="http://schemas.openxmlformats.org/officeDocument/2006/relationships/hyperlink" Target="https://reference.langchain.com/python/langchain-core/runnables/base/RunnableSequence" TargetMode="External" Id="Rd86ebcad8bb74eb3" /><ns0:Relationship Type="http://schemas.openxmlformats.org/officeDocument/2006/relationships/hyperlink" Target="https://reference.langchain.com/python/langchain-core/runnables/base/RunnableSequence" TargetMode="External" Id="Re5099fd9dc984f37" /><ns0:Relationship Type="http://schemas.openxmlformats.org/officeDocument/2006/relationships/hyperlink" Target="https://huggingface.co/docs/transformers/main/chat_templating" TargetMode="External" Id="R0aeceb2b48ea423c" /><ns0:Relationship Type="http://schemas.openxmlformats.org/officeDocument/2006/relationships/hyperlink" Target="https://huggingface.co/docs/transformers/main/chat_templating" TargetMode="External" Id="R131e4b5058254135" /><ns0:Relationship Type="http://schemas.openxmlformats.org/officeDocument/2006/relationships/hyperlink" Target="https://docs.langchain.com/oss/python/langchain/messages" TargetMode="External" Id="Rcf8ee5604e354283" /><ns0:Relationship Type="http://schemas.openxmlformats.org/officeDocument/2006/relationships/hyperlink" Target="https://docs.langchain.com/oss/python/langchain/messages" TargetMode="External" Id="R8398633ca3bb4e45" /><ns0:Relationship Type="http://schemas.openxmlformats.org/officeDocument/2006/relationships/hyperlink" Target="https://reference.langchain.com/python/langchain-core/prompts/chat/ChatPromptTemplate" TargetMode="External" Id="Rf2fc913cf7a044bc" /><ns0:Relationship Type="http://schemas.openxmlformats.org/officeDocument/2006/relationships/hyperlink" Target="https://reference.langchain.com/python/langchain-core/prompts/chat/ChatPromptTemplate" TargetMode="External" Id="R93ef01ebfc40494a" /><ns0:Relationship Type="http://schemas.openxmlformats.org/officeDocument/2006/relationships/hyperlink" Target="https://reference.langchain.com/python/langchain-ollama/chat_models/ChatOllama/with_structured_output" TargetMode="External" Id="Re272e09832484041" /><ns0:Relationship Type="http://schemas.openxmlformats.org/officeDocument/2006/relationships/hyperlink" Target="https://reference.langchain.com/python/langchain-ollama/chat_models/ChatOllama/with_structured_output" TargetMode="External" Id="R6db10f39754e4bd2" /><ns0:Relationship Type="http://schemas.openxmlformats.org/officeDocument/2006/relationships/hyperlink" Target="https://docs.ollama.com/capabilities/structured-outputs" TargetMode="External" Id="R928e7cf0c7994f3f" /><ns0:Relationship Type="http://schemas.openxmlformats.org/officeDocument/2006/relationships/hyperlink" Target="https://docs.ollama.com/capabilities/structured-outputs" TargetMode="External" Id="Rac540e4798c5440b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e309f3b9a42b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Introduction to LangChain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313">
            <a:extLst xmlns:a="http://schemas.openxmlformats.org/drawingml/2006/main">
              <a:ext uri="{FF2B5EF4-FFF2-40B4-BE49-F238E27FC236}">
                <a16:creationId xmlns:a16="http://schemas.microsoft.com/office/drawing/2014/main" id="{0906232D-09AF-4063-86E6-BBB43CBA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1">
            <a:extLst xmlns:a="http://schemas.openxmlformats.org/drawingml/2006/main">
              <a:ext uri="{FF2B5EF4-FFF2-40B4-BE49-F238E27FC236}">
                <a16:creationId xmlns:a16="http://schemas.microsoft.com/office/drawing/2014/main" id="{24CA65C7-DE5C-40A5-9541-A02D91ED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4C60164A-8096-4789-B62D-7D0F7E29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From Prompt Management to LangChain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5E0DBE57-5C64-4F76-B6BE-9BE4A662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cognitive architecture is implemented in code.</a:t>
            </a:r>
          </a:p>
        </p:txBody>
      </p:sp>
      <p:sp>
        <p:nvSpPr>
          <p:cNvPr id="4" name="c3-text-4">
            <a:extLst xmlns:a="http://schemas.openxmlformats.org/drawingml/2006/main">
              <a:ext uri="{FF2B5EF4-FFF2-40B4-BE49-F238E27FC236}">
                <a16:creationId xmlns:a16="http://schemas.microsoft.com/office/drawing/2014/main" id="{5B97EEF8-642E-49E3-8D85-96E7564E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5" name="c3-shape-5">
            <a:extLst xmlns:a="http://schemas.openxmlformats.org/drawingml/2006/main">
              <a:ext uri="{FF2B5EF4-FFF2-40B4-BE49-F238E27FC236}">
                <a16:creationId xmlns:a16="http://schemas.microsoft.com/office/drawing/2014/main" id="{B202ADFE-172A-4AF4-8ABB-26222A27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CB7898F0-6309-4025-98D6-385B8784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145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7" name="c3-text-7">
            <a:extLst xmlns:a="http://schemas.openxmlformats.org/drawingml/2006/main">
              <a:ext uri="{FF2B5EF4-FFF2-40B4-BE49-F238E27FC236}">
                <a16:creationId xmlns:a16="http://schemas.microsoft.com/office/drawing/2014/main" id="{F1EBC4FF-7B71-4485-9C2E-2F9B2D71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98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Our code</a:t>
            </a:r>
          </a:p>
        </p:txBody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07D15CEC-CFA2-4521-B3FB-570F37E9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Prepare context, call the model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use its response.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7985C628-4133-407C-8794-EA596F9F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526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09D0E2D6-CE0C-4DA5-B436-2C38117B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145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4DE20B13-1723-4DCA-BD76-D280FB5D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LangChain</a:t>
            </a:r>
          </a:p>
        </p:txBody>
      </p:sp>
      <p:sp>
        <p:nvSpPr>
          <p:cNvPr id="12" name="c3-text-12">
            <a:extLst xmlns:a="http://schemas.openxmlformats.org/drawingml/2006/main">
              <a:ext uri="{FF2B5EF4-FFF2-40B4-BE49-F238E27FC236}">
                <a16:creationId xmlns:a16="http://schemas.microsoft.com/office/drawing/2014/main" id="{2319947D-26C6-477B-98C6-7440C6FA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527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interfaces, prompt formatting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connected processing steps.</a:t>
            </a:r>
          </a:p>
        </p:txBody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E675F534-B177-44E4-A7AA-D93BF17E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844CB7CB-BA28-4EC2-981E-616A5B5F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LangChain helps us write the code that coordinates the loop.</a:t>
            </a:r>
          </a:p>
        </p:txBody>
      </p:sp>
      <p:sp>
        <p:nvSpPr>
          <p:cNvPr id="15" name="c3-text-314">
            <a:extLst xmlns:a="http://schemas.openxmlformats.org/drawingml/2006/main">
              <a:ext uri="{FF2B5EF4-FFF2-40B4-BE49-F238E27FC236}">
                <a16:creationId xmlns:a16="http://schemas.microsoft.com/office/drawing/2014/main" id="{D97688D1-956F-4711-9C94-08E10982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217279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3-text-15">
            <a:extLst xmlns:a="http://schemas.openxmlformats.org/drawingml/2006/main">
              <a:ext uri="{FF2B5EF4-FFF2-40B4-BE49-F238E27FC236}">
                <a16:creationId xmlns:a16="http://schemas.microsoft.com/office/drawing/2014/main" id="{D8E23505-A68C-437A-BFD0-C5AF1BAD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">
            <a:extLst xmlns:a="http://schemas.openxmlformats.org/drawingml/2006/main">
              <a:ext uri="{FF2B5EF4-FFF2-40B4-BE49-F238E27FC236}">
                <a16:creationId xmlns:a16="http://schemas.microsoft.com/office/drawing/2014/main" id="{6E05CFB3-0814-4ADF-8EF4-04F29880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Building Blocks</a:t>
            </a:r>
          </a:p>
        </p:txBody>
      </p:sp>
      <p:sp>
        <p:nvSpPr>
          <p:cNvPr id="3" name="c3-text-17">
            <a:extLst xmlns:a="http://schemas.openxmlformats.org/drawingml/2006/main">
              <a:ext uri="{FF2B5EF4-FFF2-40B4-BE49-F238E27FC236}">
                <a16:creationId xmlns:a16="http://schemas.microsoft.com/office/drawing/2014/main" id="{86A66362-F7E2-4362-901B-ED67981B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8">
            <a:extLst xmlns:a="http://schemas.openxmlformats.org/drawingml/2006/main">
              <a:ext uri="{FF2B5EF4-FFF2-40B4-BE49-F238E27FC236}">
                <a16:creationId xmlns:a16="http://schemas.microsoft.com/office/drawing/2014/main" id="{AC092EAF-CDDF-4054-BF7A-EA59ADEC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9">
            <a:extLst xmlns:a="http://schemas.openxmlformats.org/drawingml/2006/main">
              <a:ext uri="{FF2B5EF4-FFF2-40B4-BE49-F238E27FC236}">
                <a16:creationId xmlns:a16="http://schemas.microsoft.com/office/drawing/2014/main" id="{E5881E23-759F-47B4-B36B-C29DDD2D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0">
            <a:extLst xmlns:a="http://schemas.openxmlformats.org/drawingml/2006/main">
              <a:ext uri="{FF2B5EF4-FFF2-40B4-BE49-F238E27FC236}">
                <a16:creationId xmlns:a16="http://schemas.microsoft.com/office/drawing/2014/main" id="{72B977CD-BBCA-461B-A73D-C210A6E9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7" name="c3-text-21">
            <a:extLst xmlns:a="http://schemas.openxmlformats.org/drawingml/2006/main">
              <a:ext uri="{FF2B5EF4-FFF2-40B4-BE49-F238E27FC236}">
                <a16:creationId xmlns:a16="http://schemas.microsoft.com/office/drawing/2014/main" id="{1355FC03-59A3-40CF-A6EE-D9CDEBFB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Call an LLM through a common interface.</a:t>
            </a:r>
          </a:p>
        </p:txBody>
      </p:sp>
      <p:sp>
        <p:nvSpPr>
          <p:cNvPr id="8" name="c3-shape-22">
            <a:extLst xmlns:a="http://schemas.openxmlformats.org/drawingml/2006/main">
              <a:ext uri="{FF2B5EF4-FFF2-40B4-BE49-F238E27FC236}">
                <a16:creationId xmlns:a16="http://schemas.microsoft.com/office/drawing/2014/main" id="{D8D48120-389C-43E0-B7A3-0DC8B4D6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14475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3">
            <a:extLst xmlns:a="http://schemas.openxmlformats.org/drawingml/2006/main">
              <a:ext uri="{FF2B5EF4-FFF2-40B4-BE49-F238E27FC236}">
                <a16:creationId xmlns:a16="http://schemas.microsoft.com/office/drawing/2014/main" id="{03717A13-0757-4EA5-B7A3-9564641E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4">
            <a:extLst xmlns:a="http://schemas.openxmlformats.org/drawingml/2006/main">
              <a:ext uri="{FF2B5EF4-FFF2-40B4-BE49-F238E27FC236}">
                <a16:creationId xmlns:a16="http://schemas.microsoft.com/office/drawing/2014/main" id="{87C87B8B-D9D2-41E3-A0FF-AD27F293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71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Chain</a:t>
            </a:r>
          </a:p>
        </p:txBody>
      </p:sp>
      <p:sp>
        <p:nvSpPr>
          <p:cNvPr id="11" name="c3-text-25">
            <a:extLst xmlns:a="http://schemas.openxmlformats.org/drawingml/2006/main">
              <a:ext uri="{FF2B5EF4-FFF2-40B4-BE49-F238E27FC236}">
                <a16:creationId xmlns:a16="http://schemas.microsoft.com/office/drawing/2014/main" id="{3E8B8754-3A65-4044-9DCE-40C23D42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Pass one output to the next component.</a:t>
            </a:r>
          </a:p>
        </p:txBody>
      </p:sp>
      <p:sp>
        <p:nvSpPr>
          <p:cNvPr id="12" name="c3-shape-26">
            <a:extLst xmlns:a="http://schemas.openxmlformats.org/drawingml/2006/main">
              <a:ext uri="{FF2B5EF4-FFF2-40B4-BE49-F238E27FC236}">
                <a16:creationId xmlns:a16="http://schemas.microsoft.com/office/drawing/2014/main" id="{9CAE5A15-3926-4B00-8543-86315752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27">
            <a:extLst xmlns:a="http://schemas.openxmlformats.org/drawingml/2006/main">
              <a:ext uri="{FF2B5EF4-FFF2-40B4-BE49-F238E27FC236}">
                <a16:creationId xmlns:a16="http://schemas.microsoft.com/office/drawing/2014/main" id="{86FB1AD2-2CF1-40C3-9367-AD1A9E03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337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28">
            <a:extLst xmlns:a="http://schemas.openxmlformats.org/drawingml/2006/main">
              <a:ext uri="{FF2B5EF4-FFF2-40B4-BE49-F238E27FC236}">
                <a16:creationId xmlns:a16="http://schemas.microsoft.com/office/drawing/2014/main" id="{F6E8DF03-D5D5-447D-91A4-198AE4EC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289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Chat prompt template</a:t>
            </a:r>
          </a:p>
        </p:txBody>
      </p:sp>
      <p:sp>
        <p:nvSpPr>
          <p:cNvPr id="15" name="c3-text-29">
            <a:extLst xmlns:a="http://schemas.openxmlformats.org/drawingml/2006/main">
              <a:ext uri="{FF2B5EF4-FFF2-40B4-BE49-F238E27FC236}">
                <a16:creationId xmlns:a16="http://schemas.microsoft.com/office/drawing/2014/main" id="{FFFF2124-B813-4FF2-8855-8B2A3274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Fill variables in a message structure.</a:t>
            </a:r>
          </a:p>
        </p:txBody>
      </p:sp>
      <p:sp>
        <p:nvSpPr>
          <p:cNvPr id="16" name="c3-shape-30">
            <a:extLst xmlns:a="http://schemas.openxmlformats.org/drawingml/2006/main">
              <a:ext uri="{FF2B5EF4-FFF2-40B4-BE49-F238E27FC236}">
                <a16:creationId xmlns:a16="http://schemas.microsoft.com/office/drawing/2014/main" id="{5DD573C7-0146-4D3B-A30D-B0ECB5AC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shape-31">
            <a:extLst xmlns:a="http://schemas.openxmlformats.org/drawingml/2006/main">
              <a:ext uri="{FF2B5EF4-FFF2-40B4-BE49-F238E27FC236}">
                <a16:creationId xmlns:a16="http://schemas.microsoft.com/office/drawing/2014/main" id="{117CBAF9-FBDF-4CB5-A233-2BC7F529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337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8" name="c3-text-32">
            <a:extLst xmlns:a="http://schemas.openxmlformats.org/drawingml/2006/main">
              <a:ext uri="{FF2B5EF4-FFF2-40B4-BE49-F238E27FC236}">
                <a16:creationId xmlns:a16="http://schemas.microsoft.com/office/drawing/2014/main" id="{9F2D6CD7-8303-4F9B-A137-7268E042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289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Structured output</a:t>
            </a:r>
          </a:p>
        </p:txBody>
      </p:sp>
      <p:sp>
        <p:nvSpPr>
          <p:cNvPr id="19" name="c3-text-33">
            <a:extLst xmlns:a="http://schemas.openxmlformats.org/drawingml/2006/main">
              <a:ext uri="{FF2B5EF4-FFF2-40B4-BE49-F238E27FC236}">
                <a16:creationId xmlns:a16="http://schemas.microsoft.com/office/drawing/2014/main" id="{AAAC4EEF-F71B-474B-B6B0-C1E85E45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71875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fields the program can use.</a:t>
            </a:r>
          </a:p>
        </p:txBody>
      </p:sp>
      <p:sp>
        <p:nvSpPr>
          <p:cNvPr id="20" name="c3-text-315">
            <a:extLst xmlns:a="http://schemas.openxmlformats.org/drawingml/2006/main">
              <a:ext uri="{FF2B5EF4-FFF2-40B4-BE49-F238E27FC236}">
                <a16:creationId xmlns:a16="http://schemas.microsoft.com/office/drawing/2014/main" id="{C2DAD027-0BA5-49A4-A288-D25DA716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54214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3-text-34">
            <a:extLst xmlns:a="http://schemas.openxmlformats.org/drawingml/2006/main">
              <a:ext uri="{FF2B5EF4-FFF2-40B4-BE49-F238E27FC236}">
                <a16:creationId xmlns:a16="http://schemas.microsoft.com/office/drawing/2014/main" id="{1ABE3176-C99E-40B5-B0AE-E4F3CEC5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5">
            <a:extLst xmlns:a="http://schemas.openxmlformats.org/drawingml/2006/main">
              <a:ext uri="{FF2B5EF4-FFF2-40B4-BE49-F238E27FC236}">
                <a16:creationId xmlns:a16="http://schemas.microsoft.com/office/drawing/2014/main" id="{29AC89ED-030A-42A0-BDFB-92042016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Same Model, Different Interface [2]</a:t>
            </a:r>
          </a:p>
        </p:txBody>
      </p:sp>
      <p:sp>
        <p:nvSpPr>
          <p:cNvPr id="3" name="c3-text-36">
            <a:extLst xmlns:a="http://schemas.openxmlformats.org/drawingml/2006/main">
              <a:ext uri="{FF2B5EF4-FFF2-40B4-BE49-F238E27FC236}">
                <a16:creationId xmlns:a16="http://schemas.microsoft.com/office/drawing/2014/main" id="{D0B961F7-5375-49CD-BC14-3496D7F9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Compare client creation and the model call.</a:t>
            </a:r>
          </a:p>
        </p:txBody>
      </p:sp>
      <p:sp>
        <p:nvSpPr>
          <p:cNvPr id="4" name="c3-text-37">
            <a:extLst xmlns:a="http://schemas.openxmlformats.org/drawingml/2006/main">
              <a:ext uri="{FF2B5EF4-FFF2-40B4-BE49-F238E27FC236}">
                <a16:creationId xmlns:a16="http://schemas.microsoft.com/office/drawing/2014/main" id="{C69ADE9D-B17F-468C-8327-746ACE90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5" name="c3-text-38">
            <a:extLst xmlns:a="http://schemas.openxmlformats.org/drawingml/2006/main">
              <a:ext uri="{FF2B5EF4-FFF2-40B4-BE49-F238E27FC236}">
                <a16:creationId xmlns:a16="http://schemas.microsoft.com/office/drawing/2014/main" id="{4722529D-0400-42E3-A4D4-E30DB609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3771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Provider SDK</a:t>
            </a:r>
          </a:p>
        </p:txBody>
      </p:sp>
      <p:sp>
        <p:nvSpPr>
          <p:cNvPr id="6" name="c3-text-39">
            <a:extLst xmlns:a="http://schemas.openxmlformats.org/drawingml/2006/main">
              <a:ext uri="{FF2B5EF4-FFF2-40B4-BE49-F238E27FC236}">
                <a16:creationId xmlns:a16="http://schemas.microsoft.com/office/drawing/2014/main" id="{B5575D30-1A4A-43E9-BE81-091A746C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28825"/>
            <a:ext cx="3771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LangChain</a:t>
            </a:r>
          </a:p>
        </p:txBody>
      </p:sp>
      <p:sp>
        <p:nvSpPr>
          <p:cNvPr id="7" name="c3-shape-40">
            <a:extLst xmlns:a="http://schemas.openxmlformats.org/drawingml/2006/main">
              <a:ext uri="{FF2B5EF4-FFF2-40B4-BE49-F238E27FC236}">
                <a16:creationId xmlns:a16="http://schemas.microsoft.com/office/drawing/2014/main" id="{8C0722B2-3033-4D2D-A391-B01390A1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377190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8" name="c3-text-41">
            <a:extLst xmlns:a="http://schemas.openxmlformats.org/drawingml/2006/main">
              <a:ext uri="{FF2B5EF4-FFF2-40B4-BE49-F238E27FC236}">
                <a16:creationId xmlns:a16="http://schemas.microsoft.com/office/drawing/2014/main" id="{652BCC6E-E7C5-4A58-AB38-46B88CD6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3429000" cy="1876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client =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Client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(...)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reply = client.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chat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model=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"gpt-oss:120b"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messages=messages,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9" name="c3-shape-42">
            <a:extLst xmlns:a="http://schemas.openxmlformats.org/drawingml/2006/main">
              <a:ext uri="{FF2B5EF4-FFF2-40B4-BE49-F238E27FC236}">
                <a16:creationId xmlns:a16="http://schemas.microsoft.com/office/drawing/2014/main" id="{ACF81C7F-61F7-40FD-AEBE-7CAD6698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90775"/>
            <a:ext cx="377190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0" name="c3-text-43">
            <a:extLst xmlns:a="http://schemas.openxmlformats.org/drawingml/2006/main">
              <a:ext uri="{FF2B5EF4-FFF2-40B4-BE49-F238E27FC236}">
                <a16:creationId xmlns:a16="http://schemas.microsoft.com/office/drawing/2014/main" id="{D52A1A08-BE14-4CEB-AC07-01C878A5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24125"/>
            <a:ext cx="3429000" cy="1876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llm =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ChatOllama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(...)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reply = llm.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(request)</a:t>
            </a:r>
          </a:p>
        </p:txBody>
      </p:sp>
      <p:sp>
        <p:nvSpPr>
          <p:cNvPr id="11" name="c3-text-316">
            <a:extLst xmlns:a="http://schemas.openxmlformats.org/drawingml/2006/main">
              <a:ext uri="{FF2B5EF4-FFF2-40B4-BE49-F238E27FC236}">
                <a16:creationId xmlns:a16="http://schemas.microsoft.com/office/drawing/2014/main" id="{6641E69E-A217-409C-840A-2C82A0D1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57606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3-text-44">
            <a:extLst xmlns:a="http://schemas.openxmlformats.org/drawingml/2006/main">
              <a:ext uri="{FF2B5EF4-FFF2-40B4-BE49-F238E27FC236}">
                <a16:creationId xmlns:a16="http://schemas.microsoft.com/office/drawing/2014/main" id="{80CB64AD-0181-420F-A8FD-6EEF2651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45">
            <a:extLst xmlns:a="http://schemas.openxmlformats.org/drawingml/2006/main">
              <a:ext uri="{FF2B5EF4-FFF2-40B4-BE49-F238E27FC236}">
                <a16:creationId xmlns:a16="http://schemas.microsoft.com/office/drawing/2014/main" id="{B0309D36-73C6-4E01-992A-F57D581D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Reply Is a Message [1] [2]</a:t>
            </a:r>
          </a:p>
        </p:txBody>
      </p:sp>
      <p:sp>
        <p:nvSpPr>
          <p:cNvPr id="3" name="c3-text-46">
            <a:extLst xmlns:a="http://schemas.openxmlformats.org/drawingml/2006/main">
              <a:ext uri="{FF2B5EF4-FFF2-40B4-BE49-F238E27FC236}">
                <a16:creationId xmlns:a16="http://schemas.microsoft.com/office/drawing/2014/main" id="{D913A52F-2E0D-408A-8C38-03498202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the response object before selecting its text.</a:t>
            </a:r>
          </a:p>
        </p:txBody>
      </p:sp>
      <p:sp>
        <p:nvSpPr>
          <p:cNvPr id="4" name="c3-text-47">
            <a:extLst xmlns:a="http://schemas.openxmlformats.org/drawingml/2006/main">
              <a:ext uri="{FF2B5EF4-FFF2-40B4-BE49-F238E27FC236}">
                <a16:creationId xmlns:a16="http://schemas.microsoft.com/office/drawing/2014/main" id="{57717128-06B1-43F7-A17F-CBF12C14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5" name="c3-shape-48">
            <a:extLst xmlns:a="http://schemas.openxmlformats.org/drawingml/2006/main">
              <a:ext uri="{FF2B5EF4-FFF2-40B4-BE49-F238E27FC236}">
                <a16:creationId xmlns:a16="http://schemas.microsoft.com/office/drawing/2014/main" id="{E7AA5356-4058-48C6-B018-577351AA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792480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49">
            <a:extLst xmlns:a="http://schemas.openxmlformats.org/drawingml/2006/main">
              <a:ext uri="{FF2B5EF4-FFF2-40B4-BE49-F238E27FC236}">
                <a16:creationId xmlns:a16="http://schemas.microsoft.com/office/drawing/2014/main" id="{DAB977BC-5392-41BC-A7A0-A53F4154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75819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reply = llm.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(request)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reply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reply.content</a:t>
            </a:r>
          </a:p>
        </p:txBody>
      </p:sp>
      <p:sp>
        <p:nvSpPr>
          <p:cNvPr id="7" name="c3-shape-50">
            <a:extLst xmlns:a="http://schemas.openxmlformats.org/drawingml/2006/main">
              <a:ext uri="{FF2B5EF4-FFF2-40B4-BE49-F238E27FC236}">
                <a16:creationId xmlns:a16="http://schemas.microsoft.com/office/drawing/2014/main" id="{25F4F4C4-6B1F-49AA-9786-DFAECC2C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2133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51">
            <a:extLst xmlns:a="http://schemas.openxmlformats.org/drawingml/2006/main">
              <a:ext uri="{FF2B5EF4-FFF2-40B4-BE49-F238E27FC236}">
                <a16:creationId xmlns:a16="http://schemas.microsoft.com/office/drawing/2014/main" id="{8F8659AE-960E-40F2-BA9C-BF5F84C1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81425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Request</a:t>
            </a:r>
          </a:p>
        </p:txBody>
      </p:sp>
      <p:sp>
        <p:nvSpPr>
          <p:cNvPr id="9" name="c3-shape-52">
            <a:extLst xmlns:a="http://schemas.openxmlformats.org/drawingml/2006/main">
              <a:ext uri="{FF2B5EF4-FFF2-40B4-BE49-F238E27FC236}">
                <a16:creationId xmlns:a16="http://schemas.microsoft.com/office/drawing/2014/main" id="{337D2F0B-EAD7-4F89-90ED-736E7E67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5762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53">
            <a:extLst xmlns:a="http://schemas.openxmlformats.org/drawingml/2006/main">
              <a:ext uri="{FF2B5EF4-FFF2-40B4-BE49-F238E27FC236}">
                <a16:creationId xmlns:a16="http://schemas.microsoft.com/office/drawing/2014/main" id="{46D2FBC6-612E-4480-A502-0D9C8298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05225"/>
            <a:ext cx="2133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54">
            <a:extLst xmlns:a="http://schemas.openxmlformats.org/drawingml/2006/main">
              <a:ext uri="{FF2B5EF4-FFF2-40B4-BE49-F238E27FC236}">
                <a16:creationId xmlns:a16="http://schemas.microsoft.com/office/drawing/2014/main" id="{CEEFBBB8-5548-4EF8-A272-13CFC769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81425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ChatOllama</a:t>
            </a:r>
          </a:p>
        </p:txBody>
      </p:sp>
      <p:sp>
        <p:nvSpPr>
          <p:cNvPr id="12" name="c3-shape-55">
            <a:extLst xmlns:a="http://schemas.openxmlformats.org/drawingml/2006/main">
              <a:ext uri="{FF2B5EF4-FFF2-40B4-BE49-F238E27FC236}">
                <a16:creationId xmlns:a16="http://schemas.microsoft.com/office/drawing/2014/main" id="{3767CF14-0A16-4BBB-901A-962002BB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5762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56">
            <a:extLst xmlns:a="http://schemas.openxmlformats.org/drawingml/2006/main">
              <a:ext uri="{FF2B5EF4-FFF2-40B4-BE49-F238E27FC236}">
                <a16:creationId xmlns:a16="http://schemas.microsoft.com/office/drawing/2014/main" id="{7DFD8B97-12E6-42DE-B866-C009B416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5225"/>
            <a:ext cx="2133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57">
            <a:extLst xmlns:a="http://schemas.openxmlformats.org/drawingml/2006/main">
              <a:ext uri="{FF2B5EF4-FFF2-40B4-BE49-F238E27FC236}">
                <a16:creationId xmlns:a16="http://schemas.microsoft.com/office/drawing/2014/main" id="{90D772E5-5828-4513-AF28-114E0F3A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81425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AIMessage</a:t>
            </a:r>
          </a:p>
        </p:txBody>
      </p:sp>
      <p:sp>
        <p:nvSpPr>
          <p:cNvPr id="15" name="c3-text-58">
            <a:hlinkClick xmlns:r="http://schemas.openxmlformats.org/officeDocument/2006/relationships" xmlns:a="http://schemas.openxmlformats.org/drawingml/2006/main" r:id="R0085ae8129e440a6"/>
            <a:extLst xmlns:a="http://schemas.openxmlformats.org/drawingml/2006/main">
              <a:ext uri="{FF2B5EF4-FFF2-40B4-BE49-F238E27FC236}">
                <a16:creationId xmlns:a16="http://schemas.microsoft.com/office/drawing/2014/main" id="{56B9934F-9759-4066-BFEE-373C8C71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01_langchain.ipynb: 1. First call</a:t>
            </a:r>
          </a:p>
        </p:txBody>
      </p:sp>
      <p:sp>
        <p:nvSpPr>
          <p:cNvPr id="16" name="c3-text-317">
            <a:extLst xmlns:a="http://schemas.openxmlformats.org/drawingml/2006/main">
              <a:ext uri="{FF2B5EF4-FFF2-40B4-BE49-F238E27FC236}">
                <a16:creationId xmlns:a16="http://schemas.microsoft.com/office/drawing/2014/main" id="{2639555E-B354-4F5C-BE91-42CDE536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067058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3-text-59">
            <a:extLst xmlns:a="http://schemas.openxmlformats.org/drawingml/2006/main">
              <a:ext uri="{FF2B5EF4-FFF2-40B4-BE49-F238E27FC236}">
                <a16:creationId xmlns:a16="http://schemas.microsoft.com/office/drawing/2014/main" id="{895819BD-AC4E-412F-A4B4-DF87E4DC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0">
            <a:extLst xmlns:a="http://schemas.openxmlformats.org/drawingml/2006/main">
              <a:ext uri="{FF2B5EF4-FFF2-40B4-BE49-F238E27FC236}">
                <a16:creationId xmlns:a16="http://schemas.microsoft.com/office/drawing/2014/main" id="{0105DA69-2D28-4AFB-80A8-9C47AEEF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First Chain [3]</a:t>
            </a:r>
          </a:p>
        </p:txBody>
      </p:sp>
      <p:sp>
        <p:nvSpPr>
          <p:cNvPr id="3" name="c3-text-61">
            <a:extLst xmlns:a="http://schemas.openxmlformats.org/drawingml/2006/main">
              <a:ext uri="{FF2B5EF4-FFF2-40B4-BE49-F238E27FC236}">
                <a16:creationId xmlns:a16="http://schemas.microsoft.com/office/drawing/2014/main" id="{DFAED409-818D-4380-A753-35016B55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pipe passes one output to the next component.</a:t>
            </a:r>
          </a:p>
        </p:txBody>
      </p:sp>
      <p:sp>
        <p:nvSpPr>
          <p:cNvPr id="4" name="c3-text-62">
            <a:extLst xmlns:a="http://schemas.openxmlformats.org/drawingml/2006/main">
              <a:ext uri="{FF2B5EF4-FFF2-40B4-BE49-F238E27FC236}">
                <a16:creationId xmlns:a16="http://schemas.microsoft.com/office/drawing/2014/main" id="{4F2A3F2D-BB8B-426E-94E3-ED7B246D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5" name="c3-shape-63">
            <a:extLst xmlns:a="http://schemas.openxmlformats.org/drawingml/2006/main">
              <a:ext uri="{FF2B5EF4-FFF2-40B4-BE49-F238E27FC236}">
                <a16:creationId xmlns:a16="http://schemas.microsoft.com/office/drawing/2014/main" id="{87F62CDA-33C3-485A-ABD4-BFA1B01C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7924800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64">
            <a:extLst xmlns:a="http://schemas.openxmlformats.org/drawingml/2006/main">
              <a:ext uri="{FF2B5EF4-FFF2-40B4-BE49-F238E27FC236}">
                <a16:creationId xmlns:a16="http://schemas.microsoft.com/office/drawing/2014/main" id="{EAD3CDB9-9514-44FF-817D-83DC3CFA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758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text_chain = llm | </a:t>
            </a:r>
            <a:r>
              <a:rPr sz="18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StrOutputParser</a:t>
            </a: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7" name="c3-shape-65">
            <a:extLst xmlns:a="http://schemas.openxmlformats.org/drawingml/2006/main">
              <a:ext uri="{FF2B5EF4-FFF2-40B4-BE49-F238E27FC236}">
                <a16:creationId xmlns:a16="http://schemas.microsoft.com/office/drawing/2014/main" id="{2E109575-DE20-4FD0-9AD2-1E5B46D9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21336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66">
            <a:extLst xmlns:a="http://schemas.openxmlformats.org/drawingml/2006/main">
              <a:ext uri="{FF2B5EF4-FFF2-40B4-BE49-F238E27FC236}">
                <a16:creationId xmlns:a16="http://schemas.microsoft.com/office/drawing/2014/main" id="{788DA2E0-57E5-4ED6-9467-F5D60C32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9" name="c3-shape-67">
            <a:extLst xmlns:a="http://schemas.openxmlformats.org/drawingml/2006/main">
              <a:ext uri="{FF2B5EF4-FFF2-40B4-BE49-F238E27FC236}">
                <a16:creationId xmlns:a16="http://schemas.microsoft.com/office/drawing/2014/main" id="{59AC78EE-2827-427F-A627-C25A356C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9570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68">
            <a:extLst xmlns:a="http://schemas.openxmlformats.org/drawingml/2006/main">
              <a:ext uri="{FF2B5EF4-FFF2-40B4-BE49-F238E27FC236}">
                <a16:creationId xmlns:a16="http://schemas.microsoft.com/office/drawing/2014/main" id="{E35967D1-E0AC-44E5-BC14-EF04C237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48050"/>
            <a:ext cx="21336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69">
            <a:extLst xmlns:a="http://schemas.openxmlformats.org/drawingml/2006/main">
              <a:ext uri="{FF2B5EF4-FFF2-40B4-BE49-F238E27FC236}">
                <a16:creationId xmlns:a16="http://schemas.microsoft.com/office/drawing/2014/main" id="{E13C6B2A-13CF-4825-9CD5-50184D89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LLM message</a:t>
            </a:r>
          </a:p>
        </p:txBody>
      </p:sp>
      <p:sp>
        <p:nvSpPr>
          <p:cNvPr id="12" name="c3-shape-70">
            <a:extLst xmlns:a="http://schemas.openxmlformats.org/drawingml/2006/main">
              <a:ext uri="{FF2B5EF4-FFF2-40B4-BE49-F238E27FC236}">
                <a16:creationId xmlns:a16="http://schemas.microsoft.com/office/drawing/2014/main" id="{B489DC28-60AD-4EF7-BA31-F620668A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69570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71">
            <a:extLst xmlns:a="http://schemas.openxmlformats.org/drawingml/2006/main">
              <a:ext uri="{FF2B5EF4-FFF2-40B4-BE49-F238E27FC236}">
                <a16:creationId xmlns:a16="http://schemas.microsoft.com/office/drawing/2014/main" id="{CB84EFA7-5213-489D-8510-29479515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48050"/>
            <a:ext cx="21336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72">
            <a:extLst xmlns:a="http://schemas.openxmlformats.org/drawingml/2006/main">
              <a:ext uri="{FF2B5EF4-FFF2-40B4-BE49-F238E27FC236}">
                <a16:creationId xmlns:a16="http://schemas.microsoft.com/office/drawing/2014/main" id="{446D8BE6-24CD-4A6D-B6C0-71B4B600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242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Text</a:t>
            </a:r>
          </a:p>
        </p:txBody>
      </p:sp>
      <p:sp>
        <p:nvSpPr>
          <p:cNvPr id="15" name="c3-text-73">
            <a:extLst xmlns:a="http://schemas.openxmlformats.org/drawingml/2006/main">
              <a:ext uri="{FF2B5EF4-FFF2-40B4-BE49-F238E27FC236}">
                <a16:creationId xmlns:a16="http://schemas.microsoft.com/office/drawing/2014/main" id="{A571F889-D06F-4AB8-9989-2E11E6D5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StrOutputParser extracts the message text.</a:t>
            </a:r>
          </a:p>
        </p:txBody>
      </p:sp>
      <p:sp>
        <p:nvSpPr>
          <p:cNvPr id="16" name="c3-text-318">
            <a:extLst xmlns:a="http://schemas.openxmlformats.org/drawingml/2006/main">
              <a:ext uri="{FF2B5EF4-FFF2-40B4-BE49-F238E27FC236}">
                <a16:creationId xmlns:a16="http://schemas.microsoft.com/office/drawing/2014/main" id="{8505839A-2F25-4E6B-B11C-602550A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092670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74">
            <a:extLst xmlns:a="http://schemas.openxmlformats.org/drawingml/2006/main">
              <a:ext uri="{FF2B5EF4-FFF2-40B4-BE49-F238E27FC236}">
                <a16:creationId xmlns:a16="http://schemas.microsoft.com/office/drawing/2014/main" id="{B213BF2E-59DD-4630-B335-245B8EBA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5">
            <a:extLst xmlns:a="http://schemas.openxmlformats.org/drawingml/2006/main">
              <a:ext uri="{FF2B5EF4-FFF2-40B4-BE49-F238E27FC236}">
                <a16:creationId xmlns:a16="http://schemas.microsoft.com/office/drawing/2014/main" id="{B112A3A4-9405-4555-96CA-AC0603A1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Generate an Answer, Then Check It</a:t>
            </a:r>
          </a:p>
        </p:txBody>
      </p:sp>
      <p:sp>
        <p:nvSpPr>
          <p:cNvPr id="3" name="c3-text-76">
            <a:extLst xmlns:a="http://schemas.openxmlformats.org/drawingml/2006/main">
              <a:ext uri="{FF2B5EF4-FFF2-40B4-BE49-F238E27FC236}">
                <a16:creationId xmlns:a16="http://schemas.microsoft.com/office/drawing/2014/main" id="{B6B57063-16BF-4C8D-B445-DB8996D7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77">
            <a:extLst xmlns:a="http://schemas.openxmlformats.org/drawingml/2006/main">
              <a:ext uri="{FF2B5EF4-FFF2-40B4-BE49-F238E27FC236}">
                <a16:creationId xmlns:a16="http://schemas.microsoft.com/office/drawing/2014/main" id="{163B845F-F6EE-4C3E-BA24-0EEC4A0B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1336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78">
            <a:extLst xmlns:a="http://schemas.openxmlformats.org/drawingml/2006/main">
              <a:ext uri="{FF2B5EF4-FFF2-40B4-BE49-F238E27FC236}">
                <a16:creationId xmlns:a16="http://schemas.microsoft.com/office/drawing/2014/main" id="{41003AAA-8AFC-49DA-993A-8AA0D7D6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Answering LLM</a:t>
            </a:r>
          </a:p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Call 1</a:t>
            </a:r>
          </a:p>
        </p:txBody>
      </p:sp>
      <p:sp>
        <p:nvSpPr>
          <p:cNvPr id="6" name="c3-shape-79">
            <a:extLst xmlns:a="http://schemas.openxmlformats.org/drawingml/2006/main">
              <a:ext uri="{FF2B5EF4-FFF2-40B4-BE49-F238E27FC236}">
                <a16:creationId xmlns:a16="http://schemas.microsoft.com/office/drawing/2014/main" id="{2D62C9B5-333F-49E7-8531-6ABDAA2A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77177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0">
            <a:extLst xmlns:a="http://schemas.openxmlformats.org/drawingml/2006/main">
              <a:ext uri="{FF2B5EF4-FFF2-40B4-BE49-F238E27FC236}">
                <a16:creationId xmlns:a16="http://schemas.microsoft.com/office/drawing/2014/main" id="{F972F73F-1E15-4677-9361-E0AAB0CE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81250"/>
            <a:ext cx="21336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81">
            <a:extLst xmlns:a="http://schemas.openxmlformats.org/drawingml/2006/main">
              <a:ext uri="{FF2B5EF4-FFF2-40B4-BE49-F238E27FC236}">
                <a16:creationId xmlns:a16="http://schemas.microsoft.com/office/drawing/2014/main" id="{97F1593B-7A08-4AE7-8AF6-CC8484D0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5745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Generated</a:t>
            </a:r>
          </a:p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9" name="c3-shape-82">
            <a:extLst xmlns:a="http://schemas.openxmlformats.org/drawingml/2006/main">
              <a:ext uri="{FF2B5EF4-FFF2-40B4-BE49-F238E27FC236}">
                <a16:creationId xmlns:a16="http://schemas.microsoft.com/office/drawing/2014/main" id="{B901F581-A6C4-4EBF-8745-5CC3F071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77177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83">
            <a:extLst xmlns:a="http://schemas.openxmlformats.org/drawingml/2006/main">
              <a:ext uri="{FF2B5EF4-FFF2-40B4-BE49-F238E27FC236}">
                <a16:creationId xmlns:a16="http://schemas.microsoft.com/office/drawing/2014/main" id="{3126CA24-CEB8-4AA9-9382-AB16E80E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21336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84">
            <a:extLst xmlns:a="http://schemas.openxmlformats.org/drawingml/2006/main">
              <a:ext uri="{FF2B5EF4-FFF2-40B4-BE49-F238E27FC236}">
                <a16:creationId xmlns:a16="http://schemas.microsoft.com/office/drawing/2014/main" id="{5825D32B-1AE2-4B7F-BCE9-B0AEC2AE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Reviewing LLM</a:t>
            </a:r>
          </a:p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Call 2</a:t>
            </a:r>
          </a:p>
        </p:txBody>
      </p:sp>
      <p:sp>
        <p:nvSpPr>
          <p:cNvPr id="12" name="c3-shape-85">
            <a:extLst xmlns:a="http://schemas.openxmlformats.org/drawingml/2006/main">
              <a:ext uri="{FF2B5EF4-FFF2-40B4-BE49-F238E27FC236}">
                <a16:creationId xmlns:a16="http://schemas.microsoft.com/office/drawing/2014/main" id="{9261CE49-8946-41FC-84D9-8CAEBBA6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86">
            <a:extLst xmlns:a="http://schemas.openxmlformats.org/drawingml/2006/main">
              <a:ext uri="{FF2B5EF4-FFF2-40B4-BE49-F238E27FC236}">
                <a16:creationId xmlns:a16="http://schemas.microsoft.com/office/drawing/2014/main" id="{E1AB5938-2DD4-49FF-BE1F-8558EF22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second call decides which text the user receives.</a:t>
            </a:r>
          </a:p>
        </p:txBody>
      </p:sp>
      <p:sp>
        <p:nvSpPr>
          <p:cNvPr id="14" name="c3-text-319">
            <a:extLst xmlns:a="http://schemas.openxmlformats.org/drawingml/2006/main">
              <a:ext uri="{FF2B5EF4-FFF2-40B4-BE49-F238E27FC236}">
                <a16:creationId xmlns:a16="http://schemas.microsoft.com/office/drawing/2014/main" id="{AC2C0611-8987-4866-87AF-1C7CE29D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6515869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87">
            <a:extLst xmlns:a="http://schemas.openxmlformats.org/drawingml/2006/main">
              <a:ext uri="{FF2B5EF4-FFF2-40B4-BE49-F238E27FC236}">
                <a16:creationId xmlns:a16="http://schemas.microsoft.com/office/drawing/2014/main" id="{108CA158-0942-45A8-8A36-6AE61831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8">
            <a:extLst xmlns:a="http://schemas.openxmlformats.org/drawingml/2006/main">
              <a:ext uri="{FF2B5EF4-FFF2-40B4-BE49-F238E27FC236}">
                <a16:creationId xmlns:a16="http://schemas.microsoft.com/office/drawing/2014/main" id="{FF03BBFB-3579-4416-9FDA-879D1205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 Explicit Checking Rule</a:t>
            </a:r>
          </a:p>
        </p:txBody>
      </p:sp>
      <p:sp>
        <p:nvSpPr>
          <p:cNvPr id="3" name="c3-text-89">
            <a:extLst xmlns:a="http://schemas.openxmlformats.org/drawingml/2006/main">
              <a:ext uri="{FF2B5EF4-FFF2-40B4-BE49-F238E27FC236}">
                <a16:creationId xmlns:a16="http://schemas.microsoft.com/office/drawing/2014/main" id="{CE4399DB-5D26-44B6-964C-8A60EB0B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90">
            <a:extLst xmlns:a="http://schemas.openxmlformats.org/drawingml/2006/main">
              <a:ext uri="{FF2B5EF4-FFF2-40B4-BE49-F238E27FC236}">
                <a16:creationId xmlns:a16="http://schemas.microsoft.com/office/drawing/2014/main" id="{A1653029-EC09-4286-8615-1818EBF2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92480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91">
            <a:extLst xmlns:a="http://schemas.openxmlformats.org/drawingml/2006/main">
              <a:ext uri="{FF2B5EF4-FFF2-40B4-BE49-F238E27FC236}">
                <a16:creationId xmlns:a16="http://schemas.microsoft.com/office/drawing/2014/main" id="{F15432FF-C415-4AC7-9C74-417EA13A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75819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If the text discusses football, replace it </a:t>
            </a: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with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"I am not authorised to discuss football."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Otherwise, </a:t>
            </a: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it unchanged.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review_input = guardrail_rules +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"\nText:\n"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+ draft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checked_answer = text_chain.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(review_input)</a:t>
            </a:r>
          </a:p>
        </p:txBody>
      </p:sp>
      <p:sp>
        <p:nvSpPr>
          <p:cNvPr id="6" name="c3-shape-92">
            <a:extLst xmlns:a="http://schemas.openxmlformats.org/drawingml/2006/main">
              <a:ext uri="{FF2B5EF4-FFF2-40B4-BE49-F238E27FC236}">
                <a16:creationId xmlns:a16="http://schemas.microsoft.com/office/drawing/2014/main" id="{B9615662-0175-4C5F-BCBE-D3021287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93">
            <a:extLst xmlns:a="http://schemas.openxmlformats.org/drawingml/2006/main">
              <a:ext uri="{FF2B5EF4-FFF2-40B4-BE49-F238E27FC236}">
                <a16:creationId xmlns:a16="http://schemas.microsoft.com/office/drawing/2014/main" id="{C577418B-73D6-459F-B964-6DFAA600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 the generated answer before showing it to the user.</a:t>
            </a:r>
          </a:p>
        </p:txBody>
      </p:sp>
      <p:sp>
        <p:nvSpPr>
          <p:cNvPr id="8" name="c3-text-320">
            <a:extLst xmlns:a="http://schemas.openxmlformats.org/drawingml/2006/main">
              <a:ext uri="{FF2B5EF4-FFF2-40B4-BE49-F238E27FC236}">
                <a16:creationId xmlns:a16="http://schemas.microsoft.com/office/drawing/2014/main" id="{531B226D-1A9D-4E6A-B977-EF63E190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29928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94">
            <a:extLst xmlns:a="http://schemas.openxmlformats.org/drawingml/2006/main">
              <a:ext uri="{FF2B5EF4-FFF2-40B4-BE49-F238E27FC236}">
                <a16:creationId xmlns:a16="http://schemas.microsoft.com/office/drawing/2014/main" id="{CC3D4B87-F487-4F7B-AB8B-5EA0EF89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5">
            <a:extLst xmlns:a="http://schemas.openxmlformats.org/drawingml/2006/main">
              <a:ext uri="{FF2B5EF4-FFF2-40B4-BE49-F238E27FC236}">
                <a16:creationId xmlns:a16="http://schemas.microsoft.com/office/drawing/2014/main" id="{1513D838-FC4B-453D-A63B-6849F5D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the Review Rule</a:t>
            </a:r>
          </a:p>
        </p:txBody>
      </p:sp>
      <p:sp>
        <p:nvSpPr>
          <p:cNvPr id="3" name="c3-text-96">
            <a:extLst xmlns:a="http://schemas.openxmlformats.org/drawingml/2006/main">
              <a:ext uri="{FF2B5EF4-FFF2-40B4-BE49-F238E27FC236}">
                <a16:creationId xmlns:a16="http://schemas.microsoft.com/office/drawing/2014/main" id="{3A650798-DA70-4904-8FE0-59D34666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97">
            <a:extLst xmlns:a="http://schemas.openxmlformats.org/drawingml/2006/main">
              <a:ext uri="{FF2B5EF4-FFF2-40B4-BE49-F238E27FC236}">
                <a16:creationId xmlns:a16="http://schemas.microsoft.com/office/drawing/2014/main" id="{0CE2163A-9BB5-45CB-A9C7-D630B38E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7719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98">
            <a:extLst xmlns:a="http://schemas.openxmlformats.org/drawingml/2006/main">
              <a:ext uri="{FF2B5EF4-FFF2-40B4-BE49-F238E27FC236}">
                <a16:creationId xmlns:a16="http://schemas.microsoft.com/office/drawing/2014/main" id="{59E77E16-6BB8-4B40-9B1D-700E3AF5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99">
            <a:extLst xmlns:a="http://schemas.openxmlformats.org/drawingml/2006/main">
              <a:ext uri="{FF2B5EF4-FFF2-40B4-BE49-F238E27FC236}">
                <a16:creationId xmlns:a16="http://schemas.microsoft.com/office/drawing/2014/main" id="{A12E35C2-AE89-4077-AB20-ECD2968C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Text about football</a:t>
            </a:r>
          </a:p>
        </p:txBody>
      </p:sp>
      <p:sp>
        <p:nvSpPr>
          <p:cNvPr id="7" name="c3-text-100">
            <a:extLst xmlns:a="http://schemas.openxmlformats.org/drawingml/2006/main">
              <a:ext uri="{FF2B5EF4-FFF2-40B4-BE49-F238E27FC236}">
                <a16:creationId xmlns:a16="http://schemas.microsoft.com/office/drawing/2014/main" id="{AF629E5F-87ED-4707-A11B-6986980D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33909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match ended 2-0.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second model replaces it.</a:t>
            </a:r>
          </a:p>
        </p:txBody>
      </p:sp>
      <p:sp>
        <p:nvSpPr>
          <p:cNvPr id="8" name="c3-shape-101">
            <a:extLst xmlns:a="http://schemas.openxmlformats.org/drawingml/2006/main">
              <a:ext uri="{FF2B5EF4-FFF2-40B4-BE49-F238E27FC236}">
                <a16:creationId xmlns:a16="http://schemas.microsoft.com/office/drawing/2014/main" id="{A8C2FDB1-90AB-4E91-BBE4-35940943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37719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02">
            <a:extLst xmlns:a="http://schemas.openxmlformats.org/drawingml/2006/main">
              <a:ext uri="{FF2B5EF4-FFF2-40B4-BE49-F238E27FC236}">
                <a16:creationId xmlns:a16="http://schemas.microsoft.com/office/drawing/2014/main" id="{52E68EB3-4B99-4E00-A2F8-7244309D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03">
            <a:extLst xmlns:a="http://schemas.openxmlformats.org/drawingml/2006/main">
              <a:ext uri="{FF2B5EF4-FFF2-40B4-BE49-F238E27FC236}">
                <a16:creationId xmlns:a16="http://schemas.microsoft.com/office/drawing/2014/main" id="{CC14EBEA-7EC9-4497-8CF7-8A624A7A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Final text</a:t>
            </a:r>
          </a:p>
        </p:txBody>
      </p:sp>
      <p:sp>
        <p:nvSpPr>
          <p:cNvPr id="11" name="c3-text-104">
            <a:extLst xmlns:a="http://schemas.openxmlformats.org/drawingml/2006/main">
              <a:ext uri="{FF2B5EF4-FFF2-40B4-BE49-F238E27FC236}">
                <a16:creationId xmlns:a16="http://schemas.microsoft.com/office/drawing/2014/main" id="{2C5366DB-232A-45EB-8E86-5206C21F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43175"/>
            <a:ext cx="33909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am not authorised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discuss football.</a:t>
            </a:r>
          </a:p>
        </p:txBody>
      </p:sp>
      <p:sp>
        <p:nvSpPr>
          <p:cNvPr id="12" name="c3-text-105">
            <a:extLst xmlns:a="http://schemas.openxmlformats.org/drawingml/2006/main">
              <a:ext uri="{FF2B5EF4-FFF2-40B4-BE49-F238E27FC236}">
                <a16:creationId xmlns:a16="http://schemas.microsoft.com/office/drawing/2014/main" id="{88BD50B9-C4D0-44A4-8374-82A77972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For another topic, the second model keeps the original answer.</a:t>
            </a:r>
          </a:p>
        </p:txBody>
      </p:sp>
      <p:sp>
        <p:nvSpPr>
          <p:cNvPr id="13" name="c3-text-106">
            <a:hlinkClick xmlns:r="http://schemas.openxmlformats.org/officeDocument/2006/relationships" xmlns:a="http://schemas.openxmlformats.org/drawingml/2006/main" r:id="Recd1a1d0636b4ff1"/>
            <a:extLst xmlns:a="http://schemas.openxmlformats.org/drawingml/2006/main">
              <a:ext uri="{FF2B5EF4-FFF2-40B4-BE49-F238E27FC236}">
                <a16:creationId xmlns:a16="http://schemas.microsoft.com/office/drawing/2014/main" id="{7C4104F8-FDB7-4E1A-9749-8D51557E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01_langchain.ipynb: 2. Chains</a:t>
            </a:r>
          </a:p>
        </p:txBody>
      </p:sp>
      <p:sp>
        <p:nvSpPr>
          <p:cNvPr id="14" name="c3-text-321">
            <a:extLst xmlns:a="http://schemas.openxmlformats.org/drawingml/2006/main">
              <a:ext uri="{FF2B5EF4-FFF2-40B4-BE49-F238E27FC236}">
                <a16:creationId xmlns:a16="http://schemas.microsoft.com/office/drawing/2014/main" id="{A6651CFA-BC5A-4E2D-8653-C6E70C2D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782073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07">
            <a:extLst xmlns:a="http://schemas.openxmlformats.org/drawingml/2006/main">
              <a:ext uri="{FF2B5EF4-FFF2-40B4-BE49-F238E27FC236}">
                <a16:creationId xmlns:a16="http://schemas.microsoft.com/office/drawing/2014/main" id="{8563AB3A-C9C6-4567-8B12-6E3B87BB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8">
            <a:extLst xmlns:a="http://schemas.openxmlformats.org/drawingml/2006/main">
              <a:ext uri="{FF2B5EF4-FFF2-40B4-BE49-F238E27FC236}">
                <a16:creationId xmlns:a16="http://schemas.microsoft.com/office/drawing/2014/main" id="{81720A80-88E5-4A12-9B50-901DB40B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Conversation Can Be a Prompt</a:t>
            </a:r>
          </a:p>
        </p:txBody>
      </p:sp>
      <p:sp>
        <p:nvSpPr>
          <p:cNvPr id="3" name="c3-text-109">
            <a:extLst xmlns:a="http://schemas.openxmlformats.org/drawingml/2006/main">
              <a:ext uri="{FF2B5EF4-FFF2-40B4-BE49-F238E27FC236}">
                <a16:creationId xmlns:a16="http://schemas.microsoft.com/office/drawing/2014/main" id="{21195010-A2D8-4A63-92D4-DAC68385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can continue an unfinished exchange.</a:t>
            </a:r>
          </a:p>
        </p:txBody>
      </p:sp>
      <p:sp>
        <p:nvSpPr>
          <p:cNvPr id="4" name="c3-text-110">
            <a:extLst xmlns:a="http://schemas.openxmlformats.org/drawingml/2006/main">
              <a:ext uri="{FF2B5EF4-FFF2-40B4-BE49-F238E27FC236}">
                <a16:creationId xmlns:a16="http://schemas.microsoft.com/office/drawing/2014/main" id="{824EACCC-5F5D-4065-88ED-E24B4F39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5" name="c3-shape-111">
            <a:extLst xmlns:a="http://schemas.openxmlformats.org/drawingml/2006/main">
              <a:ext uri="{FF2B5EF4-FFF2-40B4-BE49-F238E27FC236}">
                <a16:creationId xmlns:a16="http://schemas.microsoft.com/office/drawing/2014/main" id="{E74F3F0A-DDE4-43F4-B9FE-249C8246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112">
            <a:extLst xmlns:a="http://schemas.openxmlformats.org/drawingml/2006/main">
              <a:ext uri="{FF2B5EF4-FFF2-40B4-BE49-F238E27FC236}">
                <a16:creationId xmlns:a16="http://schemas.microsoft.com/office/drawing/2014/main" id="{54FDE35F-110A-4851-BDBD-1FD0A445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76475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Visitor: Hello!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Guide: Welcome to the museum.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Visitor: Can you help me explore?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Guide:</a:t>
            </a:r>
          </a:p>
        </p:txBody>
      </p:sp>
      <p:sp>
        <p:nvSpPr>
          <p:cNvPr id="7" name="c3-text-322">
            <a:extLst xmlns:a="http://schemas.openxmlformats.org/drawingml/2006/main">
              <a:ext uri="{FF2B5EF4-FFF2-40B4-BE49-F238E27FC236}">
                <a16:creationId xmlns:a16="http://schemas.microsoft.com/office/drawing/2014/main" id="{AF941C74-31C9-4A41-AEB6-9E135C27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360329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113">
            <a:extLst xmlns:a="http://schemas.openxmlformats.org/drawingml/2006/main">
              <a:ext uri="{FF2B5EF4-FFF2-40B4-BE49-F238E27FC236}">
                <a16:creationId xmlns:a16="http://schemas.microsoft.com/office/drawing/2014/main" id="{212DDF04-6CF9-44E2-9267-8359862F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14">
            <a:extLst xmlns:a="http://schemas.openxmlformats.org/drawingml/2006/main">
              <a:ext uri="{FF2B5EF4-FFF2-40B4-BE49-F238E27FC236}">
                <a16:creationId xmlns:a16="http://schemas.microsoft.com/office/drawing/2014/main" id="{FD46E6E4-4D69-48CE-931F-2A6A4B00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Examples Show a Character's Style</a:t>
            </a:r>
          </a:p>
        </p:txBody>
      </p:sp>
      <p:sp>
        <p:nvSpPr>
          <p:cNvPr id="3" name="c3-text-115">
            <a:extLst xmlns:a="http://schemas.openxmlformats.org/drawingml/2006/main">
              <a:ext uri="{FF2B5EF4-FFF2-40B4-BE49-F238E27FC236}">
                <a16:creationId xmlns:a16="http://schemas.microsoft.com/office/drawing/2014/main" id="{06E1A0D1-2B63-46AA-8734-B785E461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16">
            <a:extLst xmlns:a="http://schemas.openxmlformats.org/drawingml/2006/main">
              <a:ext uri="{FF2B5EF4-FFF2-40B4-BE49-F238E27FC236}">
                <a16:creationId xmlns:a16="http://schemas.microsoft.com/office/drawing/2014/main" id="{538168A6-6C8E-47E2-936D-4B755366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17">
            <a:extLst xmlns:a="http://schemas.openxmlformats.org/drawingml/2006/main">
              <a:ext uri="{FF2B5EF4-FFF2-40B4-BE49-F238E27FC236}">
                <a16:creationId xmlns:a16="http://schemas.microsoft.com/office/drawing/2014/main" id="{AD73F6F5-2E57-4759-9B8D-E79EF476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Visitor: Hello!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PippoBot: Ahoy, visitor! Welcome aboard our museum.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Visitor: Can you explain an exhibit?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PippoBot: Arrr, matey! Let us uncover its story together.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Visitor: Can you help me explore?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PippoBot:</a:t>
            </a:r>
          </a:p>
        </p:txBody>
      </p:sp>
      <p:sp>
        <p:nvSpPr>
          <p:cNvPr id="6" name="c3-text-323">
            <a:extLst xmlns:a="http://schemas.openxmlformats.org/drawingml/2006/main">
              <a:ext uri="{FF2B5EF4-FFF2-40B4-BE49-F238E27FC236}">
                <a16:creationId xmlns:a16="http://schemas.microsoft.com/office/drawing/2014/main" id="{5494695A-3B83-431C-B050-E00C101B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19288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18">
            <a:extLst xmlns:a="http://schemas.openxmlformats.org/drawingml/2006/main">
              <a:ext uri="{FF2B5EF4-FFF2-40B4-BE49-F238E27FC236}">
                <a16:creationId xmlns:a16="http://schemas.microsoft.com/office/drawing/2014/main" id="{4D3071A4-06A2-41DE-804C-DC1A00EF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19">
            <a:extLst xmlns:a="http://schemas.openxmlformats.org/drawingml/2006/main">
              <a:ext uri="{FF2B5EF4-FFF2-40B4-BE49-F238E27FC236}">
                <a16:creationId xmlns:a16="http://schemas.microsoft.com/office/drawing/2014/main" id="{FA5EABAC-3744-471B-BDF2-0290B4C3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Chat Models Use Formatted Messages [4]</a:t>
            </a:r>
          </a:p>
        </p:txBody>
      </p:sp>
      <p:sp>
        <p:nvSpPr>
          <p:cNvPr id="3" name="c3-text-120">
            <a:extLst xmlns:a="http://schemas.openxmlformats.org/drawingml/2006/main">
              <a:ext uri="{FF2B5EF4-FFF2-40B4-BE49-F238E27FC236}">
                <a16:creationId xmlns:a16="http://schemas.microsoft.com/office/drawing/2014/main" id="{92EBACD1-8AF8-4B2F-9D14-27FCA9C4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21">
            <a:extLst xmlns:a="http://schemas.openxmlformats.org/drawingml/2006/main">
              <a:ext uri="{FF2B5EF4-FFF2-40B4-BE49-F238E27FC236}">
                <a16:creationId xmlns:a16="http://schemas.microsoft.com/office/drawing/2014/main" id="{9A97510E-87A3-4C6D-8625-5EEBC46F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3771900" cy="2047875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19DAAE91-DFB2-4D5A-B40D-7FD3E3F1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3">
            <a:extLst xmlns:a="http://schemas.openxmlformats.org/drawingml/2006/main">
              <a:ext uri="{FF2B5EF4-FFF2-40B4-BE49-F238E27FC236}">
                <a16:creationId xmlns:a16="http://schemas.microsoft.com/office/drawing/2014/main" id="{BDF54CA0-87C1-4C42-823A-7F0D3580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Chat tuning</a:t>
            </a:r>
          </a:p>
        </p:txBody>
      </p:sp>
      <p:sp>
        <p:nvSpPr>
          <p:cNvPr id="7" name="c3-text-124">
            <a:extLst xmlns:a="http://schemas.openxmlformats.org/drawingml/2006/main">
              <a:ext uri="{FF2B5EF4-FFF2-40B4-BE49-F238E27FC236}">
                <a16:creationId xmlns:a16="http://schemas.microsoft.com/office/drawing/2014/main" id="{563D098F-416F-4B8E-9B03-28D7F454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339090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learns from conversations with roles and message boundaries.</a:t>
            </a:r>
          </a:p>
        </p:txBody>
      </p:sp>
      <p:sp>
        <p:nvSpPr>
          <p:cNvPr id="8" name="c3-shape-125">
            <a:extLst xmlns:a="http://schemas.openxmlformats.org/drawingml/2006/main">
              <a:ext uri="{FF2B5EF4-FFF2-40B4-BE49-F238E27FC236}">
                <a16:creationId xmlns:a16="http://schemas.microsoft.com/office/drawing/2014/main" id="{05246238-BE3B-4894-ADC2-5D877C51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3771900" cy="2047875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D7092C18-D4C7-4C75-8888-30425151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7">
            <a:extLst xmlns:a="http://schemas.openxmlformats.org/drawingml/2006/main">
              <a:ext uri="{FF2B5EF4-FFF2-40B4-BE49-F238E27FC236}">
                <a16:creationId xmlns:a16="http://schemas.microsoft.com/office/drawing/2014/main" id="{3BE82203-9DAA-45C5-A4FA-82DFE1CE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622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At inference</a:t>
            </a:r>
          </a:p>
        </p:txBody>
      </p:sp>
      <p:sp>
        <p:nvSpPr>
          <p:cNvPr id="11" name="c3-text-128">
            <a:extLst xmlns:a="http://schemas.openxmlformats.org/drawingml/2006/main">
              <a:ext uri="{FF2B5EF4-FFF2-40B4-BE49-F238E27FC236}">
                <a16:creationId xmlns:a16="http://schemas.microsoft.com/office/drawing/2014/main" id="{514DE746-3AA0-47E5-A226-FB63E9BB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05100"/>
            <a:ext cx="339090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supply messages.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provider applies the model's chat format.</a:t>
            </a:r>
          </a:p>
        </p:txBody>
      </p:sp>
      <p:sp>
        <p:nvSpPr>
          <p:cNvPr id="12" name="c3-text-129">
            <a:extLst xmlns:a="http://schemas.openxmlformats.org/drawingml/2006/main">
              <a:ext uri="{FF2B5EF4-FFF2-40B4-BE49-F238E27FC236}">
                <a16:creationId xmlns:a16="http://schemas.microsoft.com/office/drawing/2014/main" id="{54930C0E-42A3-47BA-8450-273B1F0F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model still predicts tokens.</a:t>
            </a:r>
          </a:p>
        </p:txBody>
      </p:sp>
      <p:sp>
        <p:nvSpPr>
          <p:cNvPr id="13" name="c3-text-324">
            <a:extLst xmlns:a="http://schemas.openxmlformats.org/drawingml/2006/main">
              <a:ext uri="{FF2B5EF4-FFF2-40B4-BE49-F238E27FC236}">
                <a16:creationId xmlns:a16="http://schemas.microsoft.com/office/drawing/2014/main" id="{2CDD6A5C-AB3C-436C-A50D-43511F0D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960430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3-text-130">
            <a:extLst xmlns:a="http://schemas.openxmlformats.org/drawingml/2006/main">
              <a:ext uri="{FF2B5EF4-FFF2-40B4-BE49-F238E27FC236}">
                <a16:creationId xmlns:a16="http://schemas.microsoft.com/office/drawing/2014/main" id="{4B5F9E60-09F1-4691-AF4F-532FD2E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1">
            <a:extLst xmlns:a="http://schemas.openxmlformats.org/drawingml/2006/main">
              <a:ext uri="{FF2B5EF4-FFF2-40B4-BE49-F238E27FC236}">
                <a16:creationId xmlns:a16="http://schemas.microsoft.com/office/drawing/2014/main" id="{54F18A2C-AACA-4B10-8736-112D6BC0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Three Message Types [5]</a:t>
            </a:r>
          </a:p>
        </p:txBody>
      </p:sp>
      <p:sp>
        <p:nvSpPr>
          <p:cNvPr id="3" name="c3-text-132">
            <a:extLst xmlns:a="http://schemas.openxmlformats.org/drawingml/2006/main">
              <a:ext uri="{FF2B5EF4-FFF2-40B4-BE49-F238E27FC236}">
                <a16:creationId xmlns:a16="http://schemas.microsoft.com/office/drawing/2014/main" id="{10E18DA3-EAC9-4276-ADF2-57C1DB92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33">
            <a:extLst xmlns:a="http://schemas.openxmlformats.org/drawingml/2006/main">
              <a:ext uri="{FF2B5EF4-FFF2-40B4-BE49-F238E27FC236}">
                <a16:creationId xmlns:a16="http://schemas.microsoft.com/office/drawing/2014/main" id="{119EE154-E028-4472-858D-4CEE7A27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24384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4">
            <a:extLst xmlns:a="http://schemas.openxmlformats.org/drawingml/2006/main">
              <a:ext uri="{FF2B5EF4-FFF2-40B4-BE49-F238E27FC236}">
                <a16:creationId xmlns:a16="http://schemas.microsoft.com/office/drawing/2014/main" id="{8872B0E6-0431-4AA5-A966-1F2C7E4B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5">
            <a:extLst xmlns:a="http://schemas.openxmlformats.org/drawingml/2006/main">
              <a:ext uri="{FF2B5EF4-FFF2-40B4-BE49-F238E27FC236}">
                <a16:creationId xmlns:a16="http://schemas.microsoft.com/office/drawing/2014/main" id="{8CD683CE-2B30-4E13-9FE4-DDB82F95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SystemMessage</a:t>
            </a:r>
          </a:p>
        </p:txBody>
      </p:sp>
      <p:sp>
        <p:nvSpPr>
          <p:cNvPr id="7" name="c3-text-136">
            <a:extLst xmlns:a="http://schemas.openxmlformats.org/drawingml/2006/main">
              <a:ext uri="{FF2B5EF4-FFF2-40B4-BE49-F238E27FC236}">
                <a16:creationId xmlns:a16="http://schemas.microsoft.com/office/drawing/2014/main" id="{C9AC963D-637F-4B9B-986D-4991E303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057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Instructions: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"You are a pirate museum guide."</a:t>
            </a:r>
          </a:p>
        </p:txBody>
      </p:sp>
      <p:sp>
        <p:nvSpPr>
          <p:cNvPr id="8" name="c3-shape-137">
            <a:extLst xmlns:a="http://schemas.openxmlformats.org/drawingml/2006/main">
              <a:ext uri="{FF2B5EF4-FFF2-40B4-BE49-F238E27FC236}">
                <a16:creationId xmlns:a16="http://schemas.microsoft.com/office/drawing/2014/main" id="{F47288F7-CC9B-4DF5-94FD-58F94AB7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05025"/>
            <a:ext cx="24384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38">
            <a:extLst xmlns:a="http://schemas.openxmlformats.org/drawingml/2006/main">
              <a:ext uri="{FF2B5EF4-FFF2-40B4-BE49-F238E27FC236}">
                <a16:creationId xmlns:a16="http://schemas.microsoft.com/office/drawing/2014/main" id="{15DFFEC7-CFF1-4021-9128-FFA26BA2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39">
            <a:extLst xmlns:a="http://schemas.openxmlformats.org/drawingml/2006/main">
              <a:ext uri="{FF2B5EF4-FFF2-40B4-BE49-F238E27FC236}">
                <a16:creationId xmlns:a16="http://schemas.microsoft.com/office/drawing/2014/main" id="{ABA615B0-F42C-4FB1-8A05-35EB2FA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622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HumanMessage</a:t>
            </a:r>
          </a:p>
        </p:txBody>
      </p:sp>
      <p:sp>
        <p:nvSpPr>
          <p:cNvPr id="11" name="c3-text-140">
            <a:extLst xmlns:a="http://schemas.openxmlformats.org/drawingml/2006/main">
              <a:ext uri="{FF2B5EF4-FFF2-40B4-BE49-F238E27FC236}">
                <a16:creationId xmlns:a16="http://schemas.microsoft.com/office/drawing/2014/main" id="{71F5F46E-5142-4F3D-A100-38EA658B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05100"/>
            <a:ext cx="2057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User input: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"Can you help me explore?"</a:t>
            </a:r>
          </a:p>
        </p:txBody>
      </p:sp>
      <p:sp>
        <p:nvSpPr>
          <p:cNvPr id="12" name="c3-shape-141">
            <a:extLst xmlns:a="http://schemas.openxmlformats.org/drawingml/2006/main">
              <a:ext uri="{FF2B5EF4-FFF2-40B4-BE49-F238E27FC236}">
                <a16:creationId xmlns:a16="http://schemas.microsoft.com/office/drawing/2014/main" id="{A2D833B1-7A65-4BC0-8F20-F1498D0B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05025"/>
            <a:ext cx="24384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2">
            <a:extLst xmlns:a="http://schemas.openxmlformats.org/drawingml/2006/main">
              <a:ext uri="{FF2B5EF4-FFF2-40B4-BE49-F238E27FC236}">
                <a16:creationId xmlns:a16="http://schemas.microsoft.com/office/drawing/2014/main" id="{DEC56EA5-3980-4EDF-BF19-FFA5B11A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3">
            <a:extLst xmlns:a="http://schemas.openxmlformats.org/drawingml/2006/main">
              <a:ext uri="{FF2B5EF4-FFF2-40B4-BE49-F238E27FC236}">
                <a16:creationId xmlns:a16="http://schemas.microsoft.com/office/drawing/2014/main" id="{79B759DD-D656-4C9D-87F3-333668F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AIMessage</a:t>
            </a:r>
          </a:p>
        </p:txBody>
      </p:sp>
      <p:sp>
        <p:nvSpPr>
          <p:cNvPr id="15" name="c3-text-144">
            <a:extLst xmlns:a="http://schemas.openxmlformats.org/drawingml/2006/main">
              <a:ext uri="{FF2B5EF4-FFF2-40B4-BE49-F238E27FC236}">
                <a16:creationId xmlns:a16="http://schemas.microsoft.com/office/drawing/2014/main" id="{CAB1F4D0-D9F1-4C71-B9C2-1F7C9814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05100"/>
            <a:ext cx="2057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 reply or supplied example: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"Ahoy, visitor!"</a:t>
            </a:r>
          </a:p>
        </p:txBody>
      </p:sp>
      <p:sp>
        <p:nvSpPr>
          <p:cNvPr id="16" name="c3-text-325">
            <a:extLst xmlns:a="http://schemas.openxmlformats.org/drawingml/2006/main">
              <a:ext uri="{FF2B5EF4-FFF2-40B4-BE49-F238E27FC236}">
                <a16:creationId xmlns:a16="http://schemas.microsoft.com/office/drawing/2014/main" id="{527049D6-684D-4311-8756-9A4428B3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828977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145">
            <a:extLst xmlns:a="http://schemas.openxmlformats.org/drawingml/2006/main">
              <a:ext uri="{FF2B5EF4-FFF2-40B4-BE49-F238E27FC236}">
                <a16:creationId xmlns:a16="http://schemas.microsoft.com/office/drawing/2014/main" id="{A36779A8-DD24-4CBA-85D0-CBE905BD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46">
            <a:extLst xmlns:a="http://schemas.openxmlformats.org/drawingml/2006/main">
              <a:ext uri="{FF2B5EF4-FFF2-40B4-BE49-F238E27FC236}">
                <a16:creationId xmlns:a16="http://schemas.microsoft.com/office/drawing/2014/main" id="{CAA0FEF5-1A36-46FD-8A61-CD50EA0A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Conversation as Message Objects [5]</a:t>
            </a:r>
          </a:p>
        </p:txBody>
      </p:sp>
      <p:sp>
        <p:nvSpPr>
          <p:cNvPr id="3" name="c3-text-147">
            <a:extLst xmlns:a="http://schemas.openxmlformats.org/drawingml/2006/main">
              <a:ext uri="{FF2B5EF4-FFF2-40B4-BE49-F238E27FC236}">
                <a16:creationId xmlns:a16="http://schemas.microsoft.com/office/drawing/2014/main" id="{9D2AA205-6308-4D45-B30E-5330D09A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48">
            <a:extLst xmlns:a="http://schemas.openxmlformats.org/drawingml/2006/main">
              <a:ext uri="{FF2B5EF4-FFF2-40B4-BE49-F238E27FC236}">
                <a16:creationId xmlns:a16="http://schemas.microsoft.com/office/drawing/2014/main" id="{7773B4D3-8443-46D5-BA57-9A2A276A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792480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49">
            <a:extLst xmlns:a="http://schemas.openxmlformats.org/drawingml/2006/main">
              <a:ext uri="{FF2B5EF4-FFF2-40B4-BE49-F238E27FC236}">
                <a16:creationId xmlns:a16="http://schemas.microsoft.com/office/drawing/2014/main" id="{30FEB964-EE49-40EB-94EC-37695A09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75819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messages = [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SystemMessage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pirate museum guide."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"Hello!"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"Ahoy, visitor!"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"Can you help me explore?"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messages: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message.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pretty_print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6" name="c3-text-326">
            <a:extLst xmlns:a="http://schemas.openxmlformats.org/drawingml/2006/main">
              <a:ext uri="{FF2B5EF4-FFF2-40B4-BE49-F238E27FC236}">
                <a16:creationId xmlns:a16="http://schemas.microsoft.com/office/drawing/2014/main" id="{05D3F787-6DA6-4012-A361-401AE764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692080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50">
            <a:extLst xmlns:a="http://schemas.openxmlformats.org/drawingml/2006/main">
              <a:ext uri="{FF2B5EF4-FFF2-40B4-BE49-F238E27FC236}">
                <a16:creationId xmlns:a16="http://schemas.microsoft.com/office/drawing/2014/main" id="{767BDF51-68DA-4649-9B3F-6E1B3CCA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1">
            <a:extLst xmlns:a="http://schemas.openxmlformats.org/drawingml/2006/main">
              <a:ext uri="{FF2B5EF4-FFF2-40B4-BE49-F238E27FC236}">
                <a16:creationId xmlns:a16="http://schemas.microsoft.com/office/drawing/2014/main" id="{D07CCEA6-2040-4AB7-B252-295FF468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 Templates: Static and Dynamic Parts [6]</a:t>
            </a:r>
          </a:p>
        </p:txBody>
      </p:sp>
      <p:sp>
        <p:nvSpPr>
          <p:cNvPr id="3" name="c3-text-152">
            <a:extLst xmlns:a="http://schemas.openxmlformats.org/drawingml/2006/main">
              <a:ext uri="{FF2B5EF4-FFF2-40B4-BE49-F238E27FC236}">
                <a16:creationId xmlns:a16="http://schemas.microsoft.com/office/drawing/2014/main" id="{3B88CF8E-9F17-4C05-A304-22F8689F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0D976F16-3C3A-42BE-8EC3-1F746DFC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79248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54">
            <a:extLst xmlns:a="http://schemas.openxmlformats.org/drawingml/2006/main">
              <a:ext uri="{FF2B5EF4-FFF2-40B4-BE49-F238E27FC236}">
                <a16:creationId xmlns:a16="http://schemas.microsoft.com/office/drawing/2014/main" id="{FC1F6965-287F-4BA7-95CF-4CC1AD52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95475"/>
            <a:ext cx="75819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system_template = SystemMessagePromptTemplate.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{character}. Speak in a {style} style."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message = system_template.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character=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"PippoBot"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style=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"pirate"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c3-shape-155">
            <a:extLst xmlns:a="http://schemas.openxmlformats.org/drawingml/2006/main">
              <a:ext uri="{FF2B5EF4-FFF2-40B4-BE49-F238E27FC236}">
                <a16:creationId xmlns:a16="http://schemas.microsoft.com/office/drawing/2014/main" id="{6B9BC68A-AFA2-48AD-A8F3-82102157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56">
            <a:extLst xmlns:a="http://schemas.openxmlformats.org/drawingml/2006/main">
              <a:ext uri="{FF2B5EF4-FFF2-40B4-BE49-F238E27FC236}">
                <a16:creationId xmlns:a16="http://schemas.microsoft.com/office/drawing/2014/main" id="{AFC1D34B-012F-490B-8B7D-6A375895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Fixed text stays the same; braces mark values supplied at each call.</a:t>
            </a:r>
          </a:p>
        </p:txBody>
      </p:sp>
      <p:sp>
        <p:nvSpPr>
          <p:cNvPr id="8" name="c3-text-327">
            <a:extLst xmlns:a="http://schemas.openxmlformats.org/drawingml/2006/main">
              <a:ext uri="{FF2B5EF4-FFF2-40B4-BE49-F238E27FC236}">
                <a16:creationId xmlns:a16="http://schemas.microsoft.com/office/drawing/2014/main" id="{F804856B-1DB5-4082-9E63-9EAB57E1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379659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57">
            <a:extLst xmlns:a="http://schemas.openxmlformats.org/drawingml/2006/main">
              <a:ext uri="{FF2B5EF4-FFF2-40B4-BE49-F238E27FC236}">
                <a16:creationId xmlns:a16="http://schemas.microsoft.com/office/drawing/2014/main" id="{F8CF1E5F-8D80-4E06-B0BC-7AD0A7F5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8">
            <a:extLst xmlns:a="http://schemas.openxmlformats.org/drawingml/2006/main">
              <a:ext uri="{FF2B5EF4-FFF2-40B4-BE49-F238E27FC236}">
                <a16:creationId xmlns:a16="http://schemas.microsoft.com/office/drawing/2014/main" id="{79B1C2B0-631F-4974-A81D-826BF12A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One Dictionary Fills the Chat Prompt [6]</a:t>
            </a:r>
          </a:p>
        </p:txBody>
      </p:sp>
      <p:sp>
        <p:nvSpPr>
          <p:cNvPr id="3" name="c3-text-159">
            <a:extLst xmlns:a="http://schemas.openxmlformats.org/drawingml/2006/main">
              <a:ext uri="{FF2B5EF4-FFF2-40B4-BE49-F238E27FC236}">
                <a16:creationId xmlns:a16="http://schemas.microsoft.com/office/drawing/2014/main" id="{1F7C85CE-B0F0-4814-BC72-C77E2F5F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97AE9E83-83AC-49C9-BDB8-39E545C1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61">
            <a:extLst xmlns:a="http://schemas.openxmlformats.org/drawingml/2006/main">
              <a:ext uri="{FF2B5EF4-FFF2-40B4-BE49-F238E27FC236}">
                <a16:creationId xmlns:a16="http://schemas.microsoft.com/office/drawing/2014/main" id="{667E0E4B-2399-4E8C-B803-437EF0AC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0225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chat_prompt = ChatPromptTemplate.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system_template, human_template,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values = {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"character"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"PippoBot"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"style"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"pirate"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"user_input"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"Can you help me explore?"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chat_chain = chat_prompt | text_chain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chat_chain.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(values)</a:t>
            </a:r>
          </a:p>
        </p:txBody>
      </p:sp>
      <p:sp>
        <p:nvSpPr>
          <p:cNvPr id="6" name="c3-shape-162">
            <a:extLst xmlns:a="http://schemas.openxmlformats.org/drawingml/2006/main">
              <a:ext uri="{FF2B5EF4-FFF2-40B4-BE49-F238E27FC236}">
                <a16:creationId xmlns:a16="http://schemas.microsoft.com/office/drawing/2014/main" id="{A709A446-9746-4776-BBBE-995060EC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63">
            <a:extLst xmlns:a="http://schemas.openxmlformats.org/drawingml/2006/main">
              <a:ext uri="{FF2B5EF4-FFF2-40B4-BE49-F238E27FC236}">
                <a16:creationId xmlns:a16="http://schemas.microsoft.com/office/drawing/2014/main" id="{D1D93CAA-8535-491E-BDD3-431464C0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dictionary fills the variables in all message templates.</a:t>
            </a:r>
          </a:p>
        </p:txBody>
      </p:sp>
      <p:sp>
        <p:nvSpPr>
          <p:cNvPr id="8" name="c3-text-328">
            <a:extLst xmlns:a="http://schemas.openxmlformats.org/drawingml/2006/main">
              <a:ext uri="{FF2B5EF4-FFF2-40B4-BE49-F238E27FC236}">
                <a16:creationId xmlns:a16="http://schemas.microsoft.com/office/drawing/2014/main" id="{49A6A32F-6F86-419F-9104-9F63F710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419492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64">
            <a:extLst xmlns:a="http://schemas.openxmlformats.org/drawingml/2006/main">
              <a:ext uri="{FF2B5EF4-FFF2-40B4-BE49-F238E27FC236}">
                <a16:creationId xmlns:a16="http://schemas.microsoft.com/office/drawing/2014/main" id="{C1311869-B1E9-479D-98C6-5078048D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5">
            <a:extLst xmlns:a="http://schemas.openxmlformats.org/drawingml/2006/main">
              <a:ext uri="{FF2B5EF4-FFF2-40B4-BE49-F238E27FC236}">
                <a16:creationId xmlns:a16="http://schemas.microsoft.com/office/drawing/2014/main" id="{75A960E0-2839-4450-AEEE-082DC2F5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Guardrail with Chat Templates</a:t>
            </a:r>
          </a:p>
        </p:txBody>
      </p:sp>
      <p:sp>
        <p:nvSpPr>
          <p:cNvPr id="3" name="c3-text-166">
            <a:extLst xmlns:a="http://schemas.openxmlformats.org/drawingml/2006/main">
              <a:ext uri="{FF2B5EF4-FFF2-40B4-BE49-F238E27FC236}">
                <a16:creationId xmlns:a16="http://schemas.microsoft.com/office/drawing/2014/main" id="{28998D51-A3E9-4E28-A235-45DA34CE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67">
            <a:extLst xmlns:a="http://schemas.openxmlformats.org/drawingml/2006/main">
              <a:ext uri="{FF2B5EF4-FFF2-40B4-BE49-F238E27FC236}">
                <a16:creationId xmlns:a16="http://schemas.microsoft.com/office/drawing/2014/main" id="{72FD9358-E1B9-494B-9D53-AD965A71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3771900" cy="2009775"/>
          </a:xfrm>
          <a:prstGeom xmlns:a="http://schemas.openxmlformats.org/drawingml/2006/main" prst="roundRect">
            <a:avLst>
              <a:gd name="adj" fmla="val 379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68">
            <a:extLst xmlns:a="http://schemas.openxmlformats.org/drawingml/2006/main">
              <a:ext uri="{FF2B5EF4-FFF2-40B4-BE49-F238E27FC236}">
                <a16:creationId xmlns:a16="http://schemas.microsoft.com/office/drawing/2014/main" id="{6A5C6E5E-A2B5-40D4-98CE-73D39171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69">
            <a:extLst xmlns:a="http://schemas.openxmlformats.org/drawingml/2006/main">
              <a:ext uri="{FF2B5EF4-FFF2-40B4-BE49-F238E27FC236}">
                <a16:creationId xmlns:a16="http://schemas.microsoft.com/office/drawing/2014/main" id="{9B860AB6-0C3E-47CF-8ABF-51A155DE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System: fixed rules</a:t>
            </a:r>
          </a:p>
        </p:txBody>
      </p:sp>
      <p:sp>
        <p:nvSpPr>
          <p:cNvPr id="7" name="c3-text-170">
            <a:extLst xmlns:a="http://schemas.openxmlformats.org/drawingml/2006/main">
              <a:ext uri="{FF2B5EF4-FFF2-40B4-BE49-F238E27FC236}">
                <a16:creationId xmlns:a16="http://schemas.microsoft.com/office/drawing/2014/main" id="{7796FBB7-5488-4686-998C-3527212B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33909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If the text discusses football,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 with the refusal.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Otherwise, keep it unchanged.</a:t>
            </a:r>
          </a:p>
        </p:txBody>
      </p:sp>
      <p:sp>
        <p:nvSpPr>
          <p:cNvPr id="8" name="c3-shape-171">
            <a:extLst xmlns:a="http://schemas.openxmlformats.org/drawingml/2006/main">
              <a:ext uri="{FF2B5EF4-FFF2-40B4-BE49-F238E27FC236}">
                <a16:creationId xmlns:a16="http://schemas.microsoft.com/office/drawing/2014/main" id="{AFE4CF22-86BF-45F6-80DA-FC9CF3E9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47875"/>
            <a:ext cx="3771900" cy="2009775"/>
          </a:xfrm>
          <a:prstGeom xmlns:a="http://schemas.openxmlformats.org/drawingml/2006/main" prst="roundRect">
            <a:avLst>
              <a:gd name="adj" fmla="val 379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72">
            <a:extLst xmlns:a="http://schemas.openxmlformats.org/drawingml/2006/main">
              <a:ext uri="{FF2B5EF4-FFF2-40B4-BE49-F238E27FC236}">
                <a16:creationId xmlns:a16="http://schemas.microsoft.com/office/drawing/2014/main" id="{52FF92D5-B4A6-479A-B95F-E8521E98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98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73">
            <a:extLst xmlns:a="http://schemas.openxmlformats.org/drawingml/2006/main">
              <a:ext uri="{FF2B5EF4-FFF2-40B4-BE49-F238E27FC236}">
                <a16:creationId xmlns:a16="http://schemas.microsoft.com/office/drawing/2014/main" id="{A6EC471B-4FAE-4C1E-8C7D-BB3D682E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Human: dynamic text</a:t>
            </a:r>
          </a:p>
        </p:txBody>
      </p:sp>
      <p:sp>
        <p:nvSpPr>
          <p:cNvPr id="11" name="c3-text-174">
            <a:extLst xmlns:a="http://schemas.openxmlformats.org/drawingml/2006/main">
              <a:ext uri="{FF2B5EF4-FFF2-40B4-BE49-F238E27FC236}">
                <a16:creationId xmlns:a16="http://schemas.microsoft.com/office/drawing/2014/main" id="{70F754B9-5E87-41ED-9806-09A5184D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33909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{text}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answer from the first LLM.</a:t>
            </a:r>
          </a:p>
        </p:txBody>
      </p:sp>
      <p:sp>
        <p:nvSpPr>
          <p:cNvPr id="12" name="c3-shape-175">
            <a:extLst xmlns:a="http://schemas.openxmlformats.org/drawingml/2006/main">
              <a:ext uri="{FF2B5EF4-FFF2-40B4-BE49-F238E27FC236}">
                <a16:creationId xmlns:a16="http://schemas.microsoft.com/office/drawing/2014/main" id="{DA85BD3D-BB9A-46AB-B574-613274F7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76">
            <a:extLst xmlns:a="http://schemas.openxmlformats.org/drawingml/2006/main">
              <a:ext uri="{FF2B5EF4-FFF2-40B4-BE49-F238E27FC236}">
                <a16:creationId xmlns:a16="http://schemas.microsoft.com/office/drawing/2014/main" id="{A9C98CC7-450A-4708-980D-26FC0745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review_chain.invoke({"text": "The football match ended 2-0."})</a:t>
            </a:r>
          </a:p>
        </p:txBody>
      </p:sp>
      <p:sp>
        <p:nvSpPr>
          <p:cNvPr id="14" name="c3-text-329">
            <a:extLst xmlns:a="http://schemas.openxmlformats.org/drawingml/2006/main">
              <a:ext uri="{FF2B5EF4-FFF2-40B4-BE49-F238E27FC236}">
                <a16:creationId xmlns:a16="http://schemas.microsoft.com/office/drawing/2014/main" id="{FD0EF6C6-88D8-400E-88A0-F15D7948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036200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77">
            <a:extLst xmlns:a="http://schemas.openxmlformats.org/drawingml/2006/main">
              <a:ext uri="{FF2B5EF4-FFF2-40B4-BE49-F238E27FC236}">
                <a16:creationId xmlns:a16="http://schemas.microsoft.com/office/drawing/2014/main" id="{8BC4331A-87DB-4F39-B8B6-199A90FF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8">
            <a:extLst xmlns:a="http://schemas.openxmlformats.org/drawingml/2006/main">
              <a:ext uri="{FF2B5EF4-FFF2-40B4-BE49-F238E27FC236}">
                <a16:creationId xmlns:a16="http://schemas.microsoft.com/office/drawing/2014/main" id="{9ABA8C70-D9E3-4D46-815C-5841C12E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Style and Current Time</a:t>
            </a:r>
          </a:p>
        </p:txBody>
      </p:sp>
      <p:sp>
        <p:nvSpPr>
          <p:cNvPr id="3" name="c3-text-179">
            <a:extLst xmlns:a="http://schemas.openxmlformats.org/drawingml/2006/main">
              <a:ext uri="{FF2B5EF4-FFF2-40B4-BE49-F238E27FC236}">
                <a16:creationId xmlns:a16="http://schemas.microsoft.com/office/drawing/2014/main" id="{61DB706B-E016-40B1-92C9-B170FA2F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BEFD35C7-341B-41D0-8031-92ED5946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771900" cy="1895475"/>
          </a:xfrm>
          <a:prstGeom xmlns:a="http://schemas.openxmlformats.org/drawingml/2006/main" prst="roundRect">
            <a:avLst>
              <a:gd name="adj" fmla="val 402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C14B8018-592B-4F96-893F-886D0C27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82">
            <a:extLst xmlns:a="http://schemas.openxmlformats.org/drawingml/2006/main">
              <a:ext uri="{FF2B5EF4-FFF2-40B4-BE49-F238E27FC236}">
                <a16:creationId xmlns:a16="http://schemas.microsoft.com/office/drawing/2014/main" id="{5ABDA037-0919-48C7-9745-854600AA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36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Tune the prompt</a:t>
            </a:r>
          </a:p>
        </p:txBody>
      </p:sp>
      <p:sp>
        <p:nvSpPr>
          <p:cNvPr id="7" name="c3-text-183">
            <a:extLst xmlns:a="http://schemas.openxmlformats.org/drawingml/2006/main">
              <a:ext uri="{FF2B5EF4-FFF2-40B4-BE49-F238E27FC236}">
                <a16:creationId xmlns:a16="http://schemas.microsoft.com/office/drawing/2014/main" id="{30AB11B9-0490-4B7C-AFAF-8544337E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76525"/>
            <a:ext cx="33909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how the bot should speak.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 templates fill style and time.</a:t>
            </a:r>
          </a:p>
        </p:txBody>
      </p:sp>
      <p:sp>
        <p:nvSpPr>
          <p:cNvPr id="8" name="c3-shape-184">
            <a:extLst xmlns:a="http://schemas.openxmlformats.org/drawingml/2006/main">
              <a:ext uri="{FF2B5EF4-FFF2-40B4-BE49-F238E27FC236}">
                <a16:creationId xmlns:a16="http://schemas.microsoft.com/office/drawing/2014/main" id="{DEAB4424-D93E-4448-A708-91F3A15F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76450"/>
            <a:ext cx="3771900" cy="1895475"/>
          </a:xfrm>
          <a:prstGeom xmlns:a="http://schemas.openxmlformats.org/drawingml/2006/main" prst="roundRect">
            <a:avLst>
              <a:gd name="adj" fmla="val 402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85">
            <a:extLst xmlns:a="http://schemas.openxmlformats.org/drawingml/2006/main">
              <a:ext uri="{FF2B5EF4-FFF2-40B4-BE49-F238E27FC236}">
                <a16:creationId xmlns:a16="http://schemas.microsoft.com/office/drawing/2014/main" id="{1FC3C04C-BB74-43E4-96EF-B4A687E9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383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86">
            <a:extLst xmlns:a="http://schemas.openxmlformats.org/drawingml/2006/main">
              <a:ext uri="{FF2B5EF4-FFF2-40B4-BE49-F238E27FC236}">
                <a16:creationId xmlns:a16="http://schemas.microsoft.com/office/drawing/2014/main" id="{2A23BDA7-C1B4-414C-AEC5-AC5F8F3C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336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Try on the agent</a:t>
            </a:r>
          </a:p>
        </p:txBody>
      </p:sp>
      <p:sp>
        <p:nvSpPr>
          <p:cNvPr id="11" name="c3-text-187">
            <a:extLst xmlns:a="http://schemas.openxmlformats.org/drawingml/2006/main">
              <a:ext uri="{FF2B5EF4-FFF2-40B4-BE49-F238E27FC236}">
                <a16:creationId xmlns:a16="http://schemas.microsoft.com/office/drawing/2014/main" id="{E9C2BB70-D6E9-45B6-9D6E-28CB355B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76525"/>
            <a:ext cx="33909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Copy the style into STYLE_PROMPT.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Restart the server and ask: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"What time is it?"</a:t>
            </a:r>
          </a:p>
        </p:txBody>
      </p:sp>
      <p:sp>
        <p:nvSpPr>
          <p:cNvPr id="12" name="c3-text-188">
            <a:hlinkClick xmlns:r="http://schemas.openxmlformats.org/officeDocument/2006/relationships" xmlns:a="http://schemas.openxmlformats.org/drawingml/2006/main" r:id="R6d75d60ccb144c26"/>
            <a:extLst xmlns:a="http://schemas.openxmlformats.org/drawingml/2006/main">
              <a:ext uri="{FF2B5EF4-FFF2-40B4-BE49-F238E27FC236}">
                <a16:creationId xmlns:a16="http://schemas.microsoft.com/office/drawing/2014/main" id="{94B49B9B-C4D3-4398-ABC4-E949DC7A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01_langchain.ipynb: 3. Conversations and chat prompts</a:t>
            </a:r>
          </a:p>
        </p:txBody>
      </p:sp>
      <p:sp>
        <p:nvSpPr>
          <p:cNvPr id="13" name="c3-text-330">
            <a:extLst xmlns:a="http://schemas.openxmlformats.org/drawingml/2006/main">
              <a:ext uri="{FF2B5EF4-FFF2-40B4-BE49-F238E27FC236}">
                <a16:creationId xmlns:a16="http://schemas.microsoft.com/office/drawing/2014/main" id="{E9B73478-7B27-425A-89CC-537D2873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35156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89">
            <a:extLst xmlns:a="http://schemas.openxmlformats.org/drawingml/2006/main">
              <a:ext uri="{FF2B5EF4-FFF2-40B4-BE49-F238E27FC236}">
                <a16:creationId xmlns:a16="http://schemas.microsoft.com/office/drawing/2014/main" id="{C557C8B2-BAD7-43AB-990B-6C63A6BD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0">
            <a:extLst xmlns:a="http://schemas.openxmlformats.org/drawingml/2006/main">
              <a:ext uri="{FF2B5EF4-FFF2-40B4-BE49-F238E27FC236}">
                <a16:creationId xmlns:a16="http://schemas.microsoft.com/office/drawing/2014/main" id="{2CD47F7C-1DEF-4327-8BCA-2882E8E1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[7]</a:t>
            </a:r>
          </a:p>
        </p:txBody>
      </p:sp>
      <p:sp>
        <p:nvSpPr>
          <p:cNvPr id="3" name="c3-text-191">
            <a:extLst xmlns:a="http://schemas.openxmlformats.org/drawingml/2006/main">
              <a:ext uri="{FF2B5EF4-FFF2-40B4-BE49-F238E27FC236}">
                <a16:creationId xmlns:a16="http://schemas.microsoft.com/office/drawing/2014/main" id="{2A4D470D-7A78-49E0-A4A3-0281686D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Sentiment analysis: return a category the program can use.</a:t>
            </a:r>
          </a:p>
        </p:txBody>
      </p:sp>
      <p:sp>
        <p:nvSpPr>
          <p:cNvPr id="4" name="c3-text-192">
            <a:extLst xmlns:a="http://schemas.openxmlformats.org/drawingml/2006/main">
              <a:ext uri="{FF2B5EF4-FFF2-40B4-BE49-F238E27FC236}">
                <a16:creationId xmlns:a16="http://schemas.microsoft.com/office/drawing/2014/main" id="{EBE9F6CD-27A9-44FB-B2DA-2B22FA8B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5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55020974-6DEB-4F2A-AA48-6F174EB6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7719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shape-194">
            <a:extLst xmlns:a="http://schemas.openxmlformats.org/drawingml/2006/main">
              <a:ext uri="{FF2B5EF4-FFF2-40B4-BE49-F238E27FC236}">
                <a16:creationId xmlns:a16="http://schemas.microsoft.com/office/drawing/2014/main" id="{95CD374D-1002-42D8-AEAF-F26EB807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7" name="c3-text-195">
            <a:extLst xmlns:a="http://schemas.openxmlformats.org/drawingml/2006/main">
              <a:ext uri="{FF2B5EF4-FFF2-40B4-BE49-F238E27FC236}">
                <a16:creationId xmlns:a16="http://schemas.microsoft.com/office/drawing/2014/main" id="{FFF2DC89-FB91-4C8B-A924-FF85A293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479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8" name="c3-text-196">
            <a:extLst xmlns:a="http://schemas.openxmlformats.org/drawingml/2006/main">
              <a:ext uri="{FF2B5EF4-FFF2-40B4-BE49-F238E27FC236}">
                <a16:creationId xmlns:a16="http://schemas.microsoft.com/office/drawing/2014/main" id="{2F1E4245-E808-4F73-B7C9-6325402E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90825"/>
            <a:ext cx="3390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loved the exhibition!</a:t>
            </a:r>
          </a:p>
        </p:txBody>
      </p:sp>
      <p:sp>
        <p:nvSpPr>
          <p:cNvPr id="9" name="c3-shape-197">
            <a:extLst xmlns:a="http://schemas.openxmlformats.org/drawingml/2006/main">
              <a:ext uri="{FF2B5EF4-FFF2-40B4-BE49-F238E27FC236}">
                <a16:creationId xmlns:a16="http://schemas.microsoft.com/office/drawing/2014/main" id="{C1BE5C63-0DC7-4E3F-A470-882A43AE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90750"/>
            <a:ext cx="37719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0" name="c3-text-198">
            <a:extLst xmlns:a="http://schemas.openxmlformats.org/drawingml/2006/main">
              <a:ext uri="{FF2B5EF4-FFF2-40B4-BE49-F238E27FC236}">
                <a16:creationId xmlns:a16="http://schemas.microsoft.com/office/drawing/2014/main" id="{5DBD17A5-A27A-4AF1-87D4-6183AA84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24100"/>
            <a:ext cx="3429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"sentiment"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"POSITIVE"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1" name="c3-shape-199">
            <a:extLst xmlns:a="http://schemas.openxmlformats.org/drawingml/2006/main">
              <a:ext uri="{FF2B5EF4-FFF2-40B4-BE49-F238E27FC236}">
                <a16:creationId xmlns:a16="http://schemas.microsoft.com/office/drawing/2014/main" id="{EB103F19-7386-46DD-9383-F263314B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2" name="c3-text-200">
            <a:extLst xmlns:a="http://schemas.openxmlformats.org/drawingml/2006/main">
              <a:ext uri="{FF2B5EF4-FFF2-40B4-BE49-F238E27FC236}">
                <a16:creationId xmlns:a16="http://schemas.microsoft.com/office/drawing/2014/main" id="{9D597B86-3BAD-4D46-8F26-72553BC6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schema specifies the fields and their types.</a:t>
            </a:r>
          </a:p>
        </p:txBody>
      </p:sp>
      <p:sp>
        <p:nvSpPr>
          <p:cNvPr id="13" name="c3-text-331">
            <a:extLst xmlns:a="http://schemas.openxmlformats.org/drawingml/2006/main">
              <a:ext uri="{FF2B5EF4-FFF2-40B4-BE49-F238E27FC236}">
                <a16:creationId xmlns:a16="http://schemas.microsoft.com/office/drawing/2014/main" id="{63AC2890-0E6B-4789-8157-A6D804D5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295912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01">
            <a:extLst xmlns:a="http://schemas.openxmlformats.org/drawingml/2006/main">
              <a:ext uri="{FF2B5EF4-FFF2-40B4-BE49-F238E27FC236}">
                <a16:creationId xmlns:a16="http://schemas.microsoft.com/office/drawing/2014/main" id="{A1EC2508-09AC-469E-B4BE-0B6CC475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2">
            <a:extLst xmlns:a="http://schemas.openxmlformats.org/drawingml/2006/main">
              <a:ext uri="{FF2B5EF4-FFF2-40B4-BE49-F238E27FC236}">
                <a16:creationId xmlns:a16="http://schemas.microsoft.com/office/drawing/2014/main" id="{68249718-3765-46FF-8D26-237F0744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Format Instructions for Every Schema</a:t>
            </a:r>
          </a:p>
        </p:txBody>
      </p:sp>
      <p:sp>
        <p:nvSpPr>
          <p:cNvPr id="3" name="c3-text-203">
            <a:extLst xmlns:a="http://schemas.openxmlformats.org/drawingml/2006/main">
              <a:ext uri="{FF2B5EF4-FFF2-40B4-BE49-F238E27FC236}">
                <a16:creationId xmlns:a16="http://schemas.microsoft.com/office/drawing/2014/main" id="{E39ECFB8-AEBC-4E16-9CB0-164C47FE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text-204">
            <a:extLst xmlns:a="http://schemas.openxmlformats.org/drawingml/2006/main">
              <a:ext uri="{FF2B5EF4-FFF2-40B4-BE49-F238E27FC236}">
                <a16:creationId xmlns:a16="http://schemas.microsoft.com/office/drawing/2014/main" id="{F9B6006D-B246-4482-A357-FF421635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Add schema fields and allowed values to the system message.</a:t>
            </a:r>
          </a:p>
        </p:txBody>
      </p:sp>
      <p:sp>
        <p:nvSpPr>
          <p:cNvPr id="5" name="c3-shape-205">
            <a:extLst xmlns:a="http://schemas.openxmlformats.org/drawingml/2006/main">
              <a:ext uri="{FF2B5EF4-FFF2-40B4-BE49-F238E27FC236}">
                <a16:creationId xmlns:a16="http://schemas.microsoft.com/office/drawing/2014/main" id="{5646C4D9-FFE9-42FC-BFC9-A1B75301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924800" cy="1857375"/>
          </a:xfrm>
          <a:prstGeom xmlns:a="http://schemas.openxmlformats.org/drawingml/2006/main" prst="roundRect">
            <a:avLst>
              <a:gd name="adj" fmla="val 410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06">
            <a:extLst xmlns:a="http://schemas.openxmlformats.org/drawingml/2006/main">
              <a:ext uri="{FF2B5EF4-FFF2-40B4-BE49-F238E27FC236}">
                <a16:creationId xmlns:a16="http://schemas.microsoft.com/office/drawing/2014/main" id="{8A9F6ABF-F34E-41C8-94EE-F60813C2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7581900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format_instructions = json.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dumps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(Sentiment.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model_json_schema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schema_template = SystemMessagePromptTemplate.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"{format_instructions}"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schema_template.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(format_instructions=format_instructions)</a:t>
            </a:r>
          </a:p>
        </p:txBody>
      </p:sp>
      <p:sp>
        <p:nvSpPr>
          <p:cNvPr id="7" name="c3-text-207">
            <a:extLst xmlns:a="http://schemas.openxmlformats.org/drawingml/2006/main">
              <a:ext uri="{FF2B5EF4-FFF2-40B4-BE49-F238E27FC236}">
                <a16:creationId xmlns:a16="http://schemas.microsoft.com/office/drawing/2014/main" id="{8F262A55-9C5A-4BF5-A98C-C018CBA7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Then classify an email as SUPPORT, SALES or SPAM.</a:t>
            </a:r>
          </a:p>
        </p:txBody>
      </p:sp>
      <p:sp>
        <p:nvSpPr>
          <p:cNvPr id="8" name="c3-text-208">
            <a:hlinkClick xmlns:r="http://schemas.openxmlformats.org/officeDocument/2006/relationships" xmlns:a="http://schemas.openxmlformats.org/drawingml/2006/main" r:id="R200e424628194f38"/>
            <a:extLst xmlns:a="http://schemas.openxmlformats.org/drawingml/2006/main">
              <a:ext uri="{FF2B5EF4-FFF2-40B4-BE49-F238E27FC236}">
                <a16:creationId xmlns:a16="http://schemas.microsoft.com/office/drawing/2014/main" id="{C70FF96E-A592-46CE-A49F-378ACBA7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1. Sentiment, format instructions and email</a:t>
            </a:r>
          </a:p>
        </p:txBody>
      </p:sp>
      <p:sp>
        <p:nvSpPr>
          <p:cNvPr id="9" name="c3-text-332">
            <a:extLst xmlns:a="http://schemas.openxmlformats.org/drawingml/2006/main">
              <a:ext uri="{FF2B5EF4-FFF2-40B4-BE49-F238E27FC236}">
                <a16:creationId xmlns:a16="http://schemas.microsoft.com/office/drawing/2014/main" id="{6E7EF95D-5C58-47C2-9EA0-F8CAE383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2519142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3-text-209">
            <a:extLst xmlns:a="http://schemas.openxmlformats.org/drawingml/2006/main">
              <a:ext uri="{FF2B5EF4-FFF2-40B4-BE49-F238E27FC236}">
                <a16:creationId xmlns:a16="http://schemas.microsoft.com/office/drawing/2014/main" id="{82AD28D3-45EA-4ACE-800D-137FE962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0">
            <a:extLst xmlns:a="http://schemas.openxmlformats.org/drawingml/2006/main">
              <a:ext uri="{FF2B5EF4-FFF2-40B4-BE49-F238E27FC236}">
                <a16:creationId xmlns:a16="http://schemas.microsoft.com/office/drawing/2014/main" id="{3D2CD4D4-778C-4978-84C9-4B28BE50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Several Labels in One Response</a:t>
            </a:r>
          </a:p>
        </p:txBody>
      </p:sp>
      <p:sp>
        <p:nvSpPr>
          <p:cNvPr id="3" name="c3-text-211">
            <a:extLst xmlns:a="http://schemas.openxmlformats.org/drawingml/2006/main">
              <a:ext uri="{FF2B5EF4-FFF2-40B4-BE49-F238E27FC236}">
                <a16:creationId xmlns:a16="http://schemas.microsoft.com/office/drawing/2014/main" id="{DDE6A8F1-5D7A-4543-AAA1-8B34597A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212">
            <a:extLst xmlns:a="http://schemas.openxmlformats.org/drawingml/2006/main">
              <a:ext uri="{FF2B5EF4-FFF2-40B4-BE49-F238E27FC236}">
                <a16:creationId xmlns:a16="http://schemas.microsoft.com/office/drawing/2014/main" id="{BA32FB1B-CE25-4A55-AED0-505456A4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657600" cy="2162175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13">
            <a:extLst xmlns:a="http://schemas.openxmlformats.org/drawingml/2006/main">
              <a:ext uri="{FF2B5EF4-FFF2-40B4-BE49-F238E27FC236}">
                <a16:creationId xmlns:a16="http://schemas.microsoft.com/office/drawing/2014/main" id="{EED08D2E-2ADF-4E28-8CB5-9D084ECC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14">
            <a:extLst xmlns:a="http://schemas.openxmlformats.org/drawingml/2006/main">
              <a:ext uri="{FF2B5EF4-FFF2-40B4-BE49-F238E27FC236}">
                <a16:creationId xmlns:a16="http://schemas.microsoft.com/office/drawing/2014/main" id="{08680B64-547F-4189-B2C1-C62CEBB9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Requests</a:t>
            </a:r>
          </a:p>
        </p:txBody>
      </p:sp>
      <p:sp>
        <p:nvSpPr>
          <p:cNvPr id="7" name="c3-text-215">
            <a:extLst xmlns:a="http://schemas.openxmlformats.org/drawingml/2006/main">
              <a:ext uri="{FF2B5EF4-FFF2-40B4-BE49-F238E27FC236}">
                <a16:creationId xmlns:a16="http://schemas.microsoft.com/office/drawing/2014/main" id="{06782D3D-47FD-45E4-9B41-04A08F4F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32766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Where is the cafe?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When do you close?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much is a ticket?</a:t>
            </a:r>
          </a:p>
        </p:txBody>
      </p:sp>
      <p:sp>
        <p:nvSpPr>
          <p:cNvPr id="8" name="c3-shape-216">
            <a:extLst xmlns:a="http://schemas.openxmlformats.org/drawingml/2006/main">
              <a:ext uri="{FF2B5EF4-FFF2-40B4-BE49-F238E27FC236}">
                <a16:creationId xmlns:a16="http://schemas.microsoft.com/office/drawing/2014/main" id="{F9B4A547-1A39-4392-9380-7C8A1351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57525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shape-217">
            <a:extLst xmlns:a="http://schemas.openxmlformats.org/drawingml/2006/main">
              <a:ext uri="{FF2B5EF4-FFF2-40B4-BE49-F238E27FC236}">
                <a16:creationId xmlns:a16="http://schemas.microsoft.com/office/drawing/2014/main" id="{1089B5CF-DC46-4864-BF6C-7915CF6C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95500"/>
            <a:ext cx="3657600" cy="2162175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0" name="c3-text-218">
            <a:extLst xmlns:a="http://schemas.openxmlformats.org/drawingml/2006/main">
              <a:ext uri="{FF2B5EF4-FFF2-40B4-BE49-F238E27FC236}">
                <a16:creationId xmlns:a16="http://schemas.microsoft.com/office/drawing/2014/main" id="{CC3C4469-F40D-40DE-BFF4-8900F6A7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28850"/>
            <a:ext cx="331470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labels = [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"DIRECTIONS"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"HOURS"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"TICKETS"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</a:t>
            </a:r>
          </a:p>
        </p:txBody>
      </p:sp>
      <p:sp>
        <p:nvSpPr>
          <p:cNvPr id="11" name="c3-text-219">
            <a:extLst xmlns:a="http://schemas.openxmlformats.org/drawingml/2006/main">
              <a:ext uri="{FF2B5EF4-FFF2-40B4-BE49-F238E27FC236}">
                <a16:creationId xmlns:a16="http://schemas.microsoft.com/office/drawing/2014/main" id="{36D7AA87-C72D-46EA-82D2-D5BBD623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One list of requests, one model call, labels in the same order.</a:t>
            </a:r>
          </a:p>
        </p:txBody>
      </p:sp>
      <p:sp>
        <p:nvSpPr>
          <p:cNvPr id="12" name="c3-text-333">
            <a:extLst xmlns:a="http://schemas.openxmlformats.org/drawingml/2006/main">
              <a:ext uri="{FF2B5EF4-FFF2-40B4-BE49-F238E27FC236}">
                <a16:creationId xmlns:a16="http://schemas.microsoft.com/office/drawing/2014/main" id="{35852E77-B614-4B54-9873-4BC44BC7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2639397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220">
            <a:extLst xmlns:a="http://schemas.openxmlformats.org/drawingml/2006/main">
              <a:ext uri="{FF2B5EF4-FFF2-40B4-BE49-F238E27FC236}">
                <a16:creationId xmlns:a16="http://schemas.microsoft.com/office/drawing/2014/main" id="{5AA2CF40-843A-4FEC-95F2-E1A5FA9B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21">
            <a:extLst xmlns:a="http://schemas.openxmlformats.org/drawingml/2006/main">
              <a:ext uri="{FF2B5EF4-FFF2-40B4-BE49-F238E27FC236}">
                <a16:creationId xmlns:a16="http://schemas.microsoft.com/office/drawing/2014/main" id="{376AE55C-5C65-4ADC-AB8D-D310D52B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Tune the Classifier Prompt</a:t>
            </a:r>
          </a:p>
        </p:txBody>
      </p:sp>
      <p:sp>
        <p:nvSpPr>
          <p:cNvPr id="3" name="c3-text-222">
            <a:extLst xmlns:a="http://schemas.openxmlformats.org/drawingml/2006/main">
              <a:ext uri="{FF2B5EF4-FFF2-40B4-BE49-F238E27FC236}">
                <a16:creationId xmlns:a16="http://schemas.microsoft.com/office/drawing/2014/main" id="{66B44812-2C58-4007-AED8-5231D957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223">
            <a:extLst xmlns:a="http://schemas.openxmlformats.org/drawingml/2006/main">
              <a:ext uri="{FF2B5EF4-FFF2-40B4-BE49-F238E27FC236}">
                <a16:creationId xmlns:a16="http://schemas.microsoft.com/office/drawing/2014/main" id="{1EACECCA-5224-4D50-AFE5-720200B2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37719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4">
            <a:extLst xmlns:a="http://schemas.openxmlformats.org/drawingml/2006/main">
              <a:ext uri="{FF2B5EF4-FFF2-40B4-BE49-F238E27FC236}">
                <a16:creationId xmlns:a16="http://schemas.microsoft.com/office/drawing/2014/main" id="{22B6302B-0AB9-4C07-86EF-437079A1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25">
            <a:extLst xmlns:a="http://schemas.openxmlformats.org/drawingml/2006/main">
              <a:ext uri="{FF2B5EF4-FFF2-40B4-BE49-F238E27FC236}">
                <a16:creationId xmlns:a16="http://schemas.microsoft.com/office/drawing/2014/main" id="{EFC027B4-32ED-4E6A-8851-3D0CAB2A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15 requests</a:t>
            </a:r>
          </a:p>
        </p:txBody>
      </p:sp>
      <p:sp>
        <p:nvSpPr>
          <p:cNvPr id="7" name="c3-text-226">
            <a:extLst xmlns:a="http://schemas.openxmlformats.org/drawingml/2006/main">
              <a:ext uri="{FF2B5EF4-FFF2-40B4-BE49-F238E27FC236}">
                <a16:creationId xmlns:a16="http://schemas.microsoft.com/office/drawing/2014/main" id="{74F658DB-45E9-4C65-95BC-10A42753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33909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One dataset, one model call.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the wrong predictions.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Tune prompt and description.</a:t>
            </a:r>
          </a:p>
        </p:txBody>
      </p:sp>
      <p:sp>
        <p:nvSpPr>
          <p:cNvPr id="8" name="c3-shape-227">
            <a:extLst xmlns:a="http://schemas.openxmlformats.org/drawingml/2006/main">
              <a:ext uri="{FF2B5EF4-FFF2-40B4-BE49-F238E27FC236}">
                <a16:creationId xmlns:a16="http://schemas.microsoft.com/office/drawing/2014/main" id="{9B90B0F4-4CBA-4100-BEC9-FF7417E2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85975"/>
            <a:ext cx="37719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28">
            <a:extLst xmlns:a="http://schemas.openxmlformats.org/drawingml/2006/main">
              <a:ext uri="{FF2B5EF4-FFF2-40B4-BE49-F238E27FC236}">
                <a16:creationId xmlns:a16="http://schemas.microsoft.com/office/drawing/2014/main" id="{14CCC9F4-22A4-43E7-803F-4B947901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29">
            <a:extLst xmlns:a="http://schemas.openxmlformats.org/drawingml/2006/main">
              <a:ext uri="{FF2B5EF4-FFF2-40B4-BE49-F238E27FC236}">
                <a16:creationId xmlns:a16="http://schemas.microsoft.com/office/drawing/2014/main" id="{730D1CA7-09E2-47D8-AE36-19FC7BDC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One score</a:t>
            </a:r>
          </a:p>
        </p:txBody>
      </p:sp>
      <p:sp>
        <p:nvSpPr>
          <p:cNvPr id="11" name="c3-text-230">
            <a:extLst xmlns:a="http://schemas.openxmlformats.org/drawingml/2006/main">
              <a:ext uri="{FF2B5EF4-FFF2-40B4-BE49-F238E27FC236}">
                <a16:creationId xmlns:a16="http://schemas.microsoft.com/office/drawing/2014/main" id="{C9EF9CC1-BADE-4BB3-B41F-BFCA1E55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33909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labels out of the input.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Rerun the same evaluation.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Aim for the highest accuracy.</a:t>
            </a:r>
          </a:p>
        </p:txBody>
      </p:sp>
      <p:sp>
        <p:nvSpPr>
          <p:cNvPr id="12" name="c3-text-231">
            <a:extLst xmlns:a="http://schemas.openxmlformats.org/drawingml/2006/main">
              <a:ext uri="{FF2B5EF4-FFF2-40B4-BE49-F238E27FC236}">
                <a16:creationId xmlns:a16="http://schemas.microsoft.com/office/drawing/2014/main" id="{C0B80803-8F63-4647-8694-05572F2E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924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code is ready. Tune the prompt and field description.</a:t>
            </a:r>
          </a:p>
        </p:txBody>
      </p:sp>
      <p:sp>
        <p:nvSpPr>
          <p:cNvPr id="13" name="c3-text-334">
            <a:extLst xmlns:a="http://schemas.openxmlformats.org/drawingml/2006/main">
              <a:ext uri="{FF2B5EF4-FFF2-40B4-BE49-F238E27FC236}">
                <a16:creationId xmlns:a16="http://schemas.microsoft.com/office/drawing/2014/main" id="{265EB7E2-3CFE-46FB-930F-A75589C2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5157054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32">
            <a:extLst xmlns:a="http://schemas.openxmlformats.org/drawingml/2006/main">
              <a:ext uri="{FF2B5EF4-FFF2-40B4-BE49-F238E27FC236}">
                <a16:creationId xmlns:a16="http://schemas.microsoft.com/office/drawing/2014/main" id="{D524000E-DA21-480F-BF07-1F41345F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3">
            <a:extLst xmlns:a="http://schemas.openxmlformats.org/drawingml/2006/main">
              <a:ext uri="{FF2B5EF4-FFF2-40B4-BE49-F238E27FC236}">
                <a16:creationId xmlns:a16="http://schemas.microsoft.com/office/drawing/2014/main" id="{7DF2340E-393E-4D05-A595-EE3ACAB2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Errors and Improve Accuracy</a:t>
            </a:r>
          </a:p>
        </p:txBody>
      </p:sp>
      <p:sp>
        <p:nvSpPr>
          <p:cNvPr id="3" name="c3-text-234">
            <a:extLst xmlns:a="http://schemas.openxmlformats.org/drawingml/2006/main">
              <a:ext uri="{FF2B5EF4-FFF2-40B4-BE49-F238E27FC236}">
                <a16:creationId xmlns:a16="http://schemas.microsoft.com/office/drawing/2014/main" id="{A5DF702A-BFF8-44E7-8E93-0CD56803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235">
            <a:extLst xmlns:a="http://schemas.openxmlformats.org/drawingml/2006/main">
              <a:ext uri="{FF2B5EF4-FFF2-40B4-BE49-F238E27FC236}">
                <a16:creationId xmlns:a16="http://schemas.microsoft.com/office/drawing/2014/main" id="{3F130180-4436-4E39-8945-BD7DD8F6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236">
            <a:extLst xmlns:a="http://schemas.openxmlformats.org/drawingml/2006/main">
              <a:ext uri="{FF2B5EF4-FFF2-40B4-BE49-F238E27FC236}">
                <a16:creationId xmlns:a16="http://schemas.microsoft.com/office/drawing/2014/main" id="{A1857B99-692D-4846-82FE-DE40D00D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7543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Accuracy = correct predictions / number of requests</a:t>
            </a:r>
          </a:p>
        </p:txBody>
      </p:sp>
      <p:sp>
        <p:nvSpPr>
          <p:cNvPr id="6" name="c3-text-237">
            <a:extLst xmlns:a="http://schemas.openxmlformats.org/drawingml/2006/main">
              <a:ext uri="{FF2B5EF4-FFF2-40B4-BE49-F238E27FC236}">
                <a16:creationId xmlns:a16="http://schemas.microsoft.com/office/drawing/2014/main" id="{D11E8CBF-9B02-422C-8060-A4EB8F71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the errors, tune the prompt, then classify the requests again.</a:t>
            </a:r>
          </a:p>
        </p:txBody>
      </p:sp>
      <p:sp>
        <p:nvSpPr>
          <p:cNvPr id="7" name="c3-text-238">
            <a:hlinkClick xmlns:r="http://schemas.openxmlformats.org/officeDocument/2006/relationships" xmlns:a="http://schemas.openxmlformats.org/drawingml/2006/main" r:id="R6dae464df4a74d4d"/>
            <a:extLst xmlns:a="http://schemas.openxmlformats.org/drawingml/2006/main">
              <a:ext uri="{FF2B5EF4-FFF2-40B4-BE49-F238E27FC236}">
                <a16:creationId xmlns:a16="http://schemas.microsoft.com/office/drawing/2014/main" id="{E2277EEC-EB02-4A51-BDF7-B1294EE8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2. Tune a classifier prompt</a:t>
            </a:r>
          </a:p>
        </p:txBody>
      </p:sp>
      <p:sp>
        <p:nvSpPr>
          <p:cNvPr id="8" name="c3-text-335">
            <a:extLst xmlns:a="http://schemas.openxmlformats.org/drawingml/2006/main">
              <a:ext uri="{FF2B5EF4-FFF2-40B4-BE49-F238E27FC236}">
                <a16:creationId xmlns:a16="http://schemas.microsoft.com/office/drawing/2014/main" id="{880DF9DD-63E7-4283-AFC8-CC1CF4EE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819091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3-text-239">
            <a:extLst xmlns:a="http://schemas.openxmlformats.org/drawingml/2006/main">
              <a:ext uri="{FF2B5EF4-FFF2-40B4-BE49-F238E27FC236}">
                <a16:creationId xmlns:a16="http://schemas.microsoft.com/office/drawing/2014/main" id="{D3FFEE9B-380B-4AD8-96AA-FC05C1F4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0">
            <a:extLst xmlns:a="http://schemas.openxmlformats.org/drawingml/2006/main">
              <a:ext uri="{FF2B5EF4-FFF2-40B4-BE49-F238E27FC236}">
                <a16:creationId xmlns:a16="http://schemas.microsoft.com/office/drawing/2014/main" id="{B043B10D-AA0F-4BF9-8196-F48D5300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Structured Reply Controls the Avatar</a:t>
            </a:r>
          </a:p>
        </p:txBody>
      </p:sp>
      <p:sp>
        <p:nvSpPr>
          <p:cNvPr id="3" name="c3-text-241">
            <a:extLst xmlns:a="http://schemas.openxmlformats.org/drawingml/2006/main">
              <a:ext uri="{FF2B5EF4-FFF2-40B4-BE49-F238E27FC236}">
                <a16:creationId xmlns:a16="http://schemas.microsoft.com/office/drawing/2014/main" id="{563D90EB-B525-481C-A94E-A2ADB590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the fields expected by the server.</a:t>
            </a:r>
          </a:p>
        </p:txBody>
      </p:sp>
      <p:sp>
        <p:nvSpPr>
          <p:cNvPr id="4" name="c3-text-242">
            <a:extLst xmlns:a="http://schemas.openxmlformats.org/drawingml/2006/main">
              <a:ext uri="{FF2B5EF4-FFF2-40B4-BE49-F238E27FC236}">
                <a16:creationId xmlns:a16="http://schemas.microsoft.com/office/drawing/2014/main" id="{125A7A6E-D401-433C-BA44-E1E52FA2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5" name="c3-shape-243">
            <a:extLst xmlns:a="http://schemas.openxmlformats.org/drawingml/2006/main">
              <a:ext uri="{FF2B5EF4-FFF2-40B4-BE49-F238E27FC236}">
                <a16:creationId xmlns:a16="http://schemas.microsoft.com/office/drawing/2014/main" id="{62AEAC25-12AC-4D64-9D3F-3203A99E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4305300" cy="2028825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44">
            <a:extLst xmlns:a="http://schemas.openxmlformats.org/drawingml/2006/main">
              <a:ext uri="{FF2B5EF4-FFF2-40B4-BE49-F238E27FC236}">
                <a16:creationId xmlns:a16="http://schemas.microsoft.com/office/drawing/2014/main" id="{32538DD5-130A-4E82-8A3C-1B2E76C1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76475"/>
            <a:ext cx="39624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"speech_text"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"Welcome!"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"emotion"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"HAPPY"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"expression"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null,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"gesture"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"handup"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c3-shape-245">
            <a:extLst xmlns:a="http://schemas.openxmlformats.org/drawingml/2006/main">
              <a:ext uri="{FF2B5EF4-FFF2-40B4-BE49-F238E27FC236}">
                <a16:creationId xmlns:a16="http://schemas.microsoft.com/office/drawing/2014/main" id="{2F36DDE5-F27B-419F-BF16-4E9FC50D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43125"/>
            <a:ext cx="3314700" cy="2028825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8" name="c3-shape-246">
            <a:extLst xmlns:a="http://schemas.openxmlformats.org/drawingml/2006/main">
              <a:ext uri="{FF2B5EF4-FFF2-40B4-BE49-F238E27FC236}">
                <a16:creationId xmlns:a16="http://schemas.microsoft.com/office/drawing/2014/main" id="{3053C16D-D2CB-43E7-AFFC-B23ABB78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050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text-247">
            <a:extLst xmlns:a="http://schemas.openxmlformats.org/drawingml/2006/main">
              <a:ext uri="{FF2B5EF4-FFF2-40B4-BE49-F238E27FC236}">
                <a16:creationId xmlns:a16="http://schemas.microsoft.com/office/drawing/2014/main" id="{22D6D1D5-19F2-46BD-86F7-3C3050C3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003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Avatar behaviour</a:t>
            </a:r>
          </a:p>
        </p:txBody>
      </p:sp>
      <p:sp>
        <p:nvSpPr>
          <p:cNvPr id="10" name="c3-text-248">
            <a:extLst xmlns:a="http://schemas.openxmlformats.org/drawingml/2006/main">
              <a:ext uri="{FF2B5EF4-FFF2-40B4-BE49-F238E27FC236}">
                <a16:creationId xmlns:a16="http://schemas.microsoft.com/office/drawing/2014/main" id="{378CA69F-26ED-41BA-81FC-A916FBE6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43200"/>
            <a:ext cx="293370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Speak the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emotion and expression.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Perform the gesture.</a:t>
            </a:r>
          </a:p>
        </p:txBody>
      </p:sp>
      <p:sp>
        <p:nvSpPr>
          <p:cNvPr id="11" name="c3-text-336">
            <a:extLst xmlns:a="http://schemas.openxmlformats.org/drawingml/2006/main">
              <a:ext uri="{FF2B5EF4-FFF2-40B4-BE49-F238E27FC236}">
                <a16:creationId xmlns:a16="http://schemas.microsoft.com/office/drawing/2014/main" id="{C0C7BABD-DAE3-4F3F-AF31-03C40A00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8601423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249">
            <a:extLst xmlns:a="http://schemas.openxmlformats.org/drawingml/2006/main">
              <a:ext uri="{FF2B5EF4-FFF2-40B4-BE49-F238E27FC236}">
                <a16:creationId xmlns:a16="http://schemas.microsoft.com/office/drawing/2014/main" id="{387B6275-8555-4650-ACA2-A1799437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0">
            <a:extLst xmlns:a="http://schemas.openxmlformats.org/drawingml/2006/main">
              <a:ext uri="{FF2B5EF4-FFF2-40B4-BE49-F238E27FC236}">
                <a16:creationId xmlns:a16="http://schemas.microsoft.com/office/drawing/2014/main" id="{93512C3A-828B-47E5-9217-3D334542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on the Structured Agent</a:t>
            </a:r>
          </a:p>
        </p:txBody>
      </p:sp>
      <p:sp>
        <p:nvSpPr>
          <p:cNvPr id="3" name="c3-text-251">
            <a:extLst xmlns:a="http://schemas.openxmlformats.org/drawingml/2006/main">
              <a:ext uri="{FF2B5EF4-FFF2-40B4-BE49-F238E27FC236}">
                <a16:creationId xmlns:a16="http://schemas.microsoft.com/office/drawing/2014/main" id="{831937D0-93E0-40DA-B0A2-9023931B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252">
            <a:extLst xmlns:a="http://schemas.openxmlformats.org/drawingml/2006/main">
              <a:ext uri="{FF2B5EF4-FFF2-40B4-BE49-F238E27FC236}">
                <a16:creationId xmlns:a16="http://schemas.microsoft.com/office/drawing/2014/main" id="{C82DFE1B-326F-4558-86AD-B7533A32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377190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53">
            <a:extLst xmlns:a="http://schemas.openxmlformats.org/drawingml/2006/main">
              <a:ext uri="{FF2B5EF4-FFF2-40B4-BE49-F238E27FC236}">
                <a16:creationId xmlns:a16="http://schemas.microsoft.com/office/drawing/2014/main" id="{19910578-8D3D-49CD-9F34-1D73D6D9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54">
            <a:extLst xmlns:a="http://schemas.openxmlformats.org/drawingml/2006/main">
              <a:ext uri="{FF2B5EF4-FFF2-40B4-BE49-F238E27FC236}">
                <a16:creationId xmlns:a16="http://schemas.microsoft.com/office/drawing/2014/main" id="{2429632F-2EA1-4A33-B184-41B0E3D8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Reuse the same pattern</a:t>
            </a:r>
          </a:p>
        </p:txBody>
      </p:sp>
      <p:sp>
        <p:nvSpPr>
          <p:cNvPr id="7" name="c3-text-255">
            <a:extLst xmlns:a="http://schemas.openxmlformats.org/drawingml/2006/main">
              <a:ext uri="{FF2B5EF4-FFF2-40B4-BE49-F238E27FC236}">
                <a16:creationId xmlns:a16="http://schemas.microsoft.com/office/drawing/2014/main" id="{D2AEB2AC-0132-4FD6-A7F5-5077DC2B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33909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ModelReply defines the fields.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supplies its schema.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supplies the request.</a:t>
            </a:r>
          </a:p>
        </p:txBody>
      </p:sp>
      <p:sp>
        <p:nvSpPr>
          <p:cNvPr id="8" name="c3-shape-256">
            <a:extLst xmlns:a="http://schemas.openxmlformats.org/drawingml/2006/main">
              <a:ext uri="{FF2B5EF4-FFF2-40B4-BE49-F238E27FC236}">
                <a16:creationId xmlns:a16="http://schemas.microsoft.com/office/drawing/2014/main" id="{456C70C5-45C0-40F8-BF78-2B511F00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85975"/>
            <a:ext cx="377190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57">
            <a:extLst xmlns:a="http://schemas.openxmlformats.org/drawingml/2006/main">
              <a:ext uri="{FF2B5EF4-FFF2-40B4-BE49-F238E27FC236}">
                <a16:creationId xmlns:a16="http://schemas.microsoft.com/office/drawing/2014/main" id="{540E5B2E-E173-4B02-AE60-F0832041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58">
            <a:extLst xmlns:a="http://schemas.openxmlformats.org/drawingml/2006/main">
              <a:ext uri="{FF2B5EF4-FFF2-40B4-BE49-F238E27FC236}">
                <a16:creationId xmlns:a16="http://schemas.microsoft.com/office/drawing/2014/main" id="{0532425C-1B7D-42F1-B9A1-3F3C9306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Try on the agent</a:t>
            </a:r>
          </a:p>
        </p:txBody>
      </p:sp>
      <p:sp>
        <p:nvSpPr>
          <p:cNvPr id="11" name="c3-text-259">
            <a:extLst xmlns:a="http://schemas.openxmlformats.org/drawingml/2006/main">
              <a:ext uri="{FF2B5EF4-FFF2-40B4-BE49-F238E27FC236}">
                <a16:creationId xmlns:a16="http://schemas.microsoft.com/office/drawing/2014/main" id="{2F109D39-78E7-495A-9BFE-4036B394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33909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Select the structured agent.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welcome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a raised hand.</a:t>
            </a:r>
          </a:p>
        </p:txBody>
      </p:sp>
      <p:sp>
        <p:nvSpPr>
          <p:cNvPr id="12" name="c3-text-260">
            <a:hlinkClick xmlns:r="http://schemas.openxmlformats.org/officeDocument/2006/relationships" xmlns:a="http://schemas.openxmlformats.org/drawingml/2006/main" r:id="R02efeaa3bd1f4d1e"/>
            <a:extLst xmlns:a="http://schemas.openxmlformats.org/drawingml/2006/main">
              <a:ext uri="{FF2B5EF4-FFF2-40B4-BE49-F238E27FC236}">
                <a16:creationId xmlns:a16="http://schemas.microsoft.com/office/drawing/2014/main" id="{1E4FD1F0-227A-42FA-ADB1-78E5FF01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3. A response that controls the avatar</a:t>
            </a:r>
          </a:p>
        </p:txBody>
      </p:sp>
      <p:sp>
        <p:nvSpPr>
          <p:cNvPr id="13" name="c3-text-337">
            <a:extLst xmlns:a="http://schemas.openxmlformats.org/drawingml/2006/main">
              <a:ext uri="{FF2B5EF4-FFF2-40B4-BE49-F238E27FC236}">
                <a16:creationId xmlns:a16="http://schemas.microsoft.com/office/drawing/2014/main" id="{97E86094-9A1D-4155-98F3-3CFF7BEB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1588990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261">
            <a:extLst xmlns:a="http://schemas.openxmlformats.org/drawingml/2006/main">
              <a:ext uri="{FF2B5EF4-FFF2-40B4-BE49-F238E27FC236}">
                <a16:creationId xmlns:a16="http://schemas.microsoft.com/office/drawing/2014/main" id="{16927BD7-E519-4BB9-8AA0-574545B9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2">
            <a:extLst xmlns:a="http://schemas.openxmlformats.org/drawingml/2006/main">
              <a:ext uri="{FF2B5EF4-FFF2-40B4-BE49-F238E27FC236}">
                <a16:creationId xmlns:a16="http://schemas.microsoft.com/office/drawing/2014/main" id="{3C66B7C1-19A8-4A91-A5C6-CE85FEA2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Short-Term Conversation Memory</a:t>
            </a:r>
          </a:p>
        </p:txBody>
      </p:sp>
      <p:sp>
        <p:nvSpPr>
          <p:cNvPr id="3" name="c3-text-263">
            <a:extLst xmlns:a="http://schemas.openxmlformats.org/drawingml/2006/main">
              <a:ext uri="{FF2B5EF4-FFF2-40B4-BE49-F238E27FC236}">
                <a16:creationId xmlns:a16="http://schemas.microsoft.com/office/drawing/2014/main" id="{B8A9AC82-326A-4741-89B4-1FB4FC0D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264">
            <a:extLst xmlns:a="http://schemas.openxmlformats.org/drawingml/2006/main">
              <a:ext uri="{FF2B5EF4-FFF2-40B4-BE49-F238E27FC236}">
                <a16:creationId xmlns:a16="http://schemas.microsoft.com/office/drawing/2014/main" id="{7A0E9F24-2FBB-4AC4-8401-7A783479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7719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65">
            <a:extLst xmlns:a="http://schemas.openxmlformats.org/drawingml/2006/main">
              <a:ext uri="{FF2B5EF4-FFF2-40B4-BE49-F238E27FC236}">
                <a16:creationId xmlns:a16="http://schemas.microsoft.com/office/drawing/2014/main" id="{17D95E67-4245-4B93-8B38-03E1BB63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66">
            <a:extLst xmlns:a="http://schemas.openxmlformats.org/drawingml/2006/main">
              <a:ext uri="{FF2B5EF4-FFF2-40B4-BE49-F238E27FC236}">
                <a16:creationId xmlns:a16="http://schemas.microsoft.com/office/drawing/2014/main" id="{895F3F56-C9D3-4283-BCBC-F0B6322E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Earlier turn</a:t>
            </a:r>
          </a:p>
        </p:txBody>
      </p:sp>
      <p:sp>
        <p:nvSpPr>
          <p:cNvPr id="7" name="c3-text-267">
            <a:extLst xmlns:a="http://schemas.openxmlformats.org/drawingml/2006/main">
              <a:ext uri="{FF2B5EF4-FFF2-40B4-BE49-F238E27FC236}">
                <a16:creationId xmlns:a16="http://schemas.microsoft.com/office/drawing/2014/main" id="{88DC3443-D78E-4546-9186-371A7D3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33909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"My name is Lea.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My favourite colour is green."</a:t>
            </a:r>
          </a:p>
        </p:txBody>
      </p:sp>
      <p:sp>
        <p:nvSpPr>
          <p:cNvPr id="8" name="c3-shape-268">
            <a:extLst xmlns:a="http://schemas.openxmlformats.org/drawingml/2006/main">
              <a:ext uri="{FF2B5EF4-FFF2-40B4-BE49-F238E27FC236}">
                <a16:creationId xmlns:a16="http://schemas.microsoft.com/office/drawing/2014/main" id="{D887E1D3-F383-4679-9650-4AF8BA0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37719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9">
            <a:extLst xmlns:a="http://schemas.openxmlformats.org/drawingml/2006/main">
              <a:ext uri="{FF2B5EF4-FFF2-40B4-BE49-F238E27FC236}">
                <a16:creationId xmlns:a16="http://schemas.microsoft.com/office/drawing/2014/main" id="{B813F916-11BF-4794-9D7F-08534959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0">
            <a:extLst xmlns:a="http://schemas.openxmlformats.org/drawingml/2006/main">
              <a:ext uri="{FF2B5EF4-FFF2-40B4-BE49-F238E27FC236}">
                <a16:creationId xmlns:a16="http://schemas.microsoft.com/office/drawing/2014/main" id="{8AB6D534-ED13-4D11-9844-0884173C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Later question</a:t>
            </a:r>
          </a:p>
        </p:txBody>
      </p:sp>
      <p:sp>
        <p:nvSpPr>
          <p:cNvPr id="11" name="c3-text-271">
            <a:extLst xmlns:a="http://schemas.openxmlformats.org/drawingml/2006/main">
              <a:ext uri="{FF2B5EF4-FFF2-40B4-BE49-F238E27FC236}">
                <a16:creationId xmlns:a16="http://schemas.microsoft.com/office/drawing/2014/main" id="{EE5993A8-43B4-4814-8162-E24DB6A1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43175"/>
            <a:ext cx="33909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"What is my name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my favourite colour?"</a:t>
            </a:r>
          </a:p>
        </p:txBody>
      </p:sp>
      <p:sp>
        <p:nvSpPr>
          <p:cNvPr id="12" name="c3-text-272">
            <a:extLst xmlns:a="http://schemas.openxmlformats.org/drawingml/2006/main">
              <a:ext uri="{FF2B5EF4-FFF2-40B4-BE49-F238E27FC236}">
                <a16:creationId xmlns:a16="http://schemas.microsoft.com/office/drawing/2014/main" id="{4CD871E0-E397-4556-A594-61DAE8BA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human and AI messages in a list and resend them on every call.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your own memory agent from the naive agent, then try both turns.</a:t>
            </a:r>
          </a:p>
        </p:txBody>
      </p:sp>
      <p:sp>
        <p:nvSpPr>
          <p:cNvPr id="13" name="c3-text-273">
            <a:hlinkClick xmlns:r="http://schemas.openxmlformats.org/officeDocument/2006/relationships" xmlns:a="http://schemas.openxmlformats.org/drawingml/2006/main" r:id="Rda4386e6019b4641"/>
            <a:extLst xmlns:a="http://schemas.openxmlformats.org/drawingml/2006/main">
              <a:ext uri="{FF2B5EF4-FFF2-40B4-BE49-F238E27FC236}">
                <a16:creationId xmlns:a16="http://schemas.microsoft.com/office/drawing/2014/main" id="{58B2DA56-1B9A-4E5F-9F08-4FD1AEA9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4. Short-term conversation memory</a:t>
            </a:r>
          </a:p>
        </p:txBody>
      </p:sp>
      <p:sp>
        <p:nvSpPr>
          <p:cNvPr id="14" name="c3-text-338">
            <a:extLst xmlns:a="http://schemas.openxmlformats.org/drawingml/2006/main">
              <a:ext uri="{FF2B5EF4-FFF2-40B4-BE49-F238E27FC236}">
                <a16:creationId xmlns:a16="http://schemas.microsoft.com/office/drawing/2014/main" id="{5DC91D6C-F1DE-4EA5-AFD9-43E4374C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8840079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274">
            <a:extLst xmlns:a="http://schemas.openxmlformats.org/drawingml/2006/main">
              <a:ext uri="{FF2B5EF4-FFF2-40B4-BE49-F238E27FC236}">
                <a16:creationId xmlns:a16="http://schemas.microsoft.com/office/drawing/2014/main" id="{57BCE932-1C6B-4B57-B574-BF4677E1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5">
            <a:extLst xmlns:a="http://schemas.openxmlformats.org/drawingml/2006/main">
              <a:ext uri="{FF2B5EF4-FFF2-40B4-BE49-F238E27FC236}">
                <a16:creationId xmlns:a16="http://schemas.microsoft.com/office/drawing/2014/main" id="{EF408472-0164-449F-8CEF-92889FD9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Exercise: Memory and Avatar Control</a:t>
            </a:r>
          </a:p>
        </p:txBody>
      </p:sp>
      <p:sp>
        <p:nvSpPr>
          <p:cNvPr id="3" name="c3-text-276">
            <a:extLst xmlns:a="http://schemas.openxmlformats.org/drawingml/2006/main">
              <a:ext uri="{FF2B5EF4-FFF2-40B4-BE49-F238E27FC236}">
                <a16:creationId xmlns:a16="http://schemas.microsoft.com/office/drawing/2014/main" id="{D2182626-79B3-4AE5-A135-01C9E59C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shape-277">
            <a:extLst xmlns:a="http://schemas.openxmlformats.org/drawingml/2006/main">
              <a:ext uri="{FF2B5EF4-FFF2-40B4-BE49-F238E27FC236}">
                <a16:creationId xmlns:a16="http://schemas.microsoft.com/office/drawing/2014/main" id="{6655D068-800E-4F34-8D93-68FD25C9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78">
            <a:extLst xmlns:a="http://schemas.openxmlformats.org/drawingml/2006/main">
              <a:ext uri="{FF2B5EF4-FFF2-40B4-BE49-F238E27FC236}">
                <a16:creationId xmlns:a16="http://schemas.microsoft.com/office/drawing/2014/main" id="{71372E26-ACCA-460B-8A09-2D04B330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79">
            <a:extLst xmlns:a="http://schemas.openxmlformats.org/drawingml/2006/main">
              <a:ext uri="{FF2B5EF4-FFF2-40B4-BE49-F238E27FC236}">
                <a16:creationId xmlns:a16="http://schemas.microsoft.com/office/drawing/2014/main" id="{E3E177FC-3149-4DC4-8B89-94E4814B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716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Your memory agent</a:t>
            </a:r>
          </a:p>
        </p:txBody>
      </p:sp>
      <p:sp>
        <p:nvSpPr>
          <p:cNvPr id="7" name="c3-text-280">
            <a:extLst xmlns:a="http://schemas.openxmlformats.org/drawingml/2006/main">
              <a:ext uri="{FF2B5EF4-FFF2-40B4-BE49-F238E27FC236}">
                <a16:creationId xmlns:a16="http://schemas.microsoft.com/office/drawing/2014/main" id="{C9260476-7DB6-4B08-8989-55A7A241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1457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list of human and AI messages, resent on every call.</a:t>
            </a:r>
          </a:p>
        </p:txBody>
      </p:sp>
      <p:sp>
        <p:nvSpPr>
          <p:cNvPr id="8" name="c3-shape-281">
            <a:extLst xmlns:a="http://schemas.openxmlformats.org/drawingml/2006/main">
              <a:ext uri="{FF2B5EF4-FFF2-40B4-BE49-F238E27FC236}">
                <a16:creationId xmlns:a16="http://schemas.microsoft.com/office/drawing/2014/main" id="{B6BEB5CC-E6E2-4CFD-9341-B71A0CE2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82">
            <a:extLst xmlns:a="http://schemas.openxmlformats.org/drawingml/2006/main">
              <a:ext uri="{FF2B5EF4-FFF2-40B4-BE49-F238E27FC236}">
                <a16:creationId xmlns:a16="http://schemas.microsoft.com/office/drawing/2014/main" id="{11EC5019-7372-4619-B3A4-1789DBFE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764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83">
            <a:extLst xmlns:a="http://schemas.openxmlformats.org/drawingml/2006/main">
              <a:ext uri="{FF2B5EF4-FFF2-40B4-BE49-F238E27FC236}">
                <a16:creationId xmlns:a16="http://schemas.microsoft.com/office/drawing/2014/main" id="{7AE87736-FB1F-46BC-845B-E90549A2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716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structured agent</a:t>
            </a:r>
          </a:p>
        </p:txBody>
      </p:sp>
      <p:sp>
        <p:nvSpPr>
          <p:cNvPr id="11" name="c3-text-284">
            <a:extLst xmlns:a="http://schemas.openxmlformats.org/drawingml/2006/main">
              <a:ext uri="{FF2B5EF4-FFF2-40B4-BE49-F238E27FC236}">
                <a16:creationId xmlns:a16="http://schemas.microsoft.com/office/drawing/2014/main" id="{53DEAB7E-0D21-4AB7-A37F-32479FC0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1457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speech_text, emotion, expression and gesture.</a:t>
            </a:r>
          </a:p>
        </p:txBody>
      </p:sp>
      <p:sp>
        <p:nvSpPr>
          <p:cNvPr id="12" name="c3-text-285">
            <a:extLst xmlns:a="http://schemas.openxmlformats.org/drawingml/2006/main">
              <a:ext uri="{FF2B5EF4-FFF2-40B4-BE49-F238E27FC236}">
                <a16:creationId xmlns:a16="http://schemas.microsoft.com/office/drawing/2014/main" id="{35850B15-B0BE-45F1-9FA4-358E5DA1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Combine both: the avatar remembers you and keeps moving.</a:t>
            </a:r>
          </a:p>
        </p:txBody>
      </p:sp>
      <p:sp>
        <p:nvSpPr>
          <p:cNvPr id="13" name="c3-text-286">
            <a:extLst xmlns:a="http://schemas.openxmlformats.org/drawingml/2006/main">
              <a:ext uri="{FF2B5EF4-FFF2-40B4-BE49-F238E27FC236}">
                <a16:creationId xmlns:a16="http://schemas.microsoft.com/office/drawing/2014/main" id="{BD5A8D0C-75DB-47E1-944E-790C0168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792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Write the code yourself; the file lists the steps.</a:t>
            </a:r>
          </a:p>
        </p:txBody>
      </p:sp>
      <p:sp>
        <p:nvSpPr>
          <p:cNvPr id="14" name="c3-text-287">
            <a:hlinkClick xmlns:r="http://schemas.openxmlformats.org/officeDocument/2006/relationships" xmlns:a="http://schemas.openxmlformats.org/drawingml/2006/main" r:id="Rdba934ba24bb4d4f"/>
            <a:extLst xmlns:a="http://schemas.openxmlformats.org/drawingml/2006/main">
              <a:ext uri="{FF2B5EF4-FFF2-40B4-BE49-F238E27FC236}">
                <a16:creationId xmlns:a16="http://schemas.microsoft.com/office/drawing/2014/main" id="{64E6F473-5FB3-4F2C-BC6C-8A067C6A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792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langchain_structured_memory_agent.py</a:t>
            </a:r>
          </a:p>
        </p:txBody>
      </p:sp>
      <p:sp>
        <p:nvSpPr>
          <p:cNvPr id="15" name="c3-text-339">
            <a:extLst xmlns:a="http://schemas.openxmlformats.org/drawingml/2006/main">
              <a:ext uri="{FF2B5EF4-FFF2-40B4-BE49-F238E27FC236}">
                <a16:creationId xmlns:a16="http://schemas.microsoft.com/office/drawing/2014/main" id="{6B1FA295-2AE3-413B-9A4E-82A9211F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5675893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88">
            <a:extLst xmlns:a="http://schemas.openxmlformats.org/drawingml/2006/main">
              <a:ext uri="{FF2B5EF4-FFF2-40B4-BE49-F238E27FC236}">
                <a16:creationId xmlns:a16="http://schemas.microsoft.com/office/drawing/2014/main" id="{CBCEA931-AE07-4AFB-97CE-48E5C87B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9">
            <a:extLst xmlns:a="http://schemas.openxmlformats.org/drawingml/2006/main">
              <a:ext uri="{FF2B5EF4-FFF2-40B4-BE49-F238E27FC236}">
                <a16:creationId xmlns:a16="http://schemas.microsoft.com/office/drawing/2014/main" id="{2FD5A12F-D63A-4F3D-B75B-1DF6B168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290">
            <a:extLst xmlns:a="http://schemas.openxmlformats.org/drawingml/2006/main">
              <a:ext uri="{FF2B5EF4-FFF2-40B4-BE49-F238E27FC236}">
                <a16:creationId xmlns:a16="http://schemas.microsoft.com/office/drawing/2014/main" id="{9D95D6F2-EB22-4730-A0D9-6F94ACDF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03</a:t>
            </a:r>
          </a:p>
        </p:txBody>
      </p:sp>
      <p:sp>
        <p:nvSpPr>
          <p:cNvPr id="4" name="c3-text-291">
            <a:hlinkClick xmlns:r="http://schemas.openxmlformats.org/officeDocument/2006/relationships" xmlns:a="http://schemas.openxmlformats.org/drawingml/2006/main" r:id="Rc2ceb79fba9a4993"/>
            <a:extLst xmlns:a="http://schemas.openxmlformats.org/drawingml/2006/main">
              <a:ext uri="{FF2B5EF4-FFF2-40B4-BE49-F238E27FC236}">
                <a16:creationId xmlns:a16="http://schemas.microsoft.com/office/drawing/2014/main" id="{CB1AF3C7-63A8-41DA-9DE8-16F52C70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LangChain models</a:t>
            </a:r>
          </a:p>
        </p:txBody>
      </p:sp>
      <p:sp>
        <p:nvSpPr>
          <p:cNvPr id="5" name="c3-text-292">
            <a:hlinkClick xmlns:r="http://schemas.openxmlformats.org/officeDocument/2006/relationships" xmlns:a="http://schemas.openxmlformats.org/drawingml/2006/main" r:id="R5c36f368a49844ef"/>
            <a:extLst xmlns:a="http://schemas.openxmlformats.org/drawingml/2006/main">
              <a:ext uri="{FF2B5EF4-FFF2-40B4-BE49-F238E27FC236}">
                <a16:creationId xmlns:a16="http://schemas.microsoft.com/office/drawing/2014/main" id="{E7AD3412-00E9-472A-926E-A04BA001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Common interfaces and composition</a:t>
            </a:r>
          </a:p>
        </p:txBody>
      </p:sp>
      <p:sp>
        <p:nvSpPr>
          <p:cNvPr id="6" name="c3-shape-293">
            <a:extLst xmlns:a="http://schemas.openxmlformats.org/drawingml/2006/main">
              <a:ext uri="{FF2B5EF4-FFF2-40B4-BE49-F238E27FC236}">
                <a16:creationId xmlns:a16="http://schemas.microsoft.com/office/drawing/2014/main" id="{5952C3F5-A08D-4865-B3B0-55F2FDD5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94">
            <a:hlinkClick xmlns:r="http://schemas.openxmlformats.org/officeDocument/2006/relationships" xmlns:a="http://schemas.openxmlformats.org/drawingml/2006/main" r:id="Rcb1a4569ff3f4077"/>
            <a:extLst xmlns:a="http://schemas.openxmlformats.org/drawingml/2006/main">
              <a:ext uri="{FF2B5EF4-FFF2-40B4-BE49-F238E27FC236}">
                <a16:creationId xmlns:a16="http://schemas.microsoft.com/office/drawing/2014/main" id="{7AF4B09D-CB88-4463-A63B-FA4F3692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</a:t>
            </a:r>
          </a:p>
        </p:txBody>
      </p:sp>
      <p:sp>
        <p:nvSpPr>
          <p:cNvPr id="8" name="c3-text-295">
            <a:hlinkClick xmlns:r="http://schemas.openxmlformats.org/officeDocument/2006/relationships" xmlns:a="http://schemas.openxmlformats.org/drawingml/2006/main" r:id="R8916200d15d948cd"/>
            <a:extLst xmlns:a="http://schemas.openxmlformats.org/drawingml/2006/main">
              <a:ext uri="{FF2B5EF4-FFF2-40B4-BE49-F238E27FC236}">
                <a16:creationId xmlns:a16="http://schemas.microsoft.com/office/drawing/2014/main" id="{B8C601CE-D398-4754-8F92-141B4D9B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Provider integration and model calls</a:t>
            </a:r>
          </a:p>
        </p:txBody>
      </p:sp>
      <p:sp>
        <p:nvSpPr>
          <p:cNvPr id="9" name="c3-shape-296">
            <a:extLst xmlns:a="http://schemas.openxmlformats.org/drawingml/2006/main">
              <a:ext uri="{FF2B5EF4-FFF2-40B4-BE49-F238E27FC236}">
                <a16:creationId xmlns:a16="http://schemas.microsoft.com/office/drawing/2014/main" id="{3E00659A-A3EC-4AFE-B1C9-38AC7C53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97">
            <a:hlinkClick xmlns:r="http://schemas.openxmlformats.org/officeDocument/2006/relationships" xmlns:a="http://schemas.openxmlformats.org/drawingml/2006/main" r:id="Rd86ebcad8bb74eb3"/>
            <a:extLst xmlns:a="http://schemas.openxmlformats.org/drawingml/2006/main">
              <a:ext uri="{FF2B5EF4-FFF2-40B4-BE49-F238E27FC236}">
                <a16:creationId xmlns:a16="http://schemas.microsoft.com/office/drawing/2014/main" id="{3EC6EF15-893D-4017-A22F-58B9D235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RunnableSequence</a:t>
            </a:r>
          </a:p>
        </p:txBody>
      </p:sp>
      <p:sp>
        <p:nvSpPr>
          <p:cNvPr id="11" name="c3-text-298">
            <a:hlinkClick xmlns:r="http://schemas.openxmlformats.org/officeDocument/2006/relationships" xmlns:a="http://schemas.openxmlformats.org/drawingml/2006/main" r:id="Re5099fd9dc984f37"/>
            <a:extLst xmlns:a="http://schemas.openxmlformats.org/drawingml/2006/main">
              <a:ext uri="{FF2B5EF4-FFF2-40B4-BE49-F238E27FC236}">
                <a16:creationId xmlns:a16="http://schemas.microsoft.com/office/drawing/2014/main" id="{FC979133-EAA2-4F26-B1EB-EB448CD1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Compose components with the pipe operator</a:t>
            </a:r>
          </a:p>
        </p:txBody>
      </p:sp>
      <p:sp>
        <p:nvSpPr>
          <p:cNvPr id="12" name="c3-shape-299">
            <a:extLst xmlns:a="http://schemas.openxmlformats.org/drawingml/2006/main">
              <a:ext uri="{FF2B5EF4-FFF2-40B4-BE49-F238E27FC236}">
                <a16:creationId xmlns:a16="http://schemas.microsoft.com/office/drawing/2014/main" id="{450BC625-A62F-4BBF-9C42-49BB40BE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00">
            <a:hlinkClick xmlns:r="http://schemas.openxmlformats.org/officeDocument/2006/relationships" xmlns:a="http://schemas.openxmlformats.org/drawingml/2006/main" r:id="R0aeceb2b48ea423c"/>
            <a:extLst xmlns:a="http://schemas.openxmlformats.org/drawingml/2006/main">
              <a:ext uri="{FF2B5EF4-FFF2-40B4-BE49-F238E27FC236}">
                <a16:creationId xmlns:a16="http://schemas.microsoft.com/office/drawing/2014/main" id="{EDA4FAFF-4C31-492A-9034-FEF3C5BA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Chat templates</a:t>
            </a:r>
          </a:p>
        </p:txBody>
      </p:sp>
      <p:sp>
        <p:nvSpPr>
          <p:cNvPr id="14" name="c3-text-301">
            <a:hlinkClick xmlns:r="http://schemas.openxmlformats.org/officeDocument/2006/relationships" xmlns:a="http://schemas.openxmlformats.org/drawingml/2006/main" r:id="R131e4b5058254135"/>
            <a:extLst xmlns:a="http://schemas.openxmlformats.org/drawingml/2006/main">
              <a:ext uri="{FF2B5EF4-FFF2-40B4-BE49-F238E27FC236}">
                <a16:creationId xmlns:a16="http://schemas.microsoft.com/office/drawing/2014/main" id="{5E1F432F-4DE5-4FA6-977C-E46349A6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Conversations, tokens and model-specific formats</a:t>
            </a:r>
          </a:p>
        </p:txBody>
      </p:sp>
      <p:sp>
        <p:nvSpPr>
          <p:cNvPr id="15" name="c3-text-302">
            <a:hlinkClick xmlns:r="http://schemas.openxmlformats.org/officeDocument/2006/relationships" xmlns:a="http://schemas.openxmlformats.org/drawingml/2006/main" r:id="Rcf8ee5604e354283"/>
            <a:extLst xmlns:a="http://schemas.openxmlformats.org/drawingml/2006/main">
              <a:ext uri="{FF2B5EF4-FFF2-40B4-BE49-F238E27FC236}">
                <a16:creationId xmlns:a16="http://schemas.microsoft.com/office/drawing/2014/main" id="{FAEC2C7F-E100-4FA3-B54C-0192CE9E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LangChain messages</a:t>
            </a:r>
          </a:p>
        </p:txBody>
      </p:sp>
      <p:sp>
        <p:nvSpPr>
          <p:cNvPr id="16" name="c3-text-303">
            <a:hlinkClick xmlns:r="http://schemas.openxmlformats.org/officeDocument/2006/relationships" xmlns:a="http://schemas.openxmlformats.org/drawingml/2006/main" r:id="R8398633ca3bb4e45"/>
            <a:extLst xmlns:a="http://schemas.openxmlformats.org/drawingml/2006/main">
              <a:ext uri="{FF2B5EF4-FFF2-40B4-BE49-F238E27FC236}">
                <a16:creationId xmlns:a16="http://schemas.microsoft.com/office/drawing/2014/main" id="{FC6B226E-6CCE-41D9-9966-24A435EF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System, human and AI message objects</a:t>
            </a:r>
          </a:p>
        </p:txBody>
      </p:sp>
      <p:sp>
        <p:nvSpPr>
          <p:cNvPr id="17" name="c3-shape-304">
            <a:extLst xmlns:a="http://schemas.openxmlformats.org/drawingml/2006/main">
              <a:ext uri="{FF2B5EF4-FFF2-40B4-BE49-F238E27FC236}">
                <a16:creationId xmlns:a16="http://schemas.microsoft.com/office/drawing/2014/main" id="{97C95207-7B8B-41A8-8197-F19436E3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05">
            <a:hlinkClick xmlns:r="http://schemas.openxmlformats.org/officeDocument/2006/relationships" xmlns:a="http://schemas.openxmlformats.org/drawingml/2006/main" r:id="Rf2fc913cf7a044bc"/>
            <a:extLst xmlns:a="http://schemas.openxmlformats.org/drawingml/2006/main">
              <a:ext uri="{FF2B5EF4-FFF2-40B4-BE49-F238E27FC236}">
                <a16:creationId xmlns:a16="http://schemas.microsoft.com/office/drawing/2014/main" id="{0F036173-C86F-4AA5-9D0B-E2DC1268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ChatPromptTemplate</a:t>
            </a:r>
          </a:p>
        </p:txBody>
      </p:sp>
      <p:sp>
        <p:nvSpPr>
          <p:cNvPr id="19" name="c3-text-306">
            <a:hlinkClick xmlns:r="http://schemas.openxmlformats.org/officeDocument/2006/relationships" xmlns:a="http://schemas.openxmlformats.org/drawingml/2006/main" r:id="R93ef01ebfc40494a"/>
            <a:extLst xmlns:a="http://schemas.openxmlformats.org/drawingml/2006/main">
              <a:ext uri="{FF2B5EF4-FFF2-40B4-BE49-F238E27FC236}">
                <a16:creationId xmlns:a16="http://schemas.microsoft.com/office/drawing/2014/main" id="{A44D2DCC-3A13-48AC-9901-E296B088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and fill reusable message templates</a:t>
            </a:r>
          </a:p>
        </p:txBody>
      </p:sp>
      <p:sp>
        <p:nvSpPr>
          <p:cNvPr id="20" name="c3-shape-307">
            <a:extLst xmlns:a="http://schemas.openxmlformats.org/drawingml/2006/main">
              <a:ext uri="{FF2B5EF4-FFF2-40B4-BE49-F238E27FC236}">
                <a16:creationId xmlns:a16="http://schemas.microsoft.com/office/drawing/2014/main" id="{C78D1A92-E9BB-4B1B-A988-75775ECB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08">
            <a:hlinkClick xmlns:r="http://schemas.openxmlformats.org/officeDocument/2006/relationships" xmlns:a="http://schemas.openxmlformats.org/drawingml/2006/main" r:id="Re272e09832484041"/>
            <a:extLst xmlns:a="http://schemas.openxmlformats.org/drawingml/2006/main">
              <a:ext uri="{FF2B5EF4-FFF2-40B4-BE49-F238E27FC236}">
                <a16:creationId xmlns:a16="http://schemas.microsoft.com/office/drawing/2014/main" id="{CE14F79A-32D7-4B1C-B4F2-F85AACC6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ChatOllama structured output</a:t>
            </a:r>
          </a:p>
        </p:txBody>
      </p:sp>
      <p:sp>
        <p:nvSpPr>
          <p:cNvPr id="22" name="c3-text-309">
            <a:hlinkClick xmlns:r="http://schemas.openxmlformats.org/officeDocument/2006/relationships" xmlns:a="http://schemas.openxmlformats.org/drawingml/2006/main" r:id="R6db10f39754e4bd2"/>
            <a:extLst xmlns:a="http://schemas.openxmlformats.org/drawingml/2006/main">
              <a:ext uri="{FF2B5EF4-FFF2-40B4-BE49-F238E27FC236}">
                <a16:creationId xmlns:a16="http://schemas.microsoft.com/office/drawing/2014/main" id="{F92F60BD-1E2C-4108-9D22-D46C8BE5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Schema wrapper and provider-compatible methods</a:t>
            </a:r>
          </a:p>
        </p:txBody>
      </p:sp>
      <p:sp>
        <p:nvSpPr>
          <p:cNvPr id="23" name="c3-shape-310">
            <a:extLst xmlns:a="http://schemas.openxmlformats.org/drawingml/2006/main">
              <a:ext uri="{FF2B5EF4-FFF2-40B4-BE49-F238E27FC236}">
                <a16:creationId xmlns:a16="http://schemas.microsoft.com/office/drawing/2014/main" id="{61D37033-C07F-4CFC-93C9-EC6C6A3A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11">
            <a:hlinkClick xmlns:r="http://schemas.openxmlformats.org/officeDocument/2006/relationships" xmlns:a="http://schemas.openxmlformats.org/drawingml/2006/main" r:id="R928e7cf0c7994f3f"/>
            <a:extLst xmlns:a="http://schemas.openxmlformats.org/drawingml/2006/main">
              <a:ext uri="{FF2B5EF4-FFF2-40B4-BE49-F238E27FC236}">
                <a16:creationId xmlns:a16="http://schemas.microsoft.com/office/drawing/2014/main" id="{B37C81D0-1B59-4761-956F-3E825CCC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Ollama structured outputs</a:t>
            </a:r>
          </a:p>
        </p:txBody>
      </p:sp>
      <p:sp>
        <p:nvSpPr>
          <p:cNvPr id="25" name="c3-text-312">
            <a:hlinkClick xmlns:r="http://schemas.openxmlformats.org/officeDocument/2006/relationships" xmlns:a="http://schemas.openxmlformats.org/drawingml/2006/main" r:id="Rac540e4798c5440b"/>
            <a:extLst xmlns:a="http://schemas.openxmlformats.org/drawingml/2006/main">
              <a:ext uri="{FF2B5EF4-FFF2-40B4-BE49-F238E27FC236}">
                <a16:creationId xmlns:a16="http://schemas.microsoft.com/office/drawing/2014/main" id="{542B4ED6-46B1-4609-BAA0-C64278ED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Cloud support and native schema limitations</a:t>
            </a:r>
          </a:p>
        </p:txBody>
      </p:sp>
      <p:sp>
        <p:nvSpPr>
          <p:cNvPr id="26" name="c3-text-340">
            <a:extLst xmlns:a="http://schemas.openxmlformats.org/drawingml/2006/main">
              <a:ext uri="{FF2B5EF4-FFF2-40B4-BE49-F238E27FC236}">
                <a16:creationId xmlns:a16="http://schemas.microsoft.com/office/drawing/2014/main" id="{1ABCB86A-B42B-4E80-A678-EDBE60DC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7168201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2026-10-30T12:25:30.9860000Z</dcterms:created>
  <dcterms:modified xsi:type="dcterms:W3CDTF">2026-10-30T12:25:30.9860000Z</dcterms:modified>
</coreProperties>
</file>