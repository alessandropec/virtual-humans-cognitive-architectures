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jpeg" ContentType="image/jpeg"/>
  <ns0:Default Extension="png" ContentType="image/png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444afcbcea4146" /><Relationship Type="http://schemas.openxmlformats.org/officeDocument/2006/relationships/extended-properties" Target="/docProps/app.xml" Id="Rbfc0bf13705746cc" /><Relationship Type="http://schemas.openxmlformats.org/officeDocument/2006/relationships/officeDocument" Target="/ppt/presentation.xml" Id="R6e3ff9edb7ab40c5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794a1641e8154aa5"/>
  </ns0:sldMasterIdLst>
  <ns0:sldIdLst>
    <ns0:sldId id="256" ns1:id="Rca29573a13044157"/>
    <ns0:sldId id="257" ns1:id="Ra4f6c2bbe56247c1"/>
    <ns0:sldId id="258" ns1:id="R8cd364cfb34d4eeb"/>
    <ns0:sldId id="259" ns1:id="Rd90cce029fb94b54"/>
    <ns0:sldId id="260" ns1:id="Re342cb066bb24b3b"/>
    <ns0:sldId id="261" ns1:id="Rca3b159a712f4737"/>
    <ns0:sldId id="262" ns1:id="R22387af9356148e8"/>
    <ns0:sldId id="263" ns1:id="R556a273645174599"/>
    <ns0:sldId id="264" ns1:id="R9a4a07f8062f4b4b"/>
    <ns0:sldId id="265" ns1:id="R102ab76bad3042ca"/>
    <ns0:sldId id="266" ns1:id="Rf4dc3155e7624527"/>
    <ns0:sldId id="267" ns1:id="Rff37ec419ca1429f"/>
    <ns0:sldId id="268" ns1:id="Re0bde352651b4469"/>
    <ns0:sldId id="269" ns1:id="R00c943169d5048ef"/>
    <ns0:sldId id="270" ns1:id="R87641764226e4d16"/>
  </ns0:sldIdLst>
  <ns0:sldSz cx="9144000" cy="51435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a41fb1c946364888" /><ns0:Relationship Type="http://schemas.openxmlformats.org/officeDocument/2006/relationships/slideMaster" Target="/ppt/slideMasters/slideMaster1.xml" Id="R794a1641e8154aa5" /><ns0:Relationship Type="http://schemas.openxmlformats.org/officeDocument/2006/relationships/presProps" Target="/ppt/presProps.xml" Id="Rf7b87f708d9448a8" /><ns0:Relationship Type="http://schemas.openxmlformats.org/officeDocument/2006/relationships/viewProps" Target="/ppt/viewProps.xml" Id="R340ca5f350cd482b" /><ns0:Relationship Type="http://schemas.openxmlformats.org/officeDocument/2006/relationships/tableStyles" Target="/ppt/tableStyles.xml" Id="Rfc394f18ade94e78" /><ns0:Relationship Type="http://schemas.openxmlformats.org/officeDocument/2006/relationships/slide" Target="/ppt/slides/slide1.xml" Id="Rca29573a13044157" /><ns0:Relationship Type="http://schemas.openxmlformats.org/officeDocument/2006/relationships/slide" Target="/ppt/slides/slide2.xml" Id="Ra4f6c2bbe56247c1" /><ns0:Relationship Type="http://schemas.openxmlformats.org/officeDocument/2006/relationships/slide" Target="/ppt/slides/slide3.xml" Id="R8cd364cfb34d4eeb" /><ns0:Relationship Type="http://schemas.openxmlformats.org/officeDocument/2006/relationships/slide" Target="/ppt/slides/slide4.xml" Id="Rd90cce029fb94b54" /><ns0:Relationship Type="http://schemas.openxmlformats.org/officeDocument/2006/relationships/slide" Target="/ppt/slides/slide5.xml" Id="Re342cb066bb24b3b" /><ns0:Relationship Type="http://schemas.openxmlformats.org/officeDocument/2006/relationships/slide" Target="/ppt/slides/slide6.xml" Id="Rca3b159a712f4737" /><ns0:Relationship Type="http://schemas.openxmlformats.org/officeDocument/2006/relationships/slide" Target="/ppt/slides/slide7.xml" Id="R22387af9356148e8" /><ns0:Relationship Type="http://schemas.openxmlformats.org/officeDocument/2006/relationships/slide" Target="/ppt/slides/slide8.xml" Id="R556a273645174599" /><ns0:Relationship Type="http://schemas.openxmlformats.org/officeDocument/2006/relationships/slide" Target="/ppt/slides/slide9.xml" Id="R9a4a07f8062f4b4b" /><ns0:Relationship Type="http://schemas.openxmlformats.org/officeDocument/2006/relationships/slide" Target="/ppt/slides/slide10.xml" Id="R102ab76bad3042ca" /><ns0:Relationship Type="http://schemas.openxmlformats.org/officeDocument/2006/relationships/slide" Target="/ppt/slides/slide11.xml" Id="Rf4dc3155e7624527" /><ns0:Relationship Type="http://schemas.openxmlformats.org/officeDocument/2006/relationships/slide" Target="/ppt/slides/slide12.xml" Id="Rff37ec419ca1429f" /><ns0:Relationship Type="http://schemas.openxmlformats.org/officeDocument/2006/relationships/slide" Target="/ppt/slides/slide13.xml" Id="Re0bde352651b4469" /><ns0:Relationship Type="http://schemas.openxmlformats.org/officeDocument/2006/relationships/slide" Target="/ppt/slides/slide14.xml" Id="R00c943169d5048ef" /><ns0:Relationship Type="http://schemas.openxmlformats.org/officeDocument/2006/relationships/slide" Target="/ppt/slides/slide15.xml" Id="R87641764226e4d16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6d507fb8746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aaff3d46541e0" /><Relationship Type="http://schemas.openxmlformats.org/officeDocument/2006/relationships/image" Target="/ppt/media/image.jpeg" Id="R92cc9dc9d71c46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f149b3443432c" /><Relationship Type="http://schemas.openxmlformats.org/officeDocument/2006/relationships/image" Target="/ppt/media/image.png" Id="Rb6a93b82594b44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05cbc17edc4c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edb66d7694f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dbe5be258b4a6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8b8db3d5e4ff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1ace31297494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_P1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c9dc9d71c468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5FC7451-64D3-4CB8-9AA0-48C8D9DA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DF34BA1-73E7-4752-8D70-4FEFC7FA2B5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_P2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93b82594b44d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79BB4D8-5B9D-4F65-BBDB-8D681C9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93FC60A-EA91-4AC7-BC18-270D3086658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SECTION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660B54-203F-42EC-A5A3-F2DC5C93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C66AC75-C800-41C1-BA5A-9761923D22A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450B48-B37E-42BD-8A40-552BD5F2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5E3C3A-CD83-4BD1-8F19-7D30E26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ACBE0D7-4493-47F3-A3B0-8926F89D6AD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CONTENT_P1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AF5B2E-D90D-402D-998C-27509820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VIRTUAL HUMANS FOUNDATIONS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270CFE-C9FB-4344-8B2C-69291004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9532946-C1F9-48AE-995E-50C10B84284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CODE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CB2DEA-1F6F-40AE-B1E2-0531D346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HANDS-ON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CA723F-1C94-47D6-8CBD-26D79347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2A5C3D1-AC51-4DA6-AEE4-466D7F7C1DA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STATEMENT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0ACBF4-7074-4ED0-A09E-3755A1AD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1A20153-E490-422E-8D29-B810FEAC614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e5fc8329b1450e" /><Relationship Type="http://schemas.openxmlformats.org/officeDocument/2006/relationships/slideLayout" Target="/ppt/slideLayouts/slideLayout1.xml" Id="R331b98e442f44969" /><Relationship Type="http://schemas.openxmlformats.org/officeDocument/2006/relationships/slideLayout" Target="/ppt/slideLayouts/slideLayout2.xml" Id="R03fbb5b28de3456f" /><Relationship Type="http://schemas.openxmlformats.org/officeDocument/2006/relationships/slideLayout" Target="/ppt/slideLayouts/slideLayout3.xml" Id="R4902234adb3d498c" /><Relationship Type="http://schemas.openxmlformats.org/officeDocument/2006/relationships/slideLayout" Target="/ppt/slideLayouts/slideLayout4.xml" Id="Rd2df8f307adf4e94" /><Relationship Type="http://schemas.openxmlformats.org/officeDocument/2006/relationships/slideLayout" Target="/ppt/slideLayouts/slideLayout5.xml" Id="R6f854a2695f241da" /><Relationship Type="http://schemas.openxmlformats.org/officeDocument/2006/relationships/slideLayout" Target="/ppt/slideLayouts/slideLayout6.xml" Id="Rac17148331634aa3" /><Relationship Type="http://schemas.openxmlformats.org/officeDocument/2006/relationships/slideLayout" Target="/ppt/slideLayouts/slideLayout7.xml" Id="Re3933e1287d54462" /><Relationship Type="http://schemas.openxmlformats.org/officeDocument/2006/relationships/slideLayout" Target="/ppt/slideLayouts/slideLayout8.xml" Id="R6aa43a466d96400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F40BB06-55D8-4F61-8DB4-8F5ED2A813A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>
                <a:solidFill>
                  <a:srgbClr val="FFFFFF"/>
                </a:solidFill>
              </a:rPr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1b98e442f44969"/>
    <p:sldLayoutId xmlns:r="http://schemas.openxmlformats.org/officeDocument/2006/relationships" id="2147483650" r:id="R03fbb5b28de3456f"/>
    <p:sldLayoutId xmlns:r="http://schemas.openxmlformats.org/officeDocument/2006/relationships" id="2147483651" r:id="R4902234adb3d498c"/>
    <p:sldLayoutId xmlns:r="http://schemas.openxmlformats.org/officeDocument/2006/relationships" id="2147483652" r:id="Rd2df8f307adf4e94"/>
    <p:sldLayoutId xmlns:r="http://schemas.openxmlformats.org/officeDocument/2006/relationships" id="2147483653" r:id="R6f854a2695f241da"/>
    <p:sldLayoutId xmlns:r="http://schemas.openxmlformats.org/officeDocument/2006/relationships" id="2147483654" r:id="Rac17148331634aa3"/>
    <p:sldLayoutId xmlns:r="http://schemas.openxmlformats.org/officeDocument/2006/relationships" id="2147483655" r:id="Re3933e1287d54462"/>
    <p:sldLayoutId xmlns:r="http://schemas.openxmlformats.org/officeDocument/2006/relationships" id="2147483656" r:id="R6aa43a466d96400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3.xml" Id="Rda941b1838244bc7" /><ns0:Relationship Type="http://schemas.openxmlformats.org/officeDocument/2006/relationships/image" Target="/ppt/media/image2.png" Id="R6dd10e0f880c45a6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5f414f193494ae7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b51a772b77b431b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eb1411b250c4539" /><ns0:Relationship Type="http://schemas.openxmlformats.org/officeDocument/2006/relationships/hyperlink" Target="../Code/01_memory.ipynb" TargetMode="External" Id="R638e7fd2fbe046c5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2713c140fca4c8b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090a7fa03db487f" /><ns0:Relationship Type="http://schemas.openxmlformats.org/officeDocument/2006/relationships/hyperlink" Target="../Code/01_memory.ipynb" TargetMode="External" Id="Rf2fc100429f540ec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cd2bc6bb0644f1f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bf80a6cf03f483b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308c4cfbeb847e7" /><ns0:Relationship Type="http://schemas.openxmlformats.org/officeDocument/2006/relationships/hyperlink" Target="../Code/01_memory.ipynb" TargetMode="External" Id="Rbe7b2dd652954337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c694d08a61f4abf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8b36edc36494d0c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481d97a044c42e8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08190563f3149c2" /><ns0:Relationship Type="http://schemas.openxmlformats.org/officeDocument/2006/relationships/hyperlink" Target="../Code/01_memory.ipynb" TargetMode="External" Id="R5cc4a9c5fe8f4f88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882c6f8d16849ef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b26bb0601554e17" /><ns0:Relationship Type="http://schemas.openxmlformats.org/officeDocument/2006/relationships/hyperlink" Target="https://docs.langchain.com/oss/python/langgraph/persistence" TargetMode="External" Id="R2ba8b9930ee944a8" /><ns0:Relationship Type="http://schemas.openxmlformats.org/officeDocument/2006/relationships/hyperlink" Target="https://docs.langchain.com/oss/python/langgraph/persistence" TargetMode="External" Id="R2ad0e50692c9476a" /><ns0:Relationship Type="http://schemas.openxmlformats.org/officeDocument/2006/relationships/hyperlink" Target="https://docs.langchain.com/oss/python/langgraph/graph-api" TargetMode="External" Id="R306a9d5c97a744d5" /><ns0:Relationship Type="http://schemas.openxmlformats.org/officeDocument/2006/relationships/hyperlink" Target="https://docs.langchain.com/oss/python/langgraph/graph-api" TargetMode="External" Id="R88ad1f5e73984bb1" /><ns0:Relationship Type="http://schemas.openxmlformats.org/officeDocument/2006/relationships/hyperlink" Target="https://docs.langchain.com/oss/python/langgraph/add-memory" TargetMode="External" Id="R7062174c92e44b6f" /><ns0:Relationship Type="http://schemas.openxmlformats.org/officeDocument/2006/relationships/hyperlink" Target="https://docs.langchain.com/oss/python/langgraph/add-memory" TargetMode="External" Id="R8ebfc0158c4b437e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23E2CA0-25C4-4FBC-91B7-70ECAD48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0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Alessandro Emmanuel Pecora · 30 October 2026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671F37A-9C3B-4F2D-951B-FB8AADDF2EF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10e0f880c45a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m0-text-1">
            <a:extLst xmlns:a="http://schemas.openxmlformats.org/drawingml/2006/main">
              <a:ext uri="{FF2B5EF4-FFF2-40B4-BE49-F238E27FC236}">
                <a16:creationId xmlns:a16="http://schemas.microsoft.com/office/drawing/2014/main" id="{42240BCB-CB11-468E-AB0E-9B00F39E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Module 2 - Chapter 02</a:t>
            </a:r>
          </a:p>
          <a:p xmlns:a="http://schemas.openxmlformats.org/drawingml/2006/main">
            <a:pPr>
              <a:buNone/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Building Stateful Agents with Memory</a:t>
            </a:r>
          </a:p>
        </p:txBody>
      </p:sp>
      <p:sp>
        <p:nvSpPr>
          <p:cNvPr id="29" name="m1-text-266">
            <a:extLst xmlns:a="http://schemas.openxmlformats.org/drawingml/2006/main">
              <a:ext uri="{FF2B5EF4-FFF2-40B4-BE49-F238E27FC236}">
                <a16:creationId xmlns:a16="http://schemas.microsoft.com/office/drawing/2014/main" id="{3BB0F476-8304-4F09-BB14-952D406D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1" name="c2-text-33">
            <a:extLst xmlns:a="http://schemas.openxmlformats.org/drawingml/2006/main">
              <a:ext uri="{FF2B5EF4-FFF2-40B4-BE49-F238E27FC236}">
                <a16:creationId xmlns:a16="http://schemas.microsoft.com/office/drawing/2014/main" id="{BDE23DF7-EB72-4801-8530-87C0CD00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3" name="c2-text-151">
            <a:extLst xmlns:a="http://schemas.openxmlformats.org/drawingml/2006/main">
              <a:ext uri="{FF2B5EF4-FFF2-40B4-BE49-F238E27FC236}">
                <a16:creationId xmlns:a16="http://schemas.microsoft.com/office/drawing/2014/main" id="{6AFF5EB8-9E72-4719-9542-1566CA77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5" name="c2-text-197">
            <a:extLst xmlns:a="http://schemas.openxmlformats.org/drawingml/2006/main">
              <a:ext uri="{FF2B5EF4-FFF2-40B4-BE49-F238E27FC236}">
                <a16:creationId xmlns:a16="http://schemas.microsoft.com/office/drawing/2014/main" id="{873E902F-219A-4954-B177-DD955470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7" name="c2-text-223">
            <a:extLst xmlns:a="http://schemas.openxmlformats.org/drawingml/2006/main">
              <a:ext uri="{FF2B5EF4-FFF2-40B4-BE49-F238E27FC236}">
                <a16:creationId xmlns:a16="http://schemas.microsoft.com/office/drawing/2014/main" id="{A305475C-F33A-453B-BD1E-35E07D3E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9" name="c2-text-217">
            <a:extLst xmlns:a="http://schemas.openxmlformats.org/drawingml/2006/main">
              <a:ext uri="{FF2B5EF4-FFF2-40B4-BE49-F238E27FC236}">
                <a16:creationId xmlns:a16="http://schemas.microsoft.com/office/drawing/2014/main" id="{7B5494E3-495E-4E40-A97B-845CBC97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1" name="c2-text-198">
            <a:extLst xmlns:a="http://schemas.openxmlformats.org/drawingml/2006/main">
              <a:ext uri="{FF2B5EF4-FFF2-40B4-BE49-F238E27FC236}">
                <a16:creationId xmlns:a16="http://schemas.microsoft.com/office/drawing/2014/main" id="{70AC672E-C96B-41A3-B850-987365D0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3" name="c2-text-211">
            <a:extLst xmlns:a="http://schemas.openxmlformats.org/drawingml/2006/main">
              <a:ext uri="{FF2B5EF4-FFF2-40B4-BE49-F238E27FC236}">
                <a16:creationId xmlns:a16="http://schemas.microsoft.com/office/drawing/2014/main" id="{DCB5F5CB-2D5B-422D-B5DF-6E628156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5" name="c2-text-220">
            <a:extLst xmlns:a="http://schemas.openxmlformats.org/drawingml/2006/main">
              <a:ext uri="{FF2B5EF4-FFF2-40B4-BE49-F238E27FC236}">
                <a16:creationId xmlns:a16="http://schemas.microsoft.com/office/drawing/2014/main" id="{E51B7192-FD18-487B-8BD5-C7554404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7" name="c2-text-265">
            <a:extLst xmlns:a="http://schemas.openxmlformats.org/drawingml/2006/main">
              <a:ext uri="{FF2B5EF4-FFF2-40B4-BE49-F238E27FC236}">
                <a16:creationId xmlns:a16="http://schemas.microsoft.com/office/drawing/2014/main" id="{DDB11875-B60B-4CD9-87A5-5274469B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9" name="c2-text-282">
            <a:extLst xmlns:a="http://schemas.openxmlformats.org/drawingml/2006/main">
              <a:ext uri="{FF2B5EF4-FFF2-40B4-BE49-F238E27FC236}">
                <a16:creationId xmlns:a16="http://schemas.microsoft.com/office/drawing/2014/main" id="{F5485890-4DD9-408B-B0E0-2577FD1A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1" name="c2-text-275">
            <a:extLst xmlns:a="http://schemas.openxmlformats.org/drawingml/2006/main">
              <a:ext uri="{FF2B5EF4-FFF2-40B4-BE49-F238E27FC236}">
                <a16:creationId xmlns:a16="http://schemas.microsoft.com/office/drawing/2014/main" id="{2FADCB92-2930-4079-9725-B8A8EC75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3" name="c3-text-151">
            <a:extLst xmlns:a="http://schemas.openxmlformats.org/drawingml/2006/main">
              <a:ext uri="{FF2B5EF4-FFF2-40B4-BE49-F238E27FC236}">
                <a16:creationId xmlns:a16="http://schemas.microsoft.com/office/drawing/2014/main" id="{97E82599-7F9D-4639-96B5-FF55C39F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48615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1">
            <a:extLst xmlns:a="http://schemas.openxmlformats.org/drawingml/2006/main">
              <a:ext uri="{FF2B5EF4-FFF2-40B4-BE49-F238E27FC236}">
                <a16:creationId xmlns:a16="http://schemas.microsoft.com/office/drawing/2014/main" id="{5B3AEAEF-A515-4BB9-8A91-5195BBBE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">
            <a:extLst xmlns:a="http://schemas.openxmlformats.org/drawingml/2006/main">
              <a:ext uri="{FF2B5EF4-FFF2-40B4-BE49-F238E27FC236}">
                <a16:creationId xmlns:a16="http://schemas.microsoft.com/office/drawing/2014/main" id="{E23150E1-8418-42C6-9184-85BB3FBD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From a List to a Checkpointer [1] [3]</a:t>
            </a:r>
          </a:p>
        </p:txBody>
      </p:sp>
      <p:sp>
        <p:nvSpPr>
          <p:cNvPr id="3" name="c3-text-3">
            <a:extLst xmlns:a="http://schemas.openxmlformats.org/drawingml/2006/main">
              <a:ext uri="{FF2B5EF4-FFF2-40B4-BE49-F238E27FC236}">
                <a16:creationId xmlns:a16="http://schemas.microsoft.com/office/drawing/2014/main" id="{8B69F0B7-06F9-454E-B032-92704E4A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4">
            <a:extLst xmlns:a="http://schemas.openxmlformats.org/drawingml/2006/main">
              <a:ext uri="{FF2B5EF4-FFF2-40B4-BE49-F238E27FC236}">
                <a16:creationId xmlns:a16="http://schemas.microsoft.com/office/drawing/2014/main" id="{32F6E9E4-3394-4AA2-B1D1-6E5F8F91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7719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5">
            <a:extLst xmlns:a="http://schemas.openxmlformats.org/drawingml/2006/main">
              <a:ext uri="{FF2B5EF4-FFF2-40B4-BE49-F238E27FC236}">
                <a16:creationId xmlns:a16="http://schemas.microsoft.com/office/drawing/2014/main" id="{78A6AC00-E9F6-4092-8402-D85D7C94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6">
            <a:extLst xmlns:a="http://schemas.openxmlformats.org/drawingml/2006/main">
              <a:ext uri="{FF2B5EF4-FFF2-40B4-BE49-F238E27FC236}">
                <a16:creationId xmlns:a16="http://schemas.microsoft.com/office/drawing/2014/main" id="{E64DD933-9D02-4B7D-B60C-EC1582C6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Module 1: your list</a:t>
            </a:r>
          </a:p>
        </p:txBody>
      </p:sp>
      <p:sp>
        <p:nvSpPr>
          <p:cNvPr id="7" name="c3-text-7">
            <a:extLst xmlns:a="http://schemas.openxmlformats.org/drawingml/2006/main">
              <a:ext uri="{FF2B5EF4-FFF2-40B4-BE49-F238E27FC236}">
                <a16:creationId xmlns:a16="http://schemas.microsoft.com/office/drawing/2014/main" id="{96414B2D-4A68-4E74-B03B-3F25FAC6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339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Append human and AI messages.</a:t>
            </a:r>
          </a:p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Resend the whole list on each call.</a:t>
            </a:r>
          </a:p>
        </p:txBody>
      </p:sp>
      <p:sp>
        <p:nvSpPr>
          <p:cNvPr id="8" name="c3-shape-8">
            <a:extLst xmlns:a="http://schemas.openxmlformats.org/drawingml/2006/main">
              <a:ext uri="{FF2B5EF4-FFF2-40B4-BE49-F238E27FC236}">
                <a16:creationId xmlns:a16="http://schemas.microsoft.com/office/drawing/2014/main" id="{37AA19AC-F992-4CBE-82B8-2D701A2B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85925"/>
            <a:ext cx="37719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9">
            <a:extLst xmlns:a="http://schemas.openxmlformats.org/drawingml/2006/main">
              <a:ext uri="{FF2B5EF4-FFF2-40B4-BE49-F238E27FC236}">
                <a16:creationId xmlns:a16="http://schemas.microsoft.com/office/drawing/2014/main" id="{85D81A89-75D6-4535-B82E-B9879BF2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478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10">
            <a:extLst xmlns:a="http://schemas.openxmlformats.org/drawingml/2006/main">
              <a:ext uri="{FF2B5EF4-FFF2-40B4-BE49-F238E27FC236}">
                <a16:creationId xmlns:a16="http://schemas.microsoft.com/office/drawing/2014/main" id="{F711FE5C-0E24-452C-8C80-93FCDC2A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431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LangGraph</a:t>
            </a:r>
          </a:p>
        </p:txBody>
      </p:sp>
      <p:sp>
        <p:nvSpPr>
          <p:cNvPr id="11" name="c3-text-11">
            <a:extLst xmlns:a="http://schemas.openxmlformats.org/drawingml/2006/main">
              <a:ext uri="{FF2B5EF4-FFF2-40B4-BE49-F238E27FC236}">
                <a16:creationId xmlns:a16="http://schemas.microsoft.com/office/drawing/2014/main" id="{7804435E-2080-4661-AB25-E1F9B35B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339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Messages live in the graph state.</a:t>
            </a:r>
          </a:p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checkpointer saves them per conversation.</a:t>
            </a:r>
          </a:p>
        </p:txBody>
      </p:sp>
      <p:sp>
        <p:nvSpPr>
          <p:cNvPr id="12" name="c3-shape-12">
            <a:extLst xmlns:a="http://schemas.openxmlformats.org/drawingml/2006/main">
              <a:ext uri="{FF2B5EF4-FFF2-40B4-BE49-F238E27FC236}">
                <a16:creationId xmlns:a16="http://schemas.microsoft.com/office/drawing/2014/main" id="{9F95947B-E29C-4F17-9979-7AF69EBA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13">
            <a:extLst xmlns:a="http://schemas.openxmlformats.org/drawingml/2006/main">
              <a:ext uri="{FF2B5EF4-FFF2-40B4-BE49-F238E27FC236}">
                <a16:creationId xmlns:a16="http://schemas.microsoft.com/office/drawing/2014/main" id="{ED8A5F08-829E-4F8D-BEFD-80B3664B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Same idea; the graph manages it for us.</a:t>
            </a:r>
          </a:p>
        </p:txBody>
      </p:sp>
      <p:sp>
        <p:nvSpPr>
          <p:cNvPr id="14" name="c3-text-152">
            <a:extLst xmlns:a="http://schemas.openxmlformats.org/drawingml/2006/main">
              <a:ext uri="{FF2B5EF4-FFF2-40B4-BE49-F238E27FC236}">
                <a16:creationId xmlns:a16="http://schemas.microsoft.com/office/drawing/2014/main" id="{CA2E19F9-27E7-435D-97C1-4EF2D304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725185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14">
            <a:extLst xmlns:a="http://schemas.openxmlformats.org/drawingml/2006/main">
              <a:ext uri="{FF2B5EF4-FFF2-40B4-BE49-F238E27FC236}">
                <a16:creationId xmlns:a16="http://schemas.microsoft.com/office/drawing/2014/main" id="{B981A1BC-A949-4ED5-8CAC-C8658171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5">
            <a:extLst xmlns:a="http://schemas.openxmlformats.org/drawingml/2006/main">
              <a:ext uri="{FF2B5EF4-FFF2-40B4-BE49-F238E27FC236}">
                <a16:creationId xmlns:a16="http://schemas.microsoft.com/office/drawing/2014/main" id="{E4921221-9E8A-4578-B617-E4D62875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Messages in State [2]</a:t>
            </a:r>
          </a:p>
        </p:txBody>
      </p:sp>
      <p:sp>
        <p:nvSpPr>
          <p:cNvPr id="3" name="c3-text-16">
            <a:extLst xmlns:a="http://schemas.openxmlformats.org/drawingml/2006/main">
              <a:ext uri="{FF2B5EF4-FFF2-40B4-BE49-F238E27FC236}">
                <a16:creationId xmlns:a16="http://schemas.microsoft.com/office/drawing/2014/main" id="{D6384B33-3ECA-4570-A121-4D45E341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17">
            <a:extLst xmlns:a="http://schemas.openxmlformats.org/drawingml/2006/main">
              <a:ext uri="{FF2B5EF4-FFF2-40B4-BE49-F238E27FC236}">
                <a16:creationId xmlns:a16="http://schemas.microsoft.com/office/drawing/2014/main" id="{790E449E-C42E-48B0-A1BF-52AA4172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18">
            <a:extLst xmlns:a="http://schemas.openxmlformats.org/drawingml/2006/main">
              <a:ext uri="{FF2B5EF4-FFF2-40B4-BE49-F238E27FC236}">
                <a16:creationId xmlns:a16="http://schemas.microsoft.com/office/drawing/2014/main" id="{694624B8-C735-4C8D-AFDA-5A59690F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typing </a:t>
            </a:r>
            <a:r>
              <a:rPr sz="16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Annotated</a:t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langgraph.graph.message </a:t>
            </a:r>
            <a:r>
              <a:rPr sz="16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add_messages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ChatState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(TypedDict):</a:t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messages: Annotated[list, add_messages]</a:t>
            </a:r>
          </a:p>
        </p:txBody>
      </p:sp>
      <p:sp>
        <p:nvSpPr>
          <p:cNvPr id="6" name="c3-text-19">
            <a:extLst xmlns:a="http://schemas.openxmlformats.org/drawingml/2006/main">
              <a:ext uri="{FF2B5EF4-FFF2-40B4-BE49-F238E27FC236}">
                <a16:creationId xmlns:a16="http://schemas.microsoft.com/office/drawing/2014/main" id="{C8BC6563-E1E4-4AE7-8254-284F5327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Annotated attaches a reducer to the messages key.</a:t>
            </a:r>
          </a:p>
        </p:txBody>
      </p:sp>
      <p:sp>
        <p:nvSpPr>
          <p:cNvPr id="7" name="c3-text-153">
            <a:extLst xmlns:a="http://schemas.openxmlformats.org/drawingml/2006/main">
              <a:ext uri="{FF2B5EF4-FFF2-40B4-BE49-F238E27FC236}">
                <a16:creationId xmlns:a16="http://schemas.microsoft.com/office/drawing/2014/main" id="{03FB8412-69B0-4689-962F-62AC4994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95281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20">
            <a:extLst xmlns:a="http://schemas.openxmlformats.org/drawingml/2006/main">
              <a:ext uri="{FF2B5EF4-FFF2-40B4-BE49-F238E27FC236}">
                <a16:creationId xmlns:a16="http://schemas.microsoft.com/office/drawing/2014/main" id="{C4EEC592-EBEA-4C9E-8833-0DD650DC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1">
            <a:extLst xmlns:a="http://schemas.openxmlformats.org/drawingml/2006/main">
              <a:ext uri="{FF2B5EF4-FFF2-40B4-BE49-F238E27FC236}">
                <a16:creationId xmlns:a16="http://schemas.microsoft.com/office/drawing/2014/main" id="{11F746F9-A19C-43E8-BCCF-A501CB55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Replace or Append [2]</a:t>
            </a:r>
          </a:p>
        </p:txBody>
      </p:sp>
      <p:sp>
        <p:nvSpPr>
          <p:cNvPr id="3" name="c3-text-22">
            <a:extLst xmlns:a="http://schemas.openxmlformats.org/drawingml/2006/main">
              <a:ext uri="{FF2B5EF4-FFF2-40B4-BE49-F238E27FC236}">
                <a16:creationId xmlns:a16="http://schemas.microsoft.com/office/drawing/2014/main" id="{87ABC30F-363A-4A6C-99AE-5D777A1C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23">
            <a:extLst xmlns:a="http://schemas.openxmlformats.org/drawingml/2006/main">
              <a:ext uri="{FF2B5EF4-FFF2-40B4-BE49-F238E27FC236}">
                <a16:creationId xmlns:a16="http://schemas.microsoft.com/office/drawing/2014/main" id="{E8EA7E71-2327-4599-9718-427930AF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771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24">
            <a:extLst xmlns:a="http://schemas.openxmlformats.org/drawingml/2006/main">
              <a:ext uri="{FF2B5EF4-FFF2-40B4-BE49-F238E27FC236}">
                <a16:creationId xmlns:a16="http://schemas.microsoft.com/office/drawing/2014/main" id="{C0586309-0489-4187-A362-66C0030A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25">
            <a:extLst xmlns:a="http://schemas.openxmlformats.org/drawingml/2006/main">
              <a:ext uri="{FF2B5EF4-FFF2-40B4-BE49-F238E27FC236}">
                <a16:creationId xmlns:a16="http://schemas.microsoft.com/office/drawing/2014/main" id="{D727E21E-5018-4468-BB05-F8447DFF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Default (Chapter 01)</a:t>
            </a:r>
          </a:p>
        </p:txBody>
      </p:sp>
      <p:sp>
        <p:nvSpPr>
          <p:cNvPr id="7" name="c3-text-26">
            <a:extLst xmlns:a="http://schemas.openxmlformats.org/drawingml/2006/main">
              <a:ext uri="{FF2B5EF4-FFF2-40B4-BE49-F238E27FC236}">
                <a16:creationId xmlns:a16="http://schemas.microsoft.com/office/drawing/2014/main" id="{B3A1F9CA-AD17-4AB7-91BB-43534B44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339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new value replaces the old one.</a:t>
            </a:r>
          </a:p>
        </p:txBody>
      </p:sp>
      <p:sp>
        <p:nvSpPr>
          <p:cNvPr id="8" name="c3-shape-27">
            <a:extLst xmlns:a="http://schemas.openxmlformats.org/drawingml/2006/main">
              <a:ext uri="{FF2B5EF4-FFF2-40B4-BE49-F238E27FC236}">
                <a16:creationId xmlns:a16="http://schemas.microsoft.com/office/drawing/2014/main" id="{C635BF6D-88CC-4A9C-BB58-292C9C5D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3771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28">
            <a:extLst xmlns:a="http://schemas.openxmlformats.org/drawingml/2006/main">
              <a:ext uri="{FF2B5EF4-FFF2-40B4-BE49-F238E27FC236}">
                <a16:creationId xmlns:a16="http://schemas.microsoft.com/office/drawing/2014/main" id="{8815B125-B7BD-4181-89C7-16F3B4BC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29">
            <a:extLst xmlns:a="http://schemas.openxmlformats.org/drawingml/2006/main">
              <a:ext uri="{FF2B5EF4-FFF2-40B4-BE49-F238E27FC236}">
                <a16:creationId xmlns:a16="http://schemas.microsoft.com/office/drawing/2014/main" id="{7593FCE5-EBD8-4010-A7E0-B25CBC39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add_messages</a:t>
            </a:r>
          </a:p>
        </p:txBody>
      </p:sp>
      <p:sp>
        <p:nvSpPr>
          <p:cNvPr id="11" name="c3-text-30">
            <a:extLst xmlns:a="http://schemas.openxmlformats.org/drawingml/2006/main">
              <a:ext uri="{FF2B5EF4-FFF2-40B4-BE49-F238E27FC236}">
                <a16:creationId xmlns:a16="http://schemas.microsoft.com/office/drawing/2014/main" id="{C7BEDC83-8455-4AC4-8F45-409C877B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19325"/>
            <a:ext cx="339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New messages are appended to the list.</a:t>
            </a:r>
          </a:p>
        </p:txBody>
      </p:sp>
      <p:sp>
        <p:nvSpPr>
          <p:cNvPr id="12" name="c3-text-31">
            <a:extLst xmlns:a="http://schemas.openxmlformats.org/drawingml/2006/main">
              <a:ext uri="{FF2B5EF4-FFF2-40B4-BE49-F238E27FC236}">
                <a16:creationId xmlns:a16="http://schemas.microsoft.com/office/drawing/2014/main" id="{2B4BCF08-A8B7-4878-B76D-3D8E0BCD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MessagesState provides the same messages key and reducer, ready-made.</a:t>
            </a:r>
          </a:p>
        </p:txBody>
      </p:sp>
      <p:sp>
        <p:nvSpPr>
          <p:cNvPr id="13" name="c3-text-32">
            <a:hlinkClick xmlns:r="http://schemas.openxmlformats.org/officeDocument/2006/relationships" xmlns:a="http://schemas.openxmlformats.org/drawingml/2006/main" r:id="R638e7fd2fbe046c5"/>
            <a:extLst xmlns:a="http://schemas.openxmlformats.org/drawingml/2006/main">
              <a:ext uri="{FF2B5EF4-FFF2-40B4-BE49-F238E27FC236}">
                <a16:creationId xmlns:a16="http://schemas.microsoft.com/office/drawing/2014/main" id="{8279F861-B922-4D0B-AD2F-362A6EB2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792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01_memory.ipynb: 1. Messages in state</a:t>
            </a:r>
          </a:p>
        </p:txBody>
      </p:sp>
      <p:sp>
        <p:nvSpPr>
          <p:cNvPr id="14" name="c3-text-154">
            <a:extLst xmlns:a="http://schemas.openxmlformats.org/drawingml/2006/main">
              <a:ext uri="{FF2B5EF4-FFF2-40B4-BE49-F238E27FC236}">
                <a16:creationId xmlns:a16="http://schemas.microsoft.com/office/drawing/2014/main" id="{BE68270A-27A8-4B55-B954-0348D270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5507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33">
            <a:extLst xmlns:a="http://schemas.openxmlformats.org/drawingml/2006/main">
              <a:ext uri="{FF2B5EF4-FFF2-40B4-BE49-F238E27FC236}">
                <a16:creationId xmlns:a16="http://schemas.microsoft.com/office/drawing/2014/main" id="{3D2B5709-5A78-4EC2-8808-86CF0452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34">
            <a:extLst xmlns:a="http://schemas.openxmlformats.org/drawingml/2006/main">
              <a:ext uri="{FF2B5EF4-FFF2-40B4-BE49-F238E27FC236}">
                <a16:creationId xmlns:a16="http://schemas.microsoft.com/office/drawing/2014/main" id="{D415B6CD-7010-4000-BBFC-E717516A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Chatbot Node [2]</a:t>
            </a:r>
          </a:p>
        </p:txBody>
      </p:sp>
      <p:sp>
        <p:nvSpPr>
          <p:cNvPr id="3" name="c3-text-35">
            <a:extLst xmlns:a="http://schemas.openxmlformats.org/drawingml/2006/main">
              <a:ext uri="{FF2B5EF4-FFF2-40B4-BE49-F238E27FC236}">
                <a16:creationId xmlns:a16="http://schemas.microsoft.com/office/drawing/2014/main" id="{C37F7DE6-63E9-4994-A4A5-412F99A7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36">
            <a:extLst xmlns:a="http://schemas.openxmlformats.org/drawingml/2006/main">
              <a:ext uri="{FF2B5EF4-FFF2-40B4-BE49-F238E27FC236}">
                <a16:creationId xmlns:a16="http://schemas.microsoft.com/office/drawing/2014/main" id="{1FA2ED48-5B66-4F62-9806-3E5881E8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37">
            <a:extLst xmlns:a="http://schemas.openxmlformats.org/drawingml/2006/main">
              <a:ext uri="{FF2B5EF4-FFF2-40B4-BE49-F238E27FC236}">
                <a16:creationId xmlns:a16="http://schemas.microsoft.com/office/drawing/2014/main" id="{46D05A82-89D5-47A2-B9B1-D8A96CE6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system = 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SystemMessage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50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"You are a friendly museum guide. Reply briefly."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chatbot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(state: MessagesState):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reply = llm.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invoke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([system] + state[</a:t>
            </a:r>
            <a:r>
              <a:rPr sz="150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])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50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{</a:t>
            </a:r>
            <a:r>
              <a:rPr sz="150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[reply]}</a:t>
            </a:r>
          </a:p>
        </p:txBody>
      </p:sp>
      <p:sp>
        <p:nvSpPr>
          <p:cNvPr id="6" name="c3-shape-38">
            <a:extLst xmlns:a="http://schemas.openxmlformats.org/drawingml/2006/main">
              <a:ext uri="{FF2B5EF4-FFF2-40B4-BE49-F238E27FC236}">
                <a16:creationId xmlns:a16="http://schemas.microsoft.com/office/drawing/2014/main" id="{6583DD5A-4315-43C4-88A9-E2C7C80A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39">
            <a:extLst xmlns:a="http://schemas.openxmlformats.org/drawingml/2006/main">
              <a:ext uri="{FF2B5EF4-FFF2-40B4-BE49-F238E27FC236}">
                <a16:creationId xmlns:a16="http://schemas.microsoft.com/office/drawing/2014/main" id="{363FD1BD-3E6C-44E9-9DE3-192B3FDD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node sends the instruction and the messages; it returns only the reply.</a:t>
            </a:r>
          </a:p>
        </p:txBody>
      </p:sp>
      <p:sp>
        <p:nvSpPr>
          <p:cNvPr id="8" name="c3-text-155">
            <a:extLst xmlns:a="http://schemas.openxmlformats.org/drawingml/2006/main">
              <a:ext uri="{FF2B5EF4-FFF2-40B4-BE49-F238E27FC236}">
                <a16:creationId xmlns:a16="http://schemas.microsoft.com/office/drawing/2014/main" id="{840E283A-1021-4F63-8411-056C982F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024363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3-text-40">
            <a:extLst xmlns:a="http://schemas.openxmlformats.org/drawingml/2006/main">
              <a:ext uri="{FF2B5EF4-FFF2-40B4-BE49-F238E27FC236}">
                <a16:creationId xmlns:a16="http://schemas.microsoft.com/office/drawing/2014/main" id="{1FD036C7-12DA-4285-9C15-BC5FCA3F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41">
            <a:extLst xmlns:a="http://schemas.openxmlformats.org/drawingml/2006/main">
              <a:ext uri="{FF2B5EF4-FFF2-40B4-BE49-F238E27FC236}">
                <a16:creationId xmlns:a16="http://schemas.microsoft.com/office/drawing/2014/main" id="{B1CFE39A-49A5-4E49-8591-CEE1EC7C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Without a Checkpointer</a:t>
            </a:r>
          </a:p>
        </p:txBody>
      </p:sp>
      <p:sp>
        <p:nvSpPr>
          <p:cNvPr id="3" name="c3-text-42">
            <a:extLst xmlns:a="http://schemas.openxmlformats.org/drawingml/2006/main">
              <a:ext uri="{FF2B5EF4-FFF2-40B4-BE49-F238E27FC236}">
                <a16:creationId xmlns:a16="http://schemas.microsoft.com/office/drawing/2014/main" id="{C052E742-2B5F-432C-A76A-C40B67EB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43">
            <a:extLst xmlns:a="http://schemas.openxmlformats.org/drawingml/2006/main">
              <a:ext uri="{FF2B5EF4-FFF2-40B4-BE49-F238E27FC236}">
                <a16:creationId xmlns:a16="http://schemas.microsoft.com/office/drawing/2014/main" id="{8F070CFF-B6D5-434E-9207-583D8F9D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810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5" name="c3-text-44">
            <a:extLst xmlns:a="http://schemas.openxmlformats.org/drawingml/2006/main">
              <a:ext uri="{FF2B5EF4-FFF2-40B4-BE49-F238E27FC236}">
                <a16:creationId xmlns:a16="http://schemas.microsoft.com/office/drawing/2014/main" id="{46EFCB3F-099D-4D72-96DF-A1E4D3E8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358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invoke 1: "My name is Lea."</a:t>
            </a:r>
          </a:p>
        </p:txBody>
      </p:sp>
      <p:sp>
        <p:nvSpPr>
          <p:cNvPr id="6" name="c3-shape-45">
            <a:extLst xmlns:a="http://schemas.openxmlformats.org/drawingml/2006/main">
              <a:ext uri="{FF2B5EF4-FFF2-40B4-BE49-F238E27FC236}">
                <a16:creationId xmlns:a16="http://schemas.microsoft.com/office/drawing/2014/main" id="{52BFE05A-25D8-4C66-B3CB-9B61DD6E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66900"/>
            <a:ext cx="3810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7" name="c3-shape-46">
            <a:extLst xmlns:a="http://schemas.openxmlformats.org/drawingml/2006/main">
              <a:ext uri="{FF2B5EF4-FFF2-40B4-BE49-F238E27FC236}">
                <a16:creationId xmlns:a16="http://schemas.microsoft.com/office/drawing/2014/main" id="{6872CA35-744B-41C5-96B8-176A771B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19250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8" name="c3-text-47">
            <a:extLst xmlns:a="http://schemas.openxmlformats.org/drawingml/2006/main">
              <a:ext uri="{FF2B5EF4-FFF2-40B4-BE49-F238E27FC236}">
                <a16:creationId xmlns:a16="http://schemas.microsoft.com/office/drawing/2014/main" id="{3A62F4AB-3A64-4F50-A599-C5856C2C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954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"Nice to meet you, Lea!"</a:t>
            </a:r>
          </a:p>
        </p:txBody>
      </p:sp>
      <p:sp>
        <p:nvSpPr>
          <p:cNvPr id="9" name="c3-shape-48">
            <a:extLst xmlns:a="http://schemas.openxmlformats.org/drawingml/2006/main">
              <a:ext uri="{FF2B5EF4-FFF2-40B4-BE49-F238E27FC236}">
                <a16:creationId xmlns:a16="http://schemas.microsoft.com/office/drawing/2014/main" id="{FFBA4214-620B-4D9A-AEC5-7698E1D0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810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49">
            <a:extLst xmlns:a="http://schemas.openxmlformats.org/drawingml/2006/main">
              <a:ext uri="{FF2B5EF4-FFF2-40B4-BE49-F238E27FC236}">
                <a16:creationId xmlns:a16="http://schemas.microsoft.com/office/drawing/2014/main" id="{B1C05910-AE69-4868-92CF-02F7F19B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358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invoke 2: "What is my name?"</a:t>
            </a:r>
          </a:p>
        </p:txBody>
      </p:sp>
      <p:sp>
        <p:nvSpPr>
          <p:cNvPr id="11" name="c3-shape-50">
            <a:extLst xmlns:a="http://schemas.openxmlformats.org/drawingml/2006/main">
              <a:ext uri="{FF2B5EF4-FFF2-40B4-BE49-F238E27FC236}">
                <a16:creationId xmlns:a16="http://schemas.microsoft.com/office/drawing/2014/main" id="{2181918B-D9CB-4477-A8FA-48C2702C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19400"/>
            <a:ext cx="3810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2" name="c3-shape-51">
            <a:extLst xmlns:a="http://schemas.openxmlformats.org/drawingml/2006/main">
              <a:ext uri="{FF2B5EF4-FFF2-40B4-BE49-F238E27FC236}">
                <a16:creationId xmlns:a16="http://schemas.microsoft.com/office/drawing/2014/main" id="{45716F7C-22D3-452D-BF92-B7DA4ADC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3" name="c3-text-52">
            <a:extLst xmlns:a="http://schemas.openxmlformats.org/drawingml/2006/main">
              <a:ext uri="{FF2B5EF4-FFF2-40B4-BE49-F238E27FC236}">
                <a16:creationId xmlns:a16="http://schemas.microsoft.com/office/drawing/2014/main" id="{75FA5F98-5285-4718-A147-C74EC58F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479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"I'm not sure."</a:t>
            </a:r>
          </a:p>
        </p:txBody>
      </p:sp>
      <p:sp>
        <p:nvSpPr>
          <p:cNvPr id="14" name="c3-text-53">
            <a:extLst xmlns:a="http://schemas.openxmlformats.org/drawingml/2006/main">
              <a:ext uri="{FF2B5EF4-FFF2-40B4-BE49-F238E27FC236}">
                <a16:creationId xmlns:a16="http://schemas.microsoft.com/office/drawing/2014/main" id="{D65FFCD3-B1E3-4E16-A317-64D9BC67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Each invoke starts from an empty state.</a:t>
            </a:r>
          </a:p>
        </p:txBody>
      </p:sp>
      <p:sp>
        <p:nvSpPr>
          <p:cNvPr id="15" name="c3-text-54">
            <a:hlinkClick xmlns:r="http://schemas.openxmlformats.org/officeDocument/2006/relationships" xmlns:a="http://schemas.openxmlformats.org/drawingml/2006/main" r:id="Rf2fc100429f540ec"/>
            <a:extLst xmlns:a="http://schemas.openxmlformats.org/drawingml/2006/main">
              <a:ext uri="{FF2B5EF4-FFF2-40B4-BE49-F238E27FC236}">
                <a16:creationId xmlns:a16="http://schemas.microsoft.com/office/drawing/2014/main" id="{BB2AF7FA-F8FD-4C0A-B2E4-200B7F06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792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01_memory.ipynb: 2. A chatbot node</a:t>
            </a:r>
          </a:p>
        </p:txBody>
      </p:sp>
      <p:sp>
        <p:nvSpPr>
          <p:cNvPr id="16" name="c3-text-156">
            <a:extLst xmlns:a="http://schemas.openxmlformats.org/drawingml/2006/main">
              <a:ext uri="{FF2B5EF4-FFF2-40B4-BE49-F238E27FC236}">
                <a16:creationId xmlns:a16="http://schemas.microsoft.com/office/drawing/2014/main" id="{B75DE0B0-DD79-4CE5-A0C0-8BC6D03D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70816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55">
            <a:extLst xmlns:a="http://schemas.openxmlformats.org/drawingml/2006/main">
              <a:ext uri="{FF2B5EF4-FFF2-40B4-BE49-F238E27FC236}">
                <a16:creationId xmlns:a16="http://schemas.microsoft.com/office/drawing/2014/main" id="{AB4CA1CE-428C-4F4E-B358-D15EB8A9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56">
            <a:extLst xmlns:a="http://schemas.openxmlformats.org/drawingml/2006/main">
              <a:ext uri="{FF2B5EF4-FFF2-40B4-BE49-F238E27FC236}">
                <a16:creationId xmlns:a16="http://schemas.microsoft.com/office/drawing/2014/main" id="{97FE6301-FE9F-4770-B37A-41F4FD63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Checkpointer and Threads [1]</a:t>
            </a:r>
          </a:p>
        </p:txBody>
      </p:sp>
      <p:sp>
        <p:nvSpPr>
          <p:cNvPr id="3" name="c3-text-57">
            <a:extLst xmlns:a="http://schemas.openxmlformats.org/drawingml/2006/main">
              <a:ext uri="{FF2B5EF4-FFF2-40B4-BE49-F238E27FC236}">
                <a16:creationId xmlns:a16="http://schemas.microsoft.com/office/drawing/2014/main" id="{D63D83F0-EB0D-482C-8EE6-3704183E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58">
            <a:extLst xmlns:a="http://schemas.openxmlformats.org/drawingml/2006/main">
              <a:ext uri="{FF2B5EF4-FFF2-40B4-BE49-F238E27FC236}">
                <a16:creationId xmlns:a16="http://schemas.microsoft.com/office/drawing/2014/main" id="{37CE46C2-E9EF-4C06-9EF6-8BF7C038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7719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59">
            <a:extLst xmlns:a="http://schemas.openxmlformats.org/drawingml/2006/main">
              <a:ext uri="{FF2B5EF4-FFF2-40B4-BE49-F238E27FC236}">
                <a16:creationId xmlns:a16="http://schemas.microsoft.com/office/drawing/2014/main" id="{67CEDFF5-D926-4DCC-912D-6AD238D2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60">
            <a:extLst xmlns:a="http://schemas.openxmlformats.org/drawingml/2006/main">
              <a:ext uri="{FF2B5EF4-FFF2-40B4-BE49-F238E27FC236}">
                <a16:creationId xmlns:a16="http://schemas.microsoft.com/office/drawing/2014/main" id="{A3A54031-7B07-4B00-9FA4-46F11BC8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Checkpoint</a:t>
            </a:r>
          </a:p>
        </p:txBody>
      </p:sp>
      <p:sp>
        <p:nvSpPr>
          <p:cNvPr id="7" name="c3-text-61">
            <a:extLst xmlns:a="http://schemas.openxmlformats.org/drawingml/2006/main">
              <a:ext uri="{FF2B5EF4-FFF2-40B4-BE49-F238E27FC236}">
                <a16:creationId xmlns:a16="http://schemas.microsoft.com/office/drawing/2014/main" id="{F946BBEC-71F3-43FF-A808-AA09A780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339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snapshot of the graph state, saved after each step.</a:t>
            </a:r>
          </a:p>
        </p:txBody>
      </p:sp>
      <p:sp>
        <p:nvSpPr>
          <p:cNvPr id="8" name="c3-shape-62">
            <a:extLst xmlns:a="http://schemas.openxmlformats.org/drawingml/2006/main">
              <a:ext uri="{FF2B5EF4-FFF2-40B4-BE49-F238E27FC236}">
                <a16:creationId xmlns:a16="http://schemas.microsoft.com/office/drawing/2014/main" id="{0348CB5D-2586-4016-9067-404E8A2A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37719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63">
            <a:extLst xmlns:a="http://schemas.openxmlformats.org/drawingml/2006/main">
              <a:ext uri="{FF2B5EF4-FFF2-40B4-BE49-F238E27FC236}">
                <a16:creationId xmlns:a16="http://schemas.microsoft.com/office/drawing/2014/main" id="{BFEEA143-A210-4C17-912E-D09DA19D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64">
            <a:extLst xmlns:a="http://schemas.openxmlformats.org/drawingml/2006/main">
              <a:ext uri="{FF2B5EF4-FFF2-40B4-BE49-F238E27FC236}">
                <a16:creationId xmlns:a16="http://schemas.microsoft.com/office/drawing/2014/main" id="{793DEF62-43ED-4B4C-BB10-06D64C92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Thread</a:t>
            </a:r>
          </a:p>
        </p:txBody>
      </p:sp>
      <p:sp>
        <p:nvSpPr>
          <p:cNvPr id="11" name="c3-text-65">
            <a:extLst xmlns:a="http://schemas.openxmlformats.org/drawingml/2006/main">
              <a:ext uri="{FF2B5EF4-FFF2-40B4-BE49-F238E27FC236}">
                <a16:creationId xmlns:a16="http://schemas.microsoft.com/office/drawing/2014/main" id="{B36D301A-3CE9-4AE4-BF23-0A947D25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19325"/>
            <a:ext cx="339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One conversation, identified by a thread_id.</a:t>
            </a:r>
          </a:p>
        </p:txBody>
      </p:sp>
      <p:sp>
        <p:nvSpPr>
          <p:cNvPr id="12" name="c3-shape-66">
            <a:extLst xmlns:a="http://schemas.openxmlformats.org/drawingml/2006/main">
              <a:ext uri="{FF2B5EF4-FFF2-40B4-BE49-F238E27FC236}">
                <a16:creationId xmlns:a16="http://schemas.microsoft.com/office/drawing/2014/main" id="{B948C215-67C7-4478-B1D5-8484EEE3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67">
            <a:extLst xmlns:a="http://schemas.openxmlformats.org/drawingml/2006/main">
              <a:ext uri="{FF2B5EF4-FFF2-40B4-BE49-F238E27FC236}">
                <a16:creationId xmlns:a16="http://schemas.microsoft.com/office/drawing/2014/main" id="{06F8EBCE-CEC9-4372-B4A2-4E2ACB6D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Same thread_id: the saved state is restored before the graph runs.</a:t>
            </a:r>
          </a:p>
        </p:txBody>
      </p:sp>
      <p:sp>
        <p:nvSpPr>
          <p:cNvPr id="14" name="c3-text-157">
            <a:extLst xmlns:a="http://schemas.openxmlformats.org/drawingml/2006/main">
              <a:ext uri="{FF2B5EF4-FFF2-40B4-BE49-F238E27FC236}">
                <a16:creationId xmlns:a16="http://schemas.microsoft.com/office/drawing/2014/main" id="{AE558A22-C6DB-4284-959A-045F8CB2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428488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68">
            <a:extLst xmlns:a="http://schemas.openxmlformats.org/drawingml/2006/main">
              <a:ext uri="{FF2B5EF4-FFF2-40B4-BE49-F238E27FC236}">
                <a16:creationId xmlns:a16="http://schemas.microsoft.com/office/drawing/2014/main" id="{104FEE84-A5B3-4777-96CA-54AAF741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69">
            <a:extLst xmlns:a="http://schemas.openxmlformats.org/drawingml/2006/main">
              <a:ext uri="{FF2B5EF4-FFF2-40B4-BE49-F238E27FC236}">
                <a16:creationId xmlns:a16="http://schemas.microsoft.com/office/drawing/2014/main" id="{C290820B-1289-4C54-845B-8A7942B3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Compile with a Checkpointer [1]</a:t>
            </a:r>
          </a:p>
        </p:txBody>
      </p:sp>
      <p:sp>
        <p:nvSpPr>
          <p:cNvPr id="3" name="c3-text-70">
            <a:extLst xmlns:a="http://schemas.openxmlformats.org/drawingml/2006/main">
              <a:ext uri="{FF2B5EF4-FFF2-40B4-BE49-F238E27FC236}">
                <a16:creationId xmlns:a16="http://schemas.microsoft.com/office/drawing/2014/main" id="{6FC4879E-5392-47D6-81CB-3D457FFC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71">
            <a:extLst xmlns:a="http://schemas.openxmlformats.org/drawingml/2006/main">
              <a:ext uri="{FF2B5EF4-FFF2-40B4-BE49-F238E27FC236}">
                <a16:creationId xmlns:a16="http://schemas.microsoft.com/office/drawing/2014/main" id="{0F1B5BE4-0108-49E0-BC0B-0A86829C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72">
            <a:extLst xmlns:a="http://schemas.openxmlformats.org/drawingml/2006/main">
              <a:ext uri="{FF2B5EF4-FFF2-40B4-BE49-F238E27FC236}">
                <a16:creationId xmlns:a16="http://schemas.microsoft.com/office/drawing/2014/main" id="{EB5AC28E-928B-4042-89EA-1973CA1E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langgraph.checkpoint.memory </a:t>
            </a:r>
            <a:r>
              <a:rPr sz="13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InMemorySaver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saver = 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InMemorySaver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()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memory_graph = builder.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compile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(checkpointer=saver)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lea = {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"configurable"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{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"thread_id"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"lea"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memory_graph.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invoke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({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[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HumanMessage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"My name is Lea."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)]}, lea)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memory_graph.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invoke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({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[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HumanMessage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"What is my name?"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)]}, lea)</a:t>
            </a:r>
          </a:p>
        </p:txBody>
      </p:sp>
      <p:sp>
        <p:nvSpPr>
          <p:cNvPr id="6" name="c3-shape-73">
            <a:extLst xmlns:a="http://schemas.openxmlformats.org/drawingml/2006/main">
              <a:ext uri="{FF2B5EF4-FFF2-40B4-BE49-F238E27FC236}">
                <a16:creationId xmlns:a16="http://schemas.microsoft.com/office/drawing/2014/main" id="{53810E3C-BA6A-424A-8A1B-4F7DB4B5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74">
            <a:extLst xmlns:a="http://schemas.openxmlformats.org/drawingml/2006/main">
              <a:ext uri="{FF2B5EF4-FFF2-40B4-BE49-F238E27FC236}">
                <a16:creationId xmlns:a16="http://schemas.microsoft.com/office/drawing/2014/main" id="{E53F4012-5C41-49A2-BF39-0540D88B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Send only the new message; the earlier ones are restored.</a:t>
            </a:r>
          </a:p>
        </p:txBody>
      </p:sp>
      <p:sp>
        <p:nvSpPr>
          <p:cNvPr id="8" name="c3-text-158">
            <a:extLst xmlns:a="http://schemas.openxmlformats.org/drawingml/2006/main">
              <a:ext uri="{FF2B5EF4-FFF2-40B4-BE49-F238E27FC236}">
                <a16:creationId xmlns:a16="http://schemas.microsoft.com/office/drawing/2014/main" id="{C736D144-4127-4AAC-AF11-F34A4767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58977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75">
            <a:extLst xmlns:a="http://schemas.openxmlformats.org/drawingml/2006/main">
              <a:ext uri="{FF2B5EF4-FFF2-40B4-BE49-F238E27FC236}">
                <a16:creationId xmlns:a16="http://schemas.microsoft.com/office/drawing/2014/main" id="{FDB9815A-E427-49E3-BF31-F89D5047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76">
            <a:extLst xmlns:a="http://schemas.openxmlformats.org/drawingml/2006/main">
              <a:ext uri="{FF2B5EF4-FFF2-40B4-BE49-F238E27FC236}">
                <a16:creationId xmlns:a16="http://schemas.microsoft.com/office/drawing/2014/main" id="{9C96CAE4-7F00-4716-894C-0720913B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Separate Conversations [1]</a:t>
            </a:r>
          </a:p>
        </p:txBody>
      </p:sp>
      <p:sp>
        <p:nvSpPr>
          <p:cNvPr id="3" name="c3-text-77">
            <a:extLst xmlns:a="http://schemas.openxmlformats.org/drawingml/2006/main">
              <a:ext uri="{FF2B5EF4-FFF2-40B4-BE49-F238E27FC236}">
                <a16:creationId xmlns:a16="http://schemas.microsoft.com/office/drawing/2014/main" id="{1C24C84D-A63F-472F-BEE2-5D736CC0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78">
            <a:extLst xmlns:a="http://schemas.openxmlformats.org/drawingml/2006/main">
              <a:ext uri="{FF2B5EF4-FFF2-40B4-BE49-F238E27FC236}">
                <a16:creationId xmlns:a16="http://schemas.microsoft.com/office/drawing/2014/main" id="{772E0486-B8E8-410B-92AD-96E58D3F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771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79">
            <a:extLst xmlns:a="http://schemas.openxmlformats.org/drawingml/2006/main">
              <a:ext uri="{FF2B5EF4-FFF2-40B4-BE49-F238E27FC236}">
                <a16:creationId xmlns:a16="http://schemas.microsoft.com/office/drawing/2014/main" id="{F61119E9-3682-498D-A1F1-0251880D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80">
            <a:extLst xmlns:a="http://schemas.openxmlformats.org/drawingml/2006/main">
              <a:ext uri="{FF2B5EF4-FFF2-40B4-BE49-F238E27FC236}">
                <a16:creationId xmlns:a16="http://schemas.microsoft.com/office/drawing/2014/main" id="{7B15039E-B49F-42B0-B2FC-C7D50C2B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thread_id = "lea"</a:t>
            </a:r>
          </a:p>
        </p:txBody>
      </p:sp>
      <p:sp>
        <p:nvSpPr>
          <p:cNvPr id="7" name="c3-text-81">
            <a:extLst xmlns:a="http://schemas.openxmlformats.org/drawingml/2006/main">
              <a:ext uri="{FF2B5EF4-FFF2-40B4-BE49-F238E27FC236}">
                <a16:creationId xmlns:a16="http://schemas.microsoft.com/office/drawing/2014/main" id="{C0AEDE4F-AEFE-4CA8-A0D0-94E5A829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339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My name is Lea.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What is my name?  →  Lea</a:t>
            </a:r>
          </a:p>
        </p:txBody>
      </p:sp>
      <p:sp>
        <p:nvSpPr>
          <p:cNvPr id="8" name="c3-shape-82">
            <a:extLst xmlns:a="http://schemas.openxmlformats.org/drawingml/2006/main">
              <a:ext uri="{FF2B5EF4-FFF2-40B4-BE49-F238E27FC236}">
                <a16:creationId xmlns:a16="http://schemas.microsoft.com/office/drawing/2014/main" id="{120DB8C6-B5C4-4904-BEEE-A6904794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3771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83">
            <a:extLst xmlns:a="http://schemas.openxmlformats.org/drawingml/2006/main">
              <a:ext uri="{FF2B5EF4-FFF2-40B4-BE49-F238E27FC236}">
                <a16:creationId xmlns:a16="http://schemas.microsoft.com/office/drawing/2014/main" id="{19FF4420-5F93-4854-A5F0-AE7FC75E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84">
            <a:extLst xmlns:a="http://schemas.openxmlformats.org/drawingml/2006/main">
              <a:ext uri="{FF2B5EF4-FFF2-40B4-BE49-F238E27FC236}">
                <a16:creationId xmlns:a16="http://schemas.microsoft.com/office/drawing/2014/main" id="{6FFC7720-F058-4811-9111-3890D1EC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thread_id = "marco"</a:t>
            </a:r>
          </a:p>
        </p:txBody>
      </p:sp>
      <p:sp>
        <p:nvSpPr>
          <p:cNvPr id="11" name="c3-text-85">
            <a:extLst xmlns:a="http://schemas.openxmlformats.org/drawingml/2006/main">
              <a:ext uri="{FF2B5EF4-FFF2-40B4-BE49-F238E27FC236}">
                <a16:creationId xmlns:a16="http://schemas.microsoft.com/office/drawing/2014/main" id="{AE360303-F546-4D91-BFB9-A4952DE3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19325"/>
            <a:ext cx="339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What is my name?  →  I'm not sure.</a:t>
            </a:r>
          </a:p>
        </p:txBody>
      </p:sp>
      <p:sp>
        <p:nvSpPr>
          <p:cNvPr id="12" name="c3-text-86">
            <a:extLst xmlns:a="http://schemas.openxmlformats.org/drawingml/2006/main">
              <a:ext uri="{FF2B5EF4-FFF2-40B4-BE49-F238E27FC236}">
                <a16:creationId xmlns:a16="http://schemas.microsoft.com/office/drawing/2014/main" id="{A4507712-6FF4-47D3-84F8-3D135200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new thread_id starts an empty conversation.</a:t>
            </a:r>
          </a:p>
        </p:txBody>
      </p:sp>
      <p:sp>
        <p:nvSpPr>
          <p:cNvPr id="13" name="c3-text-87">
            <a:hlinkClick xmlns:r="http://schemas.openxmlformats.org/officeDocument/2006/relationships" xmlns:a="http://schemas.openxmlformats.org/drawingml/2006/main" r:id="Rbe7b2dd652954337"/>
            <a:extLst xmlns:a="http://schemas.openxmlformats.org/drawingml/2006/main">
              <a:ext uri="{FF2B5EF4-FFF2-40B4-BE49-F238E27FC236}">
                <a16:creationId xmlns:a16="http://schemas.microsoft.com/office/drawing/2014/main" id="{5FF54C4D-4B5B-4BB5-A5AB-8595551F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792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01_memory.ipynb: 3. Checkpointer and threads</a:t>
            </a:r>
          </a:p>
        </p:txBody>
      </p:sp>
      <p:sp>
        <p:nvSpPr>
          <p:cNvPr id="14" name="c3-text-159">
            <a:extLst xmlns:a="http://schemas.openxmlformats.org/drawingml/2006/main">
              <a:ext uri="{FF2B5EF4-FFF2-40B4-BE49-F238E27FC236}">
                <a16:creationId xmlns:a16="http://schemas.microsoft.com/office/drawing/2014/main" id="{6C044B75-7D7C-4F6A-AEF3-63359843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98895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88">
            <a:extLst xmlns:a="http://schemas.openxmlformats.org/drawingml/2006/main">
              <a:ext uri="{FF2B5EF4-FFF2-40B4-BE49-F238E27FC236}">
                <a16:creationId xmlns:a16="http://schemas.microsoft.com/office/drawing/2014/main" id="{A7A7C83E-100B-4A57-BC33-D96DE16A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89">
            <a:extLst xmlns:a="http://schemas.openxmlformats.org/drawingml/2006/main">
              <a:ext uri="{FF2B5EF4-FFF2-40B4-BE49-F238E27FC236}">
                <a16:creationId xmlns:a16="http://schemas.microsoft.com/office/drawing/2014/main" id="{0ACC1D83-6F60-4D13-BB5A-AF533E15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Where Checkpoints Live [1]</a:t>
            </a:r>
          </a:p>
        </p:txBody>
      </p:sp>
      <p:sp>
        <p:nvSpPr>
          <p:cNvPr id="3" name="c3-text-90">
            <a:extLst xmlns:a="http://schemas.openxmlformats.org/drawingml/2006/main">
              <a:ext uri="{FF2B5EF4-FFF2-40B4-BE49-F238E27FC236}">
                <a16:creationId xmlns:a16="http://schemas.microsoft.com/office/drawing/2014/main" id="{311CD059-F91C-4537-ACC5-C55639C0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91">
            <a:extLst xmlns:a="http://schemas.openxmlformats.org/drawingml/2006/main">
              <a:ext uri="{FF2B5EF4-FFF2-40B4-BE49-F238E27FC236}">
                <a16:creationId xmlns:a16="http://schemas.microsoft.com/office/drawing/2014/main" id="{76B5A73F-13BB-4DB2-8C4A-4EACD45F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771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92">
            <a:extLst xmlns:a="http://schemas.openxmlformats.org/drawingml/2006/main">
              <a:ext uri="{FF2B5EF4-FFF2-40B4-BE49-F238E27FC236}">
                <a16:creationId xmlns:a16="http://schemas.microsoft.com/office/drawing/2014/main" id="{E266EF8E-E284-4B1A-A6F9-9AE9E976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93">
            <a:extLst xmlns:a="http://schemas.openxmlformats.org/drawingml/2006/main">
              <a:ext uri="{FF2B5EF4-FFF2-40B4-BE49-F238E27FC236}">
                <a16:creationId xmlns:a16="http://schemas.microsoft.com/office/drawing/2014/main" id="{BC10B66A-FDCF-4388-84D0-5A390896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InMemorySaver</a:t>
            </a:r>
          </a:p>
        </p:txBody>
      </p:sp>
      <p:sp>
        <p:nvSpPr>
          <p:cNvPr id="7" name="c3-text-94">
            <a:extLst xmlns:a="http://schemas.openxmlformats.org/drawingml/2006/main">
              <a:ext uri="{FF2B5EF4-FFF2-40B4-BE49-F238E27FC236}">
                <a16:creationId xmlns:a16="http://schemas.microsoft.com/office/drawing/2014/main" id="{7A45E9D2-44D9-4115-A3F7-5165DA2F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33909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Kept in the Python process.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Lost when the kernel or server restarts.</a:t>
            </a:r>
          </a:p>
        </p:txBody>
      </p:sp>
      <p:sp>
        <p:nvSpPr>
          <p:cNvPr id="8" name="c3-shape-95">
            <a:extLst xmlns:a="http://schemas.openxmlformats.org/drawingml/2006/main">
              <a:ext uri="{FF2B5EF4-FFF2-40B4-BE49-F238E27FC236}">
                <a16:creationId xmlns:a16="http://schemas.microsoft.com/office/drawing/2014/main" id="{ED565458-0406-47AC-AE13-65413151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3771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96">
            <a:extLst xmlns:a="http://schemas.openxmlformats.org/drawingml/2006/main">
              <a:ext uri="{FF2B5EF4-FFF2-40B4-BE49-F238E27FC236}">
                <a16:creationId xmlns:a16="http://schemas.microsoft.com/office/drawing/2014/main" id="{A8F1397E-5C99-4F09-956A-1F088AAE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97">
            <a:extLst xmlns:a="http://schemas.openxmlformats.org/drawingml/2006/main">
              <a:ext uri="{FF2B5EF4-FFF2-40B4-BE49-F238E27FC236}">
                <a16:creationId xmlns:a16="http://schemas.microsoft.com/office/drawing/2014/main" id="{0C178E7E-0736-42E0-B1AE-B6BA8A09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Persistent savers</a:t>
            </a:r>
          </a:p>
        </p:txBody>
      </p:sp>
      <p:sp>
        <p:nvSpPr>
          <p:cNvPr id="11" name="c3-text-98">
            <a:extLst xmlns:a="http://schemas.openxmlformats.org/drawingml/2006/main">
              <a:ext uri="{FF2B5EF4-FFF2-40B4-BE49-F238E27FC236}">
                <a16:creationId xmlns:a16="http://schemas.microsoft.com/office/drawing/2014/main" id="{AF5E7B4B-B267-4D65-A688-0F68B6CF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19325"/>
            <a:ext cx="33909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SQLite or Postgres.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Conversations survive restarts.</a:t>
            </a:r>
          </a:p>
        </p:txBody>
      </p:sp>
      <p:sp>
        <p:nvSpPr>
          <p:cNvPr id="12" name="c3-shape-99">
            <a:extLst xmlns:a="http://schemas.openxmlformats.org/drawingml/2006/main">
              <a:ext uri="{FF2B5EF4-FFF2-40B4-BE49-F238E27FC236}">
                <a16:creationId xmlns:a16="http://schemas.microsoft.com/office/drawing/2014/main" id="{4BC9F715-810A-4FD1-ABF5-FFAB9F40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100">
            <a:extLst xmlns:a="http://schemas.openxmlformats.org/drawingml/2006/main">
              <a:ext uri="{FF2B5EF4-FFF2-40B4-BE49-F238E27FC236}">
                <a16:creationId xmlns:a16="http://schemas.microsoft.com/office/drawing/2014/main" id="{60A3BA51-0A0F-4004-A305-0765C5B9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Same graph code; only the checkpointer changes.</a:t>
            </a:r>
          </a:p>
        </p:txBody>
      </p:sp>
      <p:sp>
        <p:nvSpPr>
          <p:cNvPr id="14" name="c3-text-160">
            <a:extLst xmlns:a="http://schemas.openxmlformats.org/drawingml/2006/main">
              <a:ext uri="{FF2B5EF4-FFF2-40B4-BE49-F238E27FC236}">
                <a16:creationId xmlns:a16="http://schemas.microsoft.com/office/drawing/2014/main" id="{F3553DA8-8FF9-43D7-AE14-8424FD57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060043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101">
            <a:extLst xmlns:a="http://schemas.openxmlformats.org/drawingml/2006/main">
              <a:ext uri="{FF2B5EF4-FFF2-40B4-BE49-F238E27FC236}">
                <a16:creationId xmlns:a16="http://schemas.microsoft.com/office/drawing/2014/main" id="{A0DEFA3B-8330-49BC-AA0D-5DD0A77D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02">
            <a:extLst xmlns:a="http://schemas.openxmlformats.org/drawingml/2006/main">
              <a:ext uri="{FF2B5EF4-FFF2-40B4-BE49-F238E27FC236}">
                <a16:creationId xmlns:a16="http://schemas.microsoft.com/office/drawing/2014/main" id="{8BD4B3F2-7CE2-47EE-942D-3A438877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Delete a Saved Conversation [1]</a:t>
            </a:r>
          </a:p>
        </p:txBody>
      </p:sp>
      <p:sp>
        <p:nvSpPr>
          <p:cNvPr id="3" name="c3-text-103">
            <a:extLst xmlns:a="http://schemas.openxmlformats.org/drawingml/2006/main">
              <a:ext uri="{FF2B5EF4-FFF2-40B4-BE49-F238E27FC236}">
                <a16:creationId xmlns:a16="http://schemas.microsoft.com/office/drawing/2014/main" id="{1CA32922-397A-4816-810A-18803CF8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104">
            <a:extLst xmlns:a="http://schemas.openxmlformats.org/drawingml/2006/main">
              <a:ext uri="{FF2B5EF4-FFF2-40B4-BE49-F238E27FC236}">
                <a16:creationId xmlns:a16="http://schemas.microsoft.com/office/drawing/2014/main" id="{F84B98F4-B813-48DA-9908-FE73C8B3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105">
            <a:extLst xmlns:a="http://schemas.openxmlformats.org/drawingml/2006/main">
              <a:ext uri="{FF2B5EF4-FFF2-40B4-BE49-F238E27FC236}">
                <a16:creationId xmlns:a16="http://schemas.microsoft.com/office/drawing/2014/main" id="{9F5E8383-85AF-48AE-A8BC-36B25342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saver.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delete_thread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50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"lea"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(memory_graph.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get_state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(lea).values)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75938C"/>
                </a:solidFill>
                <a:latin typeface="Consolas"/>
                <a:ea typeface="Consolas"/>
                <a:cs typeface="Consolas"/>
              </a:rPr>
              <a:t># The next call starts a new conversation.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result = memory_graph.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invoke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{</a:t>
            </a:r>
            <a:r>
              <a:rPr sz="150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[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HumanMessage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50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"What is my name?"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)]}, lea)</a:t>
            </a:r>
          </a:p>
        </p:txBody>
      </p:sp>
      <p:sp>
        <p:nvSpPr>
          <p:cNvPr id="6" name="c3-text-106">
            <a:extLst xmlns:a="http://schemas.openxmlformats.org/drawingml/2006/main">
              <a:ext uri="{FF2B5EF4-FFF2-40B4-BE49-F238E27FC236}">
                <a16:creationId xmlns:a16="http://schemas.microsoft.com/office/drawing/2014/main" id="{04010B5A-2A79-4DC9-B2E8-B495C14D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Delete one thread. Other conversations keep their state.</a:t>
            </a:r>
          </a:p>
        </p:txBody>
      </p:sp>
      <p:sp>
        <p:nvSpPr>
          <p:cNvPr id="7" name="c3-text-161">
            <a:extLst xmlns:a="http://schemas.openxmlformats.org/drawingml/2006/main">
              <a:ext uri="{FF2B5EF4-FFF2-40B4-BE49-F238E27FC236}">
                <a16:creationId xmlns:a16="http://schemas.microsoft.com/office/drawing/2014/main" id="{D8EBD01B-D361-4546-BB2F-D91ED195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26787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107">
            <a:extLst xmlns:a="http://schemas.openxmlformats.org/drawingml/2006/main">
              <a:ext uri="{FF2B5EF4-FFF2-40B4-BE49-F238E27FC236}">
                <a16:creationId xmlns:a16="http://schemas.microsoft.com/office/drawing/2014/main" id="{F7E53E2B-6729-4AF9-8842-C97070CC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08">
            <a:extLst xmlns:a="http://schemas.openxmlformats.org/drawingml/2006/main">
              <a:ext uri="{FF2B5EF4-FFF2-40B4-BE49-F238E27FC236}">
                <a16:creationId xmlns:a16="http://schemas.microsoft.com/office/drawing/2014/main" id="{D98A1DDD-4212-4B85-BC18-473BBD12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Rolling Buffer [3]</a:t>
            </a:r>
          </a:p>
        </p:txBody>
      </p:sp>
      <p:sp>
        <p:nvSpPr>
          <p:cNvPr id="3" name="c3-text-109">
            <a:extLst xmlns:a="http://schemas.openxmlformats.org/drawingml/2006/main">
              <a:ext uri="{FF2B5EF4-FFF2-40B4-BE49-F238E27FC236}">
                <a16:creationId xmlns:a16="http://schemas.microsoft.com/office/drawing/2014/main" id="{AC0D0BAD-AE36-4D30-96CC-C0F28AF3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110">
            <a:extLst xmlns:a="http://schemas.openxmlformats.org/drawingml/2006/main">
              <a:ext uri="{FF2B5EF4-FFF2-40B4-BE49-F238E27FC236}">
                <a16:creationId xmlns:a16="http://schemas.microsoft.com/office/drawing/2014/main" id="{BC307A33-43EB-4877-95A7-54795413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111">
            <a:extLst xmlns:a="http://schemas.openxmlformats.org/drawingml/2006/main">
              <a:ext uri="{FF2B5EF4-FFF2-40B4-BE49-F238E27FC236}">
                <a16:creationId xmlns:a16="http://schemas.microsoft.com/office/drawing/2014/main" id="{C56BB6E3-8090-49B3-945D-BAC2FF59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MAX_MESSAGES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50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buffered_chatbot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(state: MessagesState):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recent = state[</a:t>
            </a:r>
            <a:r>
              <a:rPr sz="150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][-</a:t>
            </a:r>
            <a:r>
              <a:rPr sz="150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MAX_MESSAGES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:]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reply = llm.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invoke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([system] + recent)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50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{</a:t>
            </a:r>
            <a:r>
              <a:rPr sz="150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[reply]}</a:t>
            </a:r>
          </a:p>
        </p:txBody>
      </p:sp>
      <p:sp>
        <p:nvSpPr>
          <p:cNvPr id="6" name="c3-shape-112">
            <a:extLst xmlns:a="http://schemas.openxmlformats.org/drawingml/2006/main">
              <a:ext uri="{FF2B5EF4-FFF2-40B4-BE49-F238E27FC236}">
                <a16:creationId xmlns:a16="http://schemas.microsoft.com/office/drawing/2014/main" id="{B3F82C01-5A15-40FA-92AE-22DEC644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113">
            <a:extLst xmlns:a="http://schemas.openxmlformats.org/drawingml/2006/main">
              <a:ext uri="{FF2B5EF4-FFF2-40B4-BE49-F238E27FC236}">
                <a16:creationId xmlns:a16="http://schemas.microsoft.com/office/drawing/2014/main" id="{8540A74D-7F43-4BF4-AB46-CC994F93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state keeps everything; the model sees only the latest messages.</a:t>
            </a:r>
          </a:p>
        </p:txBody>
      </p:sp>
      <p:sp>
        <p:nvSpPr>
          <p:cNvPr id="8" name="c3-text-162">
            <a:extLst xmlns:a="http://schemas.openxmlformats.org/drawingml/2006/main">
              <a:ext uri="{FF2B5EF4-FFF2-40B4-BE49-F238E27FC236}">
                <a16:creationId xmlns:a16="http://schemas.microsoft.com/office/drawing/2014/main" id="{CEECFB56-AB6E-41B1-AB5B-A30F705D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271094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3-text-114">
            <a:extLst xmlns:a="http://schemas.openxmlformats.org/drawingml/2006/main">
              <a:ext uri="{FF2B5EF4-FFF2-40B4-BE49-F238E27FC236}">
                <a16:creationId xmlns:a16="http://schemas.microsoft.com/office/drawing/2014/main" id="{DD557D89-AA46-4362-AC8A-4F33FB45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15">
            <a:extLst xmlns:a="http://schemas.openxmlformats.org/drawingml/2006/main">
              <a:ext uri="{FF2B5EF4-FFF2-40B4-BE49-F238E27FC236}">
                <a16:creationId xmlns:a16="http://schemas.microsoft.com/office/drawing/2014/main" id="{C35CACAF-0886-4FC4-B90A-FDEF5CB2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Exercise: Two Visitors</a:t>
            </a:r>
          </a:p>
        </p:txBody>
      </p:sp>
      <p:sp>
        <p:nvSpPr>
          <p:cNvPr id="3" name="c3-text-116">
            <a:extLst xmlns:a="http://schemas.openxmlformats.org/drawingml/2006/main">
              <a:ext uri="{FF2B5EF4-FFF2-40B4-BE49-F238E27FC236}">
                <a16:creationId xmlns:a16="http://schemas.microsoft.com/office/drawing/2014/main" id="{58C96572-81A0-4C27-B3F9-9E88CDE7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117">
            <a:extLst xmlns:a="http://schemas.openxmlformats.org/drawingml/2006/main">
              <a:ext uri="{FF2B5EF4-FFF2-40B4-BE49-F238E27FC236}">
                <a16:creationId xmlns:a16="http://schemas.microsoft.com/office/drawing/2014/main" id="{32228FDC-41D3-45B6-80BE-EA2F7F83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7719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118">
            <a:extLst xmlns:a="http://schemas.openxmlformats.org/drawingml/2006/main">
              <a:ext uri="{FF2B5EF4-FFF2-40B4-BE49-F238E27FC236}">
                <a16:creationId xmlns:a16="http://schemas.microsoft.com/office/drawing/2014/main" id="{30A41E5C-CC68-45AF-965A-12836DC3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119">
            <a:extLst xmlns:a="http://schemas.openxmlformats.org/drawingml/2006/main">
              <a:ext uri="{FF2B5EF4-FFF2-40B4-BE49-F238E27FC236}">
                <a16:creationId xmlns:a16="http://schemas.microsoft.com/office/drawing/2014/main" id="{15E06151-68A7-4C13-977A-13592E2E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Two threads</a:t>
            </a:r>
          </a:p>
        </p:txBody>
      </p:sp>
      <p:sp>
        <p:nvSpPr>
          <p:cNvPr id="7" name="c3-text-120">
            <a:extLst xmlns:a="http://schemas.openxmlformats.org/drawingml/2006/main">
              <a:ext uri="{FF2B5EF4-FFF2-40B4-BE49-F238E27FC236}">
                <a16:creationId xmlns:a16="http://schemas.microsoft.com/office/drawing/2014/main" id="{D60B4341-1E4C-4CB8-8880-D72A0AE3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339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Lea likes green, Marco likes blue.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Alternate between their threads.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Ask each colour back.</a:t>
            </a:r>
          </a:p>
        </p:txBody>
      </p:sp>
      <p:sp>
        <p:nvSpPr>
          <p:cNvPr id="8" name="c3-shape-121">
            <a:extLst xmlns:a="http://schemas.openxmlformats.org/drawingml/2006/main">
              <a:ext uri="{FF2B5EF4-FFF2-40B4-BE49-F238E27FC236}">
                <a16:creationId xmlns:a16="http://schemas.microsoft.com/office/drawing/2014/main" id="{E5F436B9-5734-4AC3-8075-096EB392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37719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122">
            <a:extLst xmlns:a="http://schemas.openxmlformats.org/drawingml/2006/main">
              <a:ext uri="{FF2B5EF4-FFF2-40B4-BE49-F238E27FC236}">
                <a16:creationId xmlns:a16="http://schemas.microsoft.com/office/drawing/2014/main" id="{728362CB-3DB0-4799-B16F-AE08F906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123">
            <a:extLst xmlns:a="http://schemas.openxmlformats.org/drawingml/2006/main">
              <a:ext uri="{FF2B5EF4-FFF2-40B4-BE49-F238E27FC236}">
                <a16:creationId xmlns:a16="http://schemas.microsoft.com/office/drawing/2014/main" id="{EB9FB22E-1580-40CB-A629-E237A8D2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A short buffer</a:t>
            </a:r>
          </a:p>
        </p:txBody>
      </p:sp>
      <p:sp>
        <p:nvSpPr>
          <p:cNvPr id="11" name="c3-text-124">
            <a:extLst xmlns:a="http://schemas.openxmlformats.org/drawingml/2006/main">
              <a:ext uri="{FF2B5EF4-FFF2-40B4-BE49-F238E27FC236}">
                <a16:creationId xmlns:a16="http://schemas.microsoft.com/office/drawing/2014/main" id="{3DACD8F8-6A67-4859-8C7A-EDDECBDB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19325"/>
            <a:ext cx="339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Set MAX_MESSAGES = 2.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When is the colour forgotten?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Is it still in the saved state?</a:t>
            </a:r>
          </a:p>
        </p:txBody>
      </p:sp>
      <p:sp>
        <p:nvSpPr>
          <p:cNvPr id="12" name="c3-text-125">
            <a:hlinkClick xmlns:r="http://schemas.openxmlformats.org/officeDocument/2006/relationships" xmlns:a="http://schemas.openxmlformats.org/drawingml/2006/main" r:id="R5cc4a9c5fe8f4f88"/>
            <a:extLst xmlns:a="http://schemas.openxmlformats.org/drawingml/2006/main">
              <a:ext uri="{FF2B5EF4-FFF2-40B4-BE49-F238E27FC236}">
                <a16:creationId xmlns:a16="http://schemas.microsoft.com/office/drawing/2014/main" id="{A57070E5-9B67-40D1-9828-88B24B61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792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01_memory.ipynb: 4. A rolling buffer + exercise</a:t>
            </a:r>
          </a:p>
        </p:txBody>
      </p:sp>
      <p:sp>
        <p:nvSpPr>
          <p:cNvPr id="13" name="c3-text-163">
            <a:extLst xmlns:a="http://schemas.openxmlformats.org/drawingml/2006/main">
              <a:ext uri="{FF2B5EF4-FFF2-40B4-BE49-F238E27FC236}">
                <a16:creationId xmlns:a16="http://schemas.microsoft.com/office/drawing/2014/main" id="{30640599-FF13-42C9-B355-18B0E3E2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294152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126">
            <a:extLst xmlns:a="http://schemas.openxmlformats.org/drawingml/2006/main">
              <a:ext uri="{FF2B5EF4-FFF2-40B4-BE49-F238E27FC236}">
                <a16:creationId xmlns:a16="http://schemas.microsoft.com/office/drawing/2014/main" id="{65301D9B-1CAC-43B5-96A9-4D543439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27">
            <a:extLst xmlns:a="http://schemas.openxmlformats.org/drawingml/2006/main">
              <a:ext uri="{FF2B5EF4-FFF2-40B4-BE49-F238E27FC236}">
                <a16:creationId xmlns:a16="http://schemas.microsoft.com/office/drawing/2014/main" id="{ECD487C5-6E56-44A7-8114-24890FFE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Next: The Avatar Remembers [1]</a:t>
            </a:r>
          </a:p>
        </p:txBody>
      </p:sp>
      <p:sp>
        <p:nvSpPr>
          <p:cNvPr id="3" name="c3-text-128">
            <a:extLst xmlns:a="http://schemas.openxmlformats.org/drawingml/2006/main">
              <a:ext uri="{FF2B5EF4-FFF2-40B4-BE49-F238E27FC236}">
                <a16:creationId xmlns:a16="http://schemas.microsoft.com/office/drawing/2014/main" id="{87292F64-E4C9-400E-9F49-EEC5A8A7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129">
            <a:extLst xmlns:a="http://schemas.openxmlformats.org/drawingml/2006/main">
              <a:ext uri="{FF2B5EF4-FFF2-40B4-BE49-F238E27FC236}">
                <a16:creationId xmlns:a16="http://schemas.microsoft.com/office/drawing/2014/main" id="{1CE2C4BC-5BF3-4C18-81F0-DB6C8455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7719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130">
            <a:extLst xmlns:a="http://schemas.openxmlformats.org/drawingml/2006/main">
              <a:ext uri="{FF2B5EF4-FFF2-40B4-BE49-F238E27FC236}">
                <a16:creationId xmlns:a16="http://schemas.microsoft.com/office/drawing/2014/main" id="{60EF59F5-FA5F-470B-AFFC-50AC7999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131">
            <a:extLst xmlns:a="http://schemas.openxmlformats.org/drawingml/2006/main">
              <a:ext uri="{FF2B5EF4-FFF2-40B4-BE49-F238E27FC236}">
                <a16:creationId xmlns:a16="http://schemas.microsoft.com/office/drawing/2014/main" id="{2151D993-A8BF-4378-8A4B-BC206B9F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Same graph in the server</a:t>
            </a:r>
          </a:p>
        </p:txBody>
      </p:sp>
      <p:sp>
        <p:nvSpPr>
          <p:cNvPr id="7" name="c3-text-132">
            <a:extLst xmlns:a="http://schemas.openxmlformats.org/drawingml/2006/main">
              <a:ext uri="{FF2B5EF4-FFF2-40B4-BE49-F238E27FC236}">
                <a16:creationId xmlns:a16="http://schemas.microsoft.com/office/drawing/2014/main" id="{6BA7D66F-8001-4DF7-AAEC-1FE127CA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33909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response(text) invokes the graph with a checkpointer.</a:t>
            </a:r>
          </a:p>
        </p:txBody>
      </p:sp>
      <p:sp>
        <p:nvSpPr>
          <p:cNvPr id="8" name="c3-shape-133">
            <a:extLst xmlns:a="http://schemas.openxmlformats.org/drawingml/2006/main">
              <a:ext uri="{FF2B5EF4-FFF2-40B4-BE49-F238E27FC236}">
                <a16:creationId xmlns:a16="http://schemas.microsoft.com/office/drawing/2014/main" id="{DE93284F-BA01-4A46-803F-45CD25F3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37719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134">
            <a:extLst xmlns:a="http://schemas.openxmlformats.org/drawingml/2006/main">
              <a:ext uri="{FF2B5EF4-FFF2-40B4-BE49-F238E27FC236}">
                <a16:creationId xmlns:a16="http://schemas.microsoft.com/office/drawing/2014/main" id="{1935C400-09DC-4E5A-AECB-87F755E7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135">
            <a:extLst xmlns:a="http://schemas.openxmlformats.org/drawingml/2006/main">
              <a:ext uri="{FF2B5EF4-FFF2-40B4-BE49-F238E27FC236}">
                <a16:creationId xmlns:a16="http://schemas.microsoft.com/office/drawing/2014/main" id="{B72C072C-6F60-49AD-A286-0111DB67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Thread in the backend</a:t>
            </a:r>
          </a:p>
        </p:txBody>
      </p:sp>
      <p:sp>
        <p:nvSpPr>
          <p:cNvPr id="11" name="c3-text-136">
            <a:extLst xmlns:a="http://schemas.openxmlformats.org/drawingml/2006/main">
              <a:ext uri="{FF2B5EF4-FFF2-40B4-BE49-F238E27FC236}">
                <a16:creationId xmlns:a16="http://schemas.microsoft.com/office/drawing/2014/main" id="{6A639B3F-38EA-46AF-9CC6-B0E7BD16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19325"/>
            <a:ext cx="33909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browser sends only text.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server chooses the thread_id.</a:t>
            </a:r>
          </a:p>
        </p:txBody>
      </p:sp>
      <p:sp>
        <p:nvSpPr>
          <p:cNvPr id="12" name="c3-shape-137">
            <a:extLst xmlns:a="http://schemas.openxmlformats.org/drawingml/2006/main">
              <a:ext uri="{FF2B5EF4-FFF2-40B4-BE49-F238E27FC236}">
                <a16:creationId xmlns:a16="http://schemas.microsoft.com/office/drawing/2014/main" id="{71BA8B00-DBF1-4ADF-8226-F683F9F6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138">
            <a:extLst xmlns:a="http://schemas.openxmlformats.org/drawingml/2006/main">
              <a:ext uri="{FF2B5EF4-FFF2-40B4-BE49-F238E27FC236}">
                <a16:creationId xmlns:a16="http://schemas.microsoft.com/office/drawing/2014/main" id="{AC60CB94-F664-4691-8003-B885FF1F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Chapter 03 connects this memory to the virtual human.</a:t>
            </a:r>
          </a:p>
        </p:txBody>
      </p:sp>
      <p:sp>
        <p:nvSpPr>
          <p:cNvPr id="14" name="c3-text-164">
            <a:extLst xmlns:a="http://schemas.openxmlformats.org/drawingml/2006/main">
              <a:ext uri="{FF2B5EF4-FFF2-40B4-BE49-F238E27FC236}">
                <a16:creationId xmlns:a16="http://schemas.microsoft.com/office/drawing/2014/main" id="{540A7750-6D51-4F15-AE9A-75A78E35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74958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3-text-139">
            <a:extLst xmlns:a="http://schemas.openxmlformats.org/drawingml/2006/main">
              <a:ext uri="{FF2B5EF4-FFF2-40B4-BE49-F238E27FC236}">
                <a16:creationId xmlns:a16="http://schemas.microsoft.com/office/drawing/2014/main" id="{E94749C6-E686-4494-8D46-58B69671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40">
            <a:extLst xmlns:a="http://schemas.openxmlformats.org/drawingml/2006/main">
              <a:ext uri="{FF2B5EF4-FFF2-40B4-BE49-F238E27FC236}">
                <a16:creationId xmlns:a16="http://schemas.microsoft.com/office/drawing/2014/main" id="{7E3A60F8-AE42-4EE0-A5BB-69FDA48E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3" name="c3-text-141">
            <a:extLst xmlns:a="http://schemas.openxmlformats.org/drawingml/2006/main">
              <a:ext uri="{FF2B5EF4-FFF2-40B4-BE49-F238E27FC236}">
                <a16:creationId xmlns:a16="http://schemas.microsoft.com/office/drawing/2014/main" id="{C0ABABCA-F777-46F9-A035-AE762993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text-142">
            <a:hlinkClick xmlns:r="http://schemas.openxmlformats.org/officeDocument/2006/relationships" xmlns:a="http://schemas.openxmlformats.org/drawingml/2006/main" r:id="R2ba8b9930ee944a8"/>
            <a:extLst xmlns:a="http://schemas.openxmlformats.org/drawingml/2006/main">
              <a:ext uri="{FF2B5EF4-FFF2-40B4-BE49-F238E27FC236}">
                <a16:creationId xmlns:a16="http://schemas.microsoft.com/office/drawing/2014/main" id="{2D79798F-2F25-4A39-9A19-C1DE9388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[1] LangGraph persistence</a:t>
            </a:r>
          </a:p>
        </p:txBody>
      </p:sp>
      <p:sp>
        <p:nvSpPr>
          <p:cNvPr id="5" name="c3-text-143">
            <a:hlinkClick xmlns:r="http://schemas.openxmlformats.org/officeDocument/2006/relationships" xmlns:a="http://schemas.openxmlformats.org/drawingml/2006/main" r:id="R2ad0e50692c9476a"/>
            <a:extLst xmlns:a="http://schemas.openxmlformats.org/drawingml/2006/main">
              <a:ext uri="{FF2B5EF4-FFF2-40B4-BE49-F238E27FC236}">
                <a16:creationId xmlns:a16="http://schemas.microsoft.com/office/drawing/2014/main" id="{8ABDE5FD-F1F4-4F01-AB53-E2C9D5FB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Checkpoints, threads and saved state</a:t>
            </a:r>
          </a:p>
        </p:txBody>
      </p:sp>
      <p:sp>
        <p:nvSpPr>
          <p:cNvPr id="6" name="c3-shape-144">
            <a:extLst xmlns:a="http://schemas.openxmlformats.org/drawingml/2006/main">
              <a:ext uri="{FF2B5EF4-FFF2-40B4-BE49-F238E27FC236}">
                <a16:creationId xmlns:a16="http://schemas.microsoft.com/office/drawing/2014/main" id="{F859F580-689B-41D3-999D-46CDB270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145">
            <a:hlinkClick xmlns:r="http://schemas.openxmlformats.org/officeDocument/2006/relationships" xmlns:a="http://schemas.openxmlformats.org/drawingml/2006/main" r:id="R306a9d5c97a744d5"/>
            <a:extLst xmlns:a="http://schemas.openxmlformats.org/drawingml/2006/main">
              <a:ext uri="{FF2B5EF4-FFF2-40B4-BE49-F238E27FC236}">
                <a16:creationId xmlns:a16="http://schemas.microsoft.com/office/drawing/2014/main" id="{3626B71A-F026-4BCC-B769-6D7D7032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[2] LangGraph Graph API</a:t>
            </a:r>
          </a:p>
        </p:txBody>
      </p:sp>
      <p:sp>
        <p:nvSpPr>
          <p:cNvPr id="8" name="c3-text-146">
            <a:hlinkClick xmlns:r="http://schemas.openxmlformats.org/officeDocument/2006/relationships" xmlns:a="http://schemas.openxmlformats.org/drawingml/2006/main" r:id="R88ad1f5e73984bb1"/>
            <a:extLst xmlns:a="http://schemas.openxmlformats.org/drawingml/2006/main">
              <a:ext uri="{FF2B5EF4-FFF2-40B4-BE49-F238E27FC236}">
                <a16:creationId xmlns:a16="http://schemas.microsoft.com/office/drawing/2014/main" id="{9A7E41EC-6FEA-436C-9DF5-663B7703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Reducers and MessagesState</a:t>
            </a:r>
          </a:p>
        </p:txBody>
      </p:sp>
      <p:sp>
        <p:nvSpPr>
          <p:cNvPr id="9" name="c3-shape-147">
            <a:extLst xmlns:a="http://schemas.openxmlformats.org/drawingml/2006/main">
              <a:ext uri="{FF2B5EF4-FFF2-40B4-BE49-F238E27FC236}">
                <a16:creationId xmlns:a16="http://schemas.microsoft.com/office/drawing/2014/main" id="{D670639C-1763-4411-9A7C-39D0DA09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0" name="c3-text-148">
            <a:hlinkClick xmlns:r="http://schemas.openxmlformats.org/officeDocument/2006/relationships" xmlns:a="http://schemas.openxmlformats.org/drawingml/2006/main" r:id="R7062174c92e44b6f"/>
            <a:extLst xmlns:a="http://schemas.openxmlformats.org/drawingml/2006/main">
              <a:ext uri="{FF2B5EF4-FFF2-40B4-BE49-F238E27FC236}">
                <a16:creationId xmlns:a16="http://schemas.microsoft.com/office/drawing/2014/main" id="{1252F5F0-9402-4425-83DB-54C2C391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[3] LangGraph memory</a:t>
            </a:r>
          </a:p>
        </p:txBody>
      </p:sp>
      <p:sp>
        <p:nvSpPr>
          <p:cNvPr id="11" name="c3-text-149">
            <a:hlinkClick xmlns:r="http://schemas.openxmlformats.org/officeDocument/2006/relationships" xmlns:a="http://schemas.openxmlformats.org/drawingml/2006/main" r:id="R8ebfc0158c4b437e"/>
            <a:extLst xmlns:a="http://schemas.openxmlformats.org/drawingml/2006/main">
              <a:ext uri="{FF2B5EF4-FFF2-40B4-BE49-F238E27FC236}">
                <a16:creationId xmlns:a16="http://schemas.microsoft.com/office/drawing/2014/main" id="{8AAA708D-ED05-42C6-9F29-589893CF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Short-term memory and trimming messages</a:t>
            </a:r>
          </a:p>
        </p:txBody>
      </p:sp>
      <p:sp>
        <p:nvSpPr>
          <p:cNvPr id="12" name="c3-shape-150">
            <a:extLst xmlns:a="http://schemas.openxmlformats.org/drawingml/2006/main">
              <a:ext uri="{FF2B5EF4-FFF2-40B4-BE49-F238E27FC236}">
                <a16:creationId xmlns:a16="http://schemas.microsoft.com/office/drawing/2014/main" id="{929DB829-F78E-4A65-B6E4-01ADD7CF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165">
            <a:extLst xmlns:a="http://schemas.openxmlformats.org/drawingml/2006/main">
              <a:ext uri="{FF2B5EF4-FFF2-40B4-BE49-F238E27FC236}">
                <a16:creationId xmlns:a16="http://schemas.microsoft.com/office/drawing/2014/main" id="{CD0512E7-2128-4688-9EB5-F0DABA26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248157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2026-10-30T11:36:08.5950000Z</dcterms:created>
  <dcterms:modified xsi:type="dcterms:W3CDTF">2026-10-30T11:36:08.5950000Z</dcterms:modified>
</coreProperties>
</file>