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4fb61559104fea" /><Relationship Type="http://schemas.openxmlformats.org/officeDocument/2006/relationships/extended-properties" Target="/docProps/app.xml" Id="R8117eca804584249" /><Relationship Type="http://schemas.openxmlformats.org/officeDocument/2006/relationships/officeDocument" Target="/ppt/presentation.xml" Id="Ra45c7d5f21cc4384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4f4a3ca48d8e40cc"/>
  </ns0:sldMasterIdLst>
  <ns0:sldIdLst>
    <ns0:sldId id="256" ns1:id="R799db1775fd746a0"/>
    <ns0:sldId id="257" ns1:id="Ra6a34de89b8c4849"/>
    <ns0:sldId id="258" ns1:id="R32104bb8c86f48e1"/>
    <ns0:sldId id="259" ns1:id="Ref957af8cafa44e6"/>
    <ns0:sldId id="260" ns1:id="Ra42201a3c25642ea"/>
    <ns0:sldId id="261" ns1:id="R2b176911594c41be"/>
    <ns0:sldId id="262" ns1:id="R09a45a742c4b4db6"/>
    <ns0:sldId id="263" ns1:id="R37a104aaf6504009"/>
    <ns0:sldId id="264" ns1:id="R468e0f1e0375438a"/>
    <ns0:sldId id="265" ns1:id="R63d8930d9cf84563"/>
    <ns0:sldId id="266" ns1:id="R39e7ce8280144a99"/>
    <ns0:sldId id="267" ns1:id="R091b29a6930b4138"/>
    <ns0:sldId id="268" ns1:id="Rbf9f86f585494506"/>
    <ns0:sldId id="269" ns1:id="R13d462ca680b4243"/>
    <ns0:sldId id="270" ns1:id="Rcdd3331c31334b0b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420911aed9944a2" /><ns0:Relationship Type="http://schemas.openxmlformats.org/officeDocument/2006/relationships/slideMaster" Target="/ppt/slideMasters/slideMaster1.xml" Id="R4f4a3ca48d8e40cc" /><ns0:Relationship Type="http://schemas.openxmlformats.org/officeDocument/2006/relationships/presProps" Target="/ppt/presProps.xml" Id="Rf4d437edba0e4e14" /><ns0:Relationship Type="http://schemas.openxmlformats.org/officeDocument/2006/relationships/viewProps" Target="/ppt/viewProps.xml" Id="R23c3284b41274230" /><ns0:Relationship Type="http://schemas.openxmlformats.org/officeDocument/2006/relationships/tableStyles" Target="/ppt/tableStyles.xml" Id="R6fae7640a69a4689" /><ns0:Relationship Type="http://schemas.openxmlformats.org/officeDocument/2006/relationships/slide" Target="/ppt/slides/slide1.xml" Id="R799db1775fd746a0" /><ns0:Relationship Type="http://schemas.openxmlformats.org/officeDocument/2006/relationships/slide" Target="/ppt/slides/slide2.xml" Id="Ra6a34de89b8c4849" /><ns0:Relationship Type="http://schemas.openxmlformats.org/officeDocument/2006/relationships/slide" Target="/ppt/slides/slide3.xml" Id="R32104bb8c86f48e1" /><ns0:Relationship Type="http://schemas.openxmlformats.org/officeDocument/2006/relationships/slide" Target="/ppt/slides/slide4.xml" Id="Ref957af8cafa44e6" /><ns0:Relationship Type="http://schemas.openxmlformats.org/officeDocument/2006/relationships/slide" Target="/ppt/slides/slide5.xml" Id="Ra42201a3c25642ea" /><ns0:Relationship Type="http://schemas.openxmlformats.org/officeDocument/2006/relationships/slide" Target="/ppt/slides/slide6.xml" Id="R2b176911594c41be" /><ns0:Relationship Type="http://schemas.openxmlformats.org/officeDocument/2006/relationships/slide" Target="/ppt/slides/slide7.xml" Id="R09a45a742c4b4db6" /><ns0:Relationship Type="http://schemas.openxmlformats.org/officeDocument/2006/relationships/slide" Target="/ppt/slides/slide8.xml" Id="R37a104aaf6504009" /><ns0:Relationship Type="http://schemas.openxmlformats.org/officeDocument/2006/relationships/slide" Target="/ppt/slides/slide9.xml" Id="R468e0f1e0375438a" /><ns0:Relationship Type="http://schemas.openxmlformats.org/officeDocument/2006/relationships/slide" Target="/ppt/slides/slide10.xml" Id="R63d8930d9cf84563" /><ns0:Relationship Type="http://schemas.openxmlformats.org/officeDocument/2006/relationships/slide" Target="/ppt/slides/slide11.xml" Id="R39e7ce8280144a99" /><ns0:Relationship Type="http://schemas.openxmlformats.org/officeDocument/2006/relationships/slide" Target="/ppt/slides/slide12.xml" Id="R091b29a6930b4138" /><ns0:Relationship Type="http://schemas.openxmlformats.org/officeDocument/2006/relationships/slide" Target="/ppt/slides/slide13.xml" Id="Rbf9f86f585494506" /><ns0:Relationship Type="http://schemas.openxmlformats.org/officeDocument/2006/relationships/slide" Target="/ppt/slides/slide14.xml" Id="R13d462ca680b4243" /><ns0:Relationship Type="http://schemas.openxmlformats.org/officeDocument/2006/relationships/slide" Target="/ppt/slides/slide15.xml" Id="Rcdd3331c31334b0b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fbf00bd99448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5dff49a02640b8" /><Relationship Type="http://schemas.openxmlformats.org/officeDocument/2006/relationships/image" Target="/ppt/media/image.jpeg" Id="R216f713981d4495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b5c1f8ba0a48a6" /><Relationship Type="http://schemas.openxmlformats.org/officeDocument/2006/relationships/image" Target="/ppt/media/image.png" Id="Ra820785a13ba4cd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d0c9df840e493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3ffe12ae1a4d9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f44981c57941e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cca411dbf349a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956c7c8f964d7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6f713981d4495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20785a13ba4cd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157bc83f88454b" /><Relationship Type="http://schemas.openxmlformats.org/officeDocument/2006/relationships/slideLayout" Target="/ppt/slideLayouts/slideLayout1.xml" Id="R6cfcd0475f9c46df" /><Relationship Type="http://schemas.openxmlformats.org/officeDocument/2006/relationships/slideLayout" Target="/ppt/slideLayouts/slideLayout2.xml" Id="R78a6a1bcc7314cf1" /><Relationship Type="http://schemas.openxmlformats.org/officeDocument/2006/relationships/slideLayout" Target="/ppt/slideLayouts/slideLayout3.xml" Id="R061c5eac682d402e" /><Relationship Type="http://schemas.openxmlformats.org/officeDocument/2006/relationships/slideLayout" Target="/ppt/slideLayouts/slideLayout4.xml" Id="R1cd547d1e52d43c6" /><Relationship Type="http://schemas.openxmlformats.org/officeDocument/2006/relationships/slideLayout" Target="/ppt/slideLayouts/slideLayout5.xml" Id="R0402fb6899fb4573" /><Relationship Type="http://schemas.openxmlformats.org/officeDocument/2006/relationships/slideLayout" Target="/ppt/slideLayouts/slideLayout6.xml" Id="R0c201ade50514214" /><Relationship Type="http://schemas.openxmlformats.org/officeDocument/2006/relationships/slideLayout" Target="/ppt/slideLayouts/slideLayout7.xml" Id="Rf58500658e824c42" /><Relationship Type="http://schemas.openxmlformats.org/officeDocument/2006/relationships/slideLayout" Target="/ppt/slideLayouts/slideLayout8.xml" Id="R79df11ad49c5491a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fcd0475f9c46df"/>
    <p:sldLayoutId xmlns:r="http://schemas.openxmlformats.org/officeDocument/2006/relationships" id="2147483650" r:id="R78a6a1bcc7314cf1"/>
    <p:sldLayoutId xmlns:r="http://schemas.openxmlformats.org/officeDocument/2006/relationships" id="2147483651" r:id="R061c5eac682d402e"/>
    <p:sldLayoutId xmlns:r="http://schemas.openxmlformats.org/officeDocument/2006/relationships" id="2147483652" r:id="R1cd547d1e52d43c6"/>
    <p:sldLayoutId xmlns:r="http://schemas.openxmlformats.org/officeDocument/2006/relationships" id="2147483653" r:id="R0402fb6899fb4573"/>
    <p:sldLayoutId xmlns:r="http://schemas.openxmlformats.org/officeDocument/2006/relationships" id="2147483654" r:id="R0c201ade50514214"/>
    <p:sldLayoutId xmlns:r="http://schemas.openxmlformats.org/officeDocument/2006/relationships" id="2147483655" r:id="Rf58500658e824c42"/>
    <p:sldLayoutId xmlns:r="http://schemas.openxmlformats.org/officeDocument/2006/relationships" id="2147483656" r:id="R79df11ad49c5491a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6c60a9a4f0624818" /><ns0:Relationship Type="http://schemas.openxmlformats.org/officeDocument/2006/relationships/image" Target="/ppt/media/image2.png" Id="R5f2b74ebcb714294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166e9b409c46ab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53c50400fa14192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1348d174ed42af" /><ns0:Relationship Type="http://schemas.openxmlformats.org/officeDocument/2006/relationships/hyperlink" Target="../Code/01_memory.ipynb" TargetMode="External" Id="Rcf436243ca0a4851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8e18d34c624907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fd945b0e994c3f" /><ns0:Relationship Type="http://schemas.openxmlformats.org/officeDocument/2006/relationships/hyperlink" Target="../Code/01_memory.ipynb" TargetMode="External" Id="Re8abe4b40f294f44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b9282d07454f44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c2511a540f4fd7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e118e98b494b96" /><ns0:Relationship Type="http://schemas.openxmlformats.org/officeDocument/2006/relationships/hyperlink" Target="../Code/01_memory.ipynb" TargetMode="External" Id="Red1269773ab04dac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1495e4650848c4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0dba21b6b04d6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b0fd1f38d147e8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4340b3a7ad444c" /><ns0:Relationship Type="http://schemas.openxmlformats.org/officeDocument/2006/relationships/hyperlink" Target="../Code/01_memory.ipynb" TargetMode="External" Id="Rf63ba77f1d664ddc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b2dca9abc546b3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b14ca61b9a4e03" /><ns0:Relationship Type="http://schemas.openxmlformats.org/officeDocument/2006/relationships/hyperlink" Target="https://docs.langchain.com/oss/python/langgraph/persistence" TargetMode="External" Id="R5c6b8b27ba2c4519" /><ns0:Relationship Type="http://schemas.openxmlformats.org/officeDocument/2006/relationships/hyperlink" Target="https://docs.langchain.com/oss/python/langgraph/persistence" TargetMode="External" Id="Rbba8e70d6f79402f" /><ns0:Relationship Type="http://schemas.openxmlformats.org/officeDocument/2006/relationships/hyperlink" Target="https://docs.langchain.com/oss/python/langgraph/graph-api" TargetMode="External" Id="R35b5095f106c4cf5" /><ns0:Relationship Type="http://schemas.openxmlformats.org/officeDocument/2006/relationships/hyperlink" Target="https://docs.langchain.com/oss/python/langgraph/graph-api" TargetMode="External" Id="R78984ab9c4ab4d1f" /><ns0:Relationship Type="http://schemas.openxmlformats.org/officeDocument/2006/relationships/hyperlink" Target="https://docs.langchain.com/oss/python/langgraph/add-memory" TargetMode="External" Id="Rcbd3df97e1a94c19" /><ns0:Relationship Type="http://schemas.openxmlformats.org/officeDocument/2006/relationships/hyperlink" Target="https://docs.langchain.com/oss/python/langgraph/add-memory" TargetMode="External" Id="Rb8e58c86162c44b6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b74ebcb71429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02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Building Stateful Agents with Memory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151">
            <a:extLst xmlns:a="http://schemas.openxmlformats.org/drawingml/2006/main">
              <a:ext uri="{FF2B5EF4-FFF2-40B4-BE49-F238E27FC236}">
                <a16:creationId xmlns:a16="http://schemas.microsoft.com/office/drawing/2014/main" id="{5A0EACA3-105F-4123-815D-03782564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">
            <a:extLst xmlns:a="http://schemas.openxmlformats.org/drawingml/2006/main">
              <a:ext uri="{FF2B5EF4-FFF2-40B4-BE49-F238E27FC236}">
                <a16:creationId xmlns:a16="http://schemas.microsoft.com/office/drawing/2014/main" id="{6F0168DE-20F0-4F69-BEF0-9F1C28BF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61F6527B-51D1-49CA-973E-83415476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From a List to a Checkpointer [1] [3]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32C796B7-3D6B-4BFF-A655-7CC93530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AA180B26-D998-4FC3-A2BC-44526077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7719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5">
            <a:extLst xmlns:a="http://schemas.openxmlformats.org/drawingml/2006/main">
              <a:ext uri="{FF2B5EF4-FFF2-40B4-BE49-F238E27FC236}">
                <a16:creationId xmlns:a16="http://schemas.microsoft.com/office/drawing/2014/main" id="{6B87890B-0C38-413E-8C3E-0BDDA157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6">
            <a:extLst xmlns:a="http://schemas.openxmlformats.org/drawingml/2006/main">
              <a:ext uri="{FF2B5EF4-FFF2-40B4-BE49-F238E27FC236}">
                <a16:creationId xmlns:a16="http://schemas.microsoft.com/office/drawing/2014/main" id="{8BADC7F9-0195-43CC-8C08-57786CDA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Module 1: your list</a:t>
            </a:r>
          </a:p>
        </p:txBody>
      </p:sp>
      <p:sp>
        <p:nvSpPr>
          <p:cNvPr id="7" name="c3-text-7">
            <a:extLst xmlns:a="http://schemas.openxmlformats.org/drawingml/2006/main">
              <a:ext uri="{FF2B5EF4-FFF2-40B4-BE49-F238E27FC236}">
                <a16:creationId xmlns:a16="http://schemas.microsoft.com/office/drawing/2014/main" id="{59646EE9-9A0E-471A-887E-7CCE1505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33909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Append human and AI messages.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Resend the whole list on each call.</a:t>
            </a:r>
          </a:p>
        </p:txBody>
      </p:sp>
      <p:sp>
        <p:nvSpPr>
          <p:cNvPr id="8" name="c3-shape-8">
            <a:extLst xmlns:a="http://schemas.openxmlformats.org/drawingml/2006/main">
              <a:ext uri="{FF2B5EF4-FFF2-40B4-BE49-F238E27FC236}">
                <a16:creationId xmlns:a16="http://schemas.microsoft.com/office/drawing/2014/main" id="{340DCD1D-4580-4346-A33F-02DDE7B5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85925"/>
            <a:ext cx="37719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779ABC6B-EB82-4B36-8DB1-7BF1737E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478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0">
            <a:extLst xmlns:a="http://schemas.openxmlformats.org/drawingml/2006/main">
              <a:ext uri="{FF2B5EF4-FFF2-40B4-BE49-F238E27FC236}">
                <a16:creationId xmlns:a16="http://schemas.microsoft.com/office/drawing/2014/main" id="{08791A3A-8B0A-4EDA-B714-FF03B4FD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4310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LangGraph</a:t>
            </a:r>
          </a:p>
        </p:txBody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5663A5F2-E0B1-4C55-83BA-8AA14843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86000"/>
            <a:ext cx="33909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 live in the graph state.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checkpointer saves them per conversation.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C8DCC1D4-FE45-4263-B40C-14E4D6E0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">
            <a:extLst xmlns:a="http://schemas.openxmlformats.org/drawingml/2006/main">
              <a:ext uri="{FF2B5EF4-FFF2-40B4-BE49-F238E27FC236}">
                <a16:creationId xmlns:a16="http://schemas.microsoft.com/office/drawing/2014/main" id="{EB11056C-CAED-4002-8B3E-67E44911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Same idea; the graph manages it for us.</a:t>
            </a:r>
          </a:p>
        </p:txBody>
      </p:sp>
      <p:sp>
        <p:nvSpPr>
          <p:cNvPr id="14" name="c3-text-152">
            <a:extLst xmlns:a="http://schemas.openxmlformats.org/drawingml/2006/main">
              <a:ext uri="{FF2B5EF4-FFF2-40B4-BE49-F238E27FC236}">
                <a16:creationId xmlns:a16="http://schemas.microsoft.com/office/drawing/2014/main" id="{B80A2B97-6968-45FB-9C10-2CE7BFF2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90099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4">
            <a:extLst xmlns:a="http://schemas.openxmlformats.org/drawingml/2006/main">
              <a:ext uri="{FF2B5EF4-FFF2-40B4-BE49-F238E27FC236}">
                <a16:creationId xmlns:a16="http://schemas.microsoft.com/office/drawing/2014/main" id="{B7E825B3-B62B-4F32-A087-02416DFF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">
            <a:extLst xmlns:a="http://schemas.openxmlformats.org/drawingml/2006/main">
              <a:ext uri="{FF2B5EF4-FFF2-40B4-BE49-F238E27FC236}">
                <a16:creationId xmlns:a16="http://schemas.microsoft.com/office/drawing/2014/main" id="{9E3AC642-5159-46EC-BBAE-830ADCE8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 in State [2]</a:t>
            </a:r>
          </a:p>
        </p:txBody>
      </p:sp>
      <p:sp>
        <p:nvSpPr>
          <p:cNvPr id="3" name="c3-text-16">
            <a:extLst xmlns:a="http://schemas.openxmlformats.org/drawingml/2006/main">
              <a:ext uri="{FF2B5EF4-FFF2-40B4-BE49-F238E27FC236}">
                <a16:creationId xmlns:a16="http://schemas.microsoft.com/office/drawing/2014/main" id="{0CEA248C-D6EA-4015-B158-FD5D5AEA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17">
            <a:extLst xmlns:a="http://schemas.openxmlformats.org/drawingml/2006/main">
              <a:ext uri="{FF2B5EF4-FFF2-40B4-BE49-F238E27FC236}">
                <a16:creationId xmlns:a16="http://schemas.microsoft.com/office/drawing/2014/main" id="{9C8FC97F-7431-4A2D-AFC5-1839CF1B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8">
            <a:extLst xmlns:a="http://schemas.openxmlformats.org/drawingml/2006/main">
              <a:ext uri="{FF2B5EF4-FFF2-40B4-BE49-F238E27FC236}">
                <a16:creationId xmlns:a16="http://schemas.microsoft.com/office/drawing/2014/main" id="{D207751D-0582-4B1C-994B-902BA421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typing </a:t>
            </a: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Annotated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langgraph.graph.message </a:t>
            </a: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add_messages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ChatState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(TypedDict):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messages: Annotated[list, add_messages]</a:t>
            </a:r>
          </a:p>
        </p:txBody>
      </p:sp>
      <p:sp>
        <p:nvSpPr>
          <p:cNvPr id="6" name="c3-text-19">
            <a:extLst xmlns:a="http://schemas.openxmlformats.org/drawingml/2006/main">
              <a:ext uri="{FF2B5EF4-FFF2-40B4-BE49-F238E27FC236}">
                <a16:creationId xmlns:a16="http://schemas.microsoft.com/office/drawing/2014/main" id="{9B580DEC-6317-4ECA-8A4A-0FDBA337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Annotated attaches a reducer to the messages key.</a:t>
            </a:r>
          </a:p>
        </p:txBody>
      </p:sp>
      <p:sp>
        <p:nvSpPr>
          <p:cNvPr id="7" name="c3-text-153">
            <a:extLst xmlns:a="http://schemas.openxmlformats.org/drawingml/2006/main">
              <a:ext uri="{FF2B5EF4-FFF2-40B4-BE49-F238E27FC236}">
                <a16:creationId xmlns:a16="http://schemas.microsoft.com/office/drawing/2014/main" id="{D7CF382B-B021-4257-86A8-5073C281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032588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20">
            <a:extLst xmlns:a="http://schemas.openxmlformats.org/drawingml/2006/main">
              <a:ext uri="{FF2B5EF4-FFF2-40B4-BE49-F238E27FC236}">
                <a16:creationId xmlns:a16="http://schemas.microsoft.com/office/drawing/2014/main" id="{A81B1180-1301-4C96-978A-80121969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">
            <a:extLst xmlns:a="http://schemas.openxmlformats.org/drawingml/2006/main">
              <a:ext uri="{FF2B5EF4-FFF2-40B4-BE49-F238E27FC236}">
                <a16:creationId xmlns:a16="http://schemas.microsoft.com/office/drawing/2014/main" id="{1F6A0D41-A0FF-4B85-8324-F9CBD21D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or Append [2]</a:t>
            </a:r>
          </a:p>
        </p:txBody>
      </p:sp>
      <p:sp>
        <p:nvSpPr>
          <p:cNvPr id="3" name="c3-text-22">
            <a:extLst xmlns:a="http://schemas.openxmlformats.org/drawingml/2006/main">
              <a:ext uri="{FF2B5EF4-FFF2-40B4-BE49-F238E27FC236}">
                <a16:creationId xmlns:a16="http://schemas.microsoft.com/office/drawing/2014/main" id="{F65017BC-9141-4B52-A3EB-E78D691C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23">
            <a:extLst xmlns:a="http://schemas.openxmlformats.org/drawingml/2006/main">
              <a:ext uri="{FF2B5EF4-FFF2-40B4-BE49-F238E27FC236}">
                <a16:creationId xmlns:a16="http://schemas.microsoft.com/office/drawing/2014/main" id="{FCDFFAAE-F606-4B39-A58E-D2340BE5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4">
            <a:extLst xmlns:a="http://schemas.openxmlformats.org/drawingml/2006/main">
              <a:ext uri="{FF2B5EF4-FFF2-40B4-BE49-F238E27FC236}">
                <a16:creationId xmlns:a16="http://schemas.microsoft.com/office/drawing/2014/main" id="{4B83EA8F-B42D-4863-A061-DBD26A50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5">
            <a:extLst xmlns:a="http://schemas.openxmlformats.org/drawingml/2006/main">
              <a:ext uri="{FF2B5EF4-FFF2-40B4-BE49-F238E27FC236}">
                <a16:creationId xmlns:a16="http://schemas.microsoft.com/office/drawing/2014/main" id="{EDE1E3B2-F4DD-4C6A-A268-19DC24AC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Default (Chapter 01)</a:t>
            </a:r>
          </a:p>
        </p:txBody>
      </p:sp>
      <p:sp>
        <p:nvSpPr>
          <p:cNvPr id="7" name="c3-text-26">
            <a:extLst xmlns:a="http://schemas.openxmlformats.org/drawingml/2006/main">
              <a:ext uri="{FF2B5EF4-FFF2-40B4-BE49-F238E27FC236}">
                <a16:creationId xmlns:a16="http://schemas.microsoft.com/office/drawing/2014/main" id="{66AF5198-F9DF-4A24-9308-6FA7C138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new value replaces the old one.</a:t>
            </a:r>
          </a:p>
        </p:txBody>
      </p:sp>
      <p:sp>
        <p:nvSpPr>
          <p:cNvPr id="8" name="c3-shape-27">
            <a:extLst xmlns:a="http://schemas.openxmlformats.org/drawingml/2006/main">
              <a:ext uri="{FF2B5EF4-FFF2-40B4-BE49-F238E27FC236}">
                <a16:creationId xmlns:a16="http://schemas.microsoft.com/office/drawing/2014/main" id="{6966B6EC-11A9-41E5-8A82-823168E0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8">
            <a:extLst xmlns:a="http://schemas.openxmlformats.org/drawingml/2006/main">
              <a:ext uri="{FF2B5EF4-FFF2-40B4-BE49-F238E27FC236}">
                <a16:creationId xmlns:a16="http://schemas.microsoft.com/office/drawing/2014/main" id="{71DA86C5-24B5-414B-8DBA-3ED7CB69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9">
            <a:extLst xmlns:a="http://schemas.openxmlformats.org/drawingml/2006/main">
              <a:ext uri="{FF2B5EF4-FFF2-40B4-BE49-F238E27FC236}">
                <a16:creationId xmlns:a16="http://schemas.microsoft.com/office/drawing/2014/main" id="{ADC715C7-BB6F-479E-BBD2-7D9E84E9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add_messages</a:t>
            </a:r>
          </a:p>
        </p:txBody>
      </p:sp>
      <p:sp>
        <p:nvSpPr>
          <p:cNvPr id="11" name="c3-text-30">
            <a:extLst xmlns:a="http://schemas.openxmlformats.org/drawingml/2006/main">
              <a:ext uri="{FF2B5EF4-FFF2-40B4-BE49-F238E27FC236}">
                <a16:creationId xmlns:a16="http://schemas.microsoft.com/office/drawing/2014/main" id="{FC680E9E-0AE6-4DEA-A319-62F4D317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1932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New messages are appended to the list.</a:t>
            </a:r>
          </a:p>
        </p:txBody>
      </p:sp>
      <p:sp>
        <p:nvSpPr>
          <p:cNvPr id="12" name="c3-text-31">
            <a:extLst xmlns:a="http://schemas.openxmlformats.org/drawingml/2006/main">
              <a:ext uri="{FF2B5EF4-FFF2-40B4-BE49-F238E27FC236}">
                <a16:creationId xmlns:a16="http://schemas.microsoft.com/office/drawing/2014/main" id="{A5E33A75-6ABE-4BF5-83FE-A384E9EC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MessagesState provides the same messages key and reducer, ready-made.</a:t>
            </a:r>
          </a:p>
        </p:txBody>
      </p:sp>
      <p:sp>
        <p:nvSpPr>
          <p:cNvPr id="13" name="c3-text-32">
            <a:hlinkClick xmlns:r="http://schemas.openxmlformats.org/officeDocument/2006/relationships" xmlns:a="http://schemas.openxmlformats.org/drawingml/2006/main" r:id="Rcf436243ca0a4851"/>
            <a:extLst xmlns:a="http://schemas.openxmlformats.org/drawingml/2006/main">
              <a:ext uri="{FF2B5EF4-FFF2-40B4-BE49-F238E27FC236}">
                <a16:creationId xmlns:a16="http://schemas.microsoft.com/office/drawing/2014/main" id="{29904F1D-841B-4960-BE4A-36A04024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01_memory.ipynb: 1. Messages in state</a:t>
            </a:r>
          </a:p>
        </p:txBody>
      </p:sp>
      <p:sp>
        <p:nvSpPr>
          <p:cNvPr id="14" name="c3-text-154">
            <a:extLst xmlns:a="http://schemas.openxmlformats.org/drawingml/2006/main">
              <a:ext uri="{FF2B5EF4-FFF2-40B4-BE49-F238E27FC236}">
                <a16:creationId xmlns:a16="http://schemas.microsoft.com/office/drawing/2014/main" id="{12594D95-B868-4BE9-ACD1-E604CD28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6366064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33">
            <a:extLst xmlns:a="http://schemas.openxmlformats.org/drawingml/2006/main">
              <a:ext uri="{FF2B5EF4-FFF2-40B4-BE49-F238E27FC236}">
                <a16:creationId xmlns:a16="http://schemas.microsoft.com/office/drawing/2014/main" id="{832C23B4-D596-4C8F-93F9-E396AF16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4">
            <a:extLst xmlns:a="http://schemas.openxmlformats.org/drawingml/2006/main">
              <a:ext uri="{FF2B5EF4-FFF2-40B4-BE49-F238E27FC236}">
                <a16:creationId xmlns:a16="http://schemas.microsoft.com/office/drawing/2014/main" id="{CFCEC912-70E3-4178-880D-30E07EBB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Chatbot Node [2]</a:t>
            </a:r>
          </a:p>
        </p:txBody>
      </p:sp>
      <p:sp>
        <p:nvSpPr>
          <p:cNvPr id="3" name="c3-text-35">
            <a:extLst xmlns:a="http://schemas.openxmlformats.org/drawingml/2006/main">
              <a:ext uri="{FF2B5EF4-FFF2-40B4-BE49-F238E27FC236}">
                <a16:creationId xmlns:a16="http://schemas.microsoft.com/office/drawing/2014/main" id="{BAC0EB16-9F36-4D7C-97E7-02E3B3CE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36">
            <a:extLst xmlns:a="http://schemas.openxmlformats.org/drawingml/2006/main">
              <a:ext uri="{FF2B5EF4-FFF2-40B4-BE49-F238E27FC236}">
                <a16:creationId xmlns:a16="http://schemas.microsoft.com/office/drawing/2014/main" id="{6CB321D3-2049-44ED-9097-9E748BCF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92480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37">
            <a:extLst xmlns:a="http://schemas.openxmlformats.org/drawingml/2006/main">
              <a:ext uri="{FF2B5EF4-FFF2-40B4-BE49-F238E27FC236}">
                <a16:creationId xmlns:a16="http://schemas.microsoft.com/office/drawing/2014/main" id="{F7AF823A-6532-4CC4-88D1-EEEC6A1B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75819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prompt = ChatPromptTemplate.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SystemMessagePromptTemplate.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museum guide. Reply briefly."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MessagesPlaceholder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chatbot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MessagesState):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messages = prompt.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(messages=state[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[llm.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(messages)]}</a:t>
            </a:r>
          </a:p>
        </p:txBody>
      </p:sp>
      <p:sp>
        <p:nvSpPr>
          <p:cNvPr id="6" name="c3-shape-38">
            <a:extLst xmlns:a="http://schemas.openxmlformats.org/drawingml/2006/main">
              <a:ext uri="{FF2B5EF4-FFF2-40B4-BE49-F238E27FC236}">
                <a16:creationId xmlns:a16="http://schemas.microsoft.com/office/drawing/2014/main" id="{F7DC09F4-754C-48CF-9648-63B53892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9">
            <a:extLst xmlns:a="http://schemas.openxmlformats.org/drawingml/2006/main">
              <a:ext uri="{FF2B5EF4-FFF2-40B4-BE49-F238E27FC236}">
                <a16:creationId xmlns:a16="http://schemas.microsoft.com/office/drawing/2014/main" id="{AD2D4166-A0A8-4496-86CE-71D0623D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node sends the instruction and the messages; it returns only the reply.</a:t>
            </a:r>
          </a:p>
        </p:txBody>
      </p:sp>
      <p:sp>
        <p:nvSpPr>
          <p:cNvPr id="8" name="c3-text-155">
            <a:extLst xmlns:a="http://schemas.openxmlformats.org/drawingml/2006/main">
              <a:ext uri="{FF2B5EF4-FFF2-40B4-BE49-F238E27FC236}">
                <a16:creationId xmlns:a16="http://schemas.microsoft.com/office/drawing/2014/main" id="{D3868B5D-3E7F-4DA0-931D-C6EF70F4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515976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3-text-40">
            <a:extLst xmlns:a="http://schemas.openxmlformats.org/drawingml/2006/main">
              <a:ext uri="{FF2B5EF4-FFF2-40B4-BE49-F238E27FC236}">
                <a16:creationId xmlns:a16="http://schemas.microsoft.com/office/drawing/2014/main" id="{7BE8939C-7B45-4F26-9806-F91BB35D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41">
            <a:extLst xmlns:a="http://schemas.openxmlformats.org/drawingml/2006/main">
              <a:ext uri="{FF2B5EF4-FFF2-40B4-BE49-F238E27FC236}">
                <a16:creationId xmlns:a16="http://schemas.microsoft.com/office/drawing/2014/main" id="{A1C8F3CD-FD19-44DF-9538-7D45A607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Without a Checkpointer</a:t>
            </a:r>
          </a:p>
        </p:txBody>
      </p:sp>
      <p:sp>
        <p:nvSpPr>
          <p:cNvPr id="3" name="c3-text-42">
            <a:extLst xmlns:a="http://schemas.openxmlformats.org/drawingml/2006/main">
              <a:ext uri="{FF2B5EF4-FFF2-40B4-BE49-F238E27FC236}">
                <a16:creationId xmlns:a16="http://schemas.microsoft.com/office/drawing/2014/main" id="{99A799A0-B69C-48F1-838D-060CC6E7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43">
            <a:extLst xmlns:a="http://schemas.openxmlformats.org/drawingml/2006/main">
              <a:ext uri="{FF2B5EF4-FFF2-40B4-BE49-F238E27FC236}">
                <a16:creationId xmlns:a16="http://schemas.microsoft.com/office/drawing/2014/main" id="{6F181B8A-1A78-4103-8D6C-B14AAD28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810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44">
            <a:extLst xmlns:a="http://schemas.openxmlformats.org/drawingml/2006/main">
              <a:ext uri="{FF2B5EF4-FFF2-40B4-BE49-F238E27FC236}">
                <a16:creationId xmlns:a16="http://schemas.microsoft.com/office/drawing/2014/main" id="{62796A58-B34F-42E7-901E-4ACBDD52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358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invoke 1: "My name is Lea."</a:t>
            </a:r>
          </a:p>
        </p:txBody>
      </p:sp>
      <p:sp>
        <p:nvSpPr>
          <p:cNvPr id="6" name="c3-shape-45">
            <a:extLst xmlns:a="http://schemas.openxmlformats.org/drawingml/2006/main">
              <a:ext uri="{FF2B5EF4-FFF2-40B4-BE49-F238E27FC236}">
                <a16:creationId xmlns:a16="http://schemas.microsoft.com/office/drawing/2014/main" id="{2EE84E5B-6940-46BE-B190-C061CF1B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66900"/>
            <a:ext cx="3810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46">
            <a:extLst xmlns:a="http://schemas.openxmlformats.org/drawingml/2006/main">
              <a:ext uri="{FF2B5EF4-FFF2-40B4-BE49-F238E27FC236}">
                <a16:creationId xmlns:a16="http://schemas.microsoft.com/office/drawing/2014/main" id="{9FA9239A-45DC-4E88-83F0-BCC50AC5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19250"/>
            <a:ext cx="3429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7">
            <a:extLst xmlns:a="http://schemas.openxmlformats.org/drawingml/2006/main">
              <a:ext uri="{FF2B5EF4-FFF2-40B4-BE49-F238E27FC236}">
                <a16:creationId xmlns:a16="http://schemas.microsoft.com/office/drawing/2014/main" id="{945647AB-F22F-4DA0-B8B8-9DDFBAC8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695450"/>
            <a:ext cx="320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"Nice to meet you, Lea!"</a:t>
            </a:r>
          </a:p>
        </p:txBody>
      </p:sp>
      <p:sp>
        <p:nvSpPr>
          <p:cNvPr id="9" name="c3-shape-48">
            <a:extLst xmlns:a="http://schemas.openxmlformats.org/drawingml/2006/main">
              <a:ext uri="{FF2B5EF4-FFF2-40B4-BE49-F238E27FC236}">
                <a16:creationId xmlns:a16="http://schemas.microsoft.com/office/drawing/2014/main" id="{09256016-60D6-4C05-A1CC-02462B8A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3810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49">
            <a:extLst xmlns:a="http://schemas.openxmlformats.org/drawingml/2006/main">
              <a:ext uri="{FF2B5EF4-FFF2-40B4-BE49-F238E27FC236}">
                <a16:creationId xmlns:a16="http://schemas.microsoft.com/office/drawing/2014/main" id="{EEC0C97A-B517-46DC-9038-40EAC5AC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358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invoke 2: "What is my name?"</a:t>
            </a:r>
          </a:p>
        </p:txBody>
      </p:sp>
      <p:sp>
        <p:nvSpPr>
          <p:cNvPr id="11" name="c3-shape-50">
            <a:extLst xmlns:a="http://schemas.openxmlformats.org/drawingml/2006/main">
              <a:ext uri="{FF2B5EF4-FFF2-40B4-BE49-F238E27FC236}">
                <a16:creationId xmlns:a16="http://schemas.microsoft.com/office/drawing/2014/main" id="{0A562966-8E1D-4865-AB5E-9365BC7F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19400"/>
            <a:ext cx="3810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shape-51">
            <a:extLst xmlns:a="http://schemas.openxmlformats.org/drawingml/2006/main">
              <a:ext uri="{FF2B5EF4-FFF2-40B4-BE49-F238E27FC236}">
                <a16:creationId xmlns:a16="http://schemas.microsoft.com/office/drawing/2014/main" id="{FD895B43-84CA-428F-8EBD-DC5206EA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71750"/>
            <a:ext cx="3429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3" name="c3-text-52">
            <a:extLst xmlns:a="http://schemas.openxmlformats.org/drawingml/2006/main">
              <a:ext uri="{FF2B5EF4-FFF2-40B4-BE49-F238E27FC236}">
                <a16:creationId xmlns:a16="http://schemas.microsoft.com/office/drawing/2014/main" id="{A64034A9-F65D-45C5-956E-7C9C71E1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47950"/>
            <a:ext cx="320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"I'm not sure."</a:t>
            </a:r>
          </a:p>
        </p:txBody>
      </p:sp>
      <p:sp>
        <p:nvSpPr>
          <p:cNvPr id="14" name="c3-text-53">
            <a:extLst xmlns:a="http://schemas.openxmlformats.org/drawingml/2006/main">
              <a:ext uri="{FF2B5EF4-FFF2-40B4-BE49-F238E27FC236}">
                <a16:creationId xmlns:a16="http://schemas.microsoft.com/office/drawing/2014/main" id="{33B37409-A933-4F9C-AF1D-B9EF24C5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Earlier calls are not restored.</a:t>
            </a:r>
          </a:p>
        </p:txBody>
      </p:sp>
      <p:sp>
        <p:nvSpPr>
          <p:cNvPr id="15" name="c3-text-54">
            <a:hlinkClick xmlns:r="http://schemas.openxmlformats.org/officeDocument/2006/relationships" xmlns:a="http://schemas.openxmlformats.org/drawingml/2006/main" r:id="Re8abe4b40f294f44"/>
            <a:extLst xmlns:a="http://schemas.openxmlformats.org/drawingml/2006/main">
              <a:ext uri="{FF2B5EF4-FFF2-40B4-BE49-F238E27FC236}">
                <a16:creationId xmlns:a16="http://schemas.microsoft.com/office/drawing/2014/main" id="{5705ABE0-F4BC-4B16-A3BE-7A145CCA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01_memory.ipynb: 2. A chatbot node</a:t>
            </a:r>
          </a:p>
        </p:txBody>
      </p:sp>
      <p:sp>
        <p:nvSpPr>
          <p:cNvPr id="16" name="c3-text-156">
            <a:extLst xmlns:a="http://schemas.openxmlformats.org/drawingml/2006/main">
              <a:ext uri="{FF2B5EF4-FFF2-40B4-BE49-F238E27FC236}">
                <a16:creationId xmlns:a16="http://schemas.microsoft.com/office/drawing/2014/main" id="{9155AF79-6A2F-42BC-BD50-9221FD9F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577117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55">
            <a:extLst xmlns:a="http://schemas.openxmlformats.org/drawingml/2006/main">
              <a:ext uri="{FF2B5EF4-FFF2-40B4-BE49-F238E27FC236}">
                <a16:creationId xmlns:a16="http://schemas.microsoft.com/office/drawing/2014/main" id="{34D2C4BC-D903-45E9-8F81-B812B8A6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6">
            <a:extLst xmlns:a="http://schemas.openxmlformats.org/drawingml/2006/main">
              <a:ext uri="{FF2B5EF4-FFF2-40B4-BE49-F238E27FC236}">
                <a16:creationId xmlns:a16="http://schemas.microsoft.com/office/drawing/2014/main" id="{8A23756A-7F8B-4641-91C2-B7D1610F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Checkpointer and Threads [1]</a:t>
            </a:r>
          </a:p>
        </p:txBody>
      </p:sp>
      <p:sp>
        <p:nvSpPr>
          <p:cNvPr id="3" name="c3-text-57">
            <a:extLst xmlns:a="http://schemas.openxmlformats.org/drawingml/2006/main">
              <a:ext uri="{FF2B5EF4-FFF2-40B4-BE49-F238E27FC236}">
                <a16:creationId xmlns:a16="http://schemas.microsoft.com/office/drawing/2014/main" id="{BFF94CAE-711F-4E29-8613-81B55714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58">
            <a:extLst xmlns:a="http://schemas.openxmlformats.org/drawingml/2006/main">
              <a:ext uri="{FF2B5EF4-FFF2-40B4-BE49-F238E27FC236}">
                <a16:creationId xmlns:a16="http://schemas.microsoft.com/office/drawing/2014/main" id="{2616B142-F391-4C12-BF35-18CABBF4B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771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59">
            <a:extLst xmlns:a="http://schemas.openxmlformats.org/drawingml/2006/main">
              <a:ext uri="{FF2B5EF4-FFF2-40B4-BE49-F238E27FC236}">
                <a16:creationId xmlns:a16="http://schemas.microsoft.com/office/drawing/2014/main" id="{4AC1598D-5C2D-4452-A5A9-E88C5A6B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60">
            <a:extLst xmlns:a="http://schemas.openxmlformats.org/drawingml/2006/main">
              <a:ext uri="{FF2B5EF4-FFF2-40B4-BE49-F238E27FC236}">
                <a16:creationId xmlns:a16="http://schemas.microsoft.com/office/drawing/2014/main" id="{1F98470F-10BB-4F4C-89FC-CE2CACD7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Checkpoint</a:t>
            </a:r>
          </a:p>
        </p:txBody>
      </p:sp>
      <p:sp>
        <p:nvSpPr>
          <p:cNvPr id="7" name="c3-text-61">
            <a:extLst xmlns:a="http://schemas.openxmlformats.org/drawingml/2006/main">
              <a:ext uri="{FF2B5EF4-FFF2-40B4-BE49-F238E27FC236}">
                <a16:creationId xmlns:a16="http://schemas.microsoft.com/office/drawing/2014/main" id="{79351D79-B91B-41EA-B293-71282AD5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3390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snapshot of the graph state, saved after each step.</a:t>
            </a:r>
          </a:p>
        </p:txBody>
      </p:sp>
      <p:sp>
        <p:nvSpPr>
          <p:cNvPr id="8" name="c3-shape-62">
            <a:extLst xmlns:a="http://schemas.openxmlformats.org/drawingml/2006/main">
              <a:ext uri="{FF2B5EF4-FFF2-40B4-BE49-F238E27FC236}">
                <a16:creationId xmlns:a16="http://schemas.microsoft.com/office/drawing/2014/main" id="{F43D65ED-0B0D-4025-8178-05485DB4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771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63">
            <a:extLst xmlns:a="http://schemas.openxmlformats.org/drawingml/2006/main">
              <a:ext uri="{FF2B5EF4-FFF2-40B4-BE49-F238E27FC236}">
                <a16:creationId xmlns:a16="http://schemas.microsoft.com/office/drawing/2014/main" id="{6C687A8F-6341-463F-88FB-E7FEF313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64">
            <a:extLst xmlns:a="http://schemas.openxmlformats.org/drawingml/2006/main">
              <a:ext uri="{FF2B5EF4-FFF2-40B4-BE49-F238E27FC236}">
                <a16:creationId xmlns:a16="http://schemas.microsoft.com/office/drawing/2014/main" id="{E2C9EC91-AA6F-4F0C-A53B-9FFAFA2C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Thread</a:t>
            </a:r>
          </a:p>
        </p:txBody>
      </p:sp>
      <p:sp>
        <p:nvSpPr>
          <p:cNvPr id="11" name="c3-text-65">
            <a:extLst xmlns:a="http://schemas.openxmlformats.org/drawingml/2006/main">
              <a:ext uri="{FF2B5EF4-FFF2-40B4-BE49-F238E27FC236}">
                <a16:creationId xmlns:a16="http://schemas.microsoft.com/office/drawing/2014/main" id="{CF63EED2-D3D8-4ACE-90CF-DC46F83C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19325"/>
            <a:ext cx="3390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One conversation, identified by a thread_id.</a:t>
            </a:r>
          </a:p>
        </p:txBody>
      </p:sp>
      <p:sp>
        <p:nvSpPr>
          <p:cNvPr id="12" name="c3-shape-66">
            <a:extLst xmlns:a="http://schemas.openxmlformats.org/drawingml/2006/main">
              <a:ext uri="{FF2B5EF4-FFF2-40B4-BE49-F238E27FC236}">
                <a16:creationId xmlns:a16="http://schemas.microsoft.com/office/drawing/2014/main" id="{B217611A-5476-46C2-8BD9-ED177003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67">
            <a:extLst xmlns:a="http://schemas.openxmlformats.org/drawingml/2006/main">
              <a:ext uri="{FF2B5EF4-FFF2-40B4-BE49-F238E27FC236}">
                <a16:creationId xmlns:a16="http://schemas.microsoft.com/office/drawing/2014/main" id="{4D558EA6-5E53-47FC-AAC1-937F5149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Same thread_id: the saved state is restored before the graph runs.</a:t>
            </a:r>
          </a:p>
        </p:txBody>
      </p:sp>
      <p:sp>
        <p:nvSpPr>
          <p:cNvPr id="14" name="c3-text-157">
            <a:extLst xmlns:a="http://schemas.openxmlformats.org/drawingml/2006/main">
              <a:ext uri="{FF2B5EF4-FFF2-40B4-BE49-F238E27FC236}">
                <a16:creationId xmlns:a16="http://schemas.microsoft.com/office/drawing/2014/main" id="{F6D0F887-D588-49CE-9ED8-977DF473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95479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68">
            <a:extLst xmlns:a="http://schemas.openxmlformats.org/drawingml/2006/main">
              <a:ext uri="{FF2B5EF4-FFF2-40B4-BE49-F238E27FC236}">
                <a16:creationId xmlns:a16="http://schemas.microsoft.com/office/drawing/2014/main" id="{08953C11-B8A9-416B-B833-010EE7AB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9">
            <a:extLst xmlns:a="http://schemas.openxmlformats.org/drawingml/2006/main">
              <a:ext uri="{FF2B5EF4-FFF2-40B4-BE49-F238E27FC236}">
                <a16:creationId xmlns:a16="http://schemas.microsoft.com/office/drawing/2014/main" id="{C6B5ED88-E472-4B41-AFF7-081F4968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Compile with a Checkpointer [1]</a:t>
            </a:r>
          </a:p>
        </p:txBody>
      </p:sp>
      <p:sp>
        <p:nvSpPr>
          <p:cNvPr id="3" name="c3-text-70">
            <a:extLst xmlns:a="http://schemas.openxmlformats.org/drawingml/2006/main">
              <a:ext uri="{FF2B5EF4-FFF2-40B4-BE49-F238E27FC236}">
                <a16:creationId xmlns:a16="http://schemas.microsoft.com/office/drawing/2014/main" id="{EFB5ECC7-E0EF-402A-AD8B-598704D0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71">
            <a:extLst xmlns:a="http://schemas.openxmlformats.org/drawingml/2006/main">
              <a:ext uri="{FF2B5EF4-FFF2-40B4-BE49-F238E27FC236}">
                <a16:creationId xmlns:a16="http://schemas.microsoft.com/office/drawing/2014/main" id="{7EEE2C1C-82BD-42F4-B4E2-0FD6E1BA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2">
            <a:extLst xmlns:a="http://schemas.openxmlformats.org/drawingml/2006/main">
              <a:ext uri="{FF2B5EF4-FFF2-40B4-BE49-F238E27FC236}">
                <a16:creationId xmlns:a16="http://schemas.microsoft.com/office/drawing/2014/main" id="{F644F1B4-978E-49A1-9855-08345A1B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langgraph.checkpoint.memory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InMemorySaver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saver =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InMemorySaver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memory_graph = builder.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compile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(checkpointer=saver)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lea =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"configurable"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"thread_id"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"lea"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memory_graph.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"My name is Lea."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)]}, lea)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memory_graph.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"What is my name?"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)]}, lea)</a:t>
            </a:r>
          </a:p>
        </p:txBody>
      </p:sp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8BAF5F58-3A4B-483E-B3D9-1EB62429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74">
            <a:extLst xmlns:a="http://schemas.openxmlformats.org/drawingml/2006/main">
              <a:ext uri="{FF2B5EF4-FFF2-40B4-BE49-F238E27FC236}">
                <a16:creationId xmlns:a16="http://schemas.microsoft.com/office/drawing/2014/main" id="{BBB47149-4D31-4729-9240-6728899F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 only the new message; the earlier ones are restored.</a:t>
            </a:r>
          </a:p>
        </p:txBody>
      </p:sp>
      <p:sp>
        <p:nvSpPr>
          <p:cNvPr id="8" name="c3-text-158">
            <a:extLst xmlns:a="http://schemas.openxmlformats.org/drawingml/2006/main">
              <a:ext uri="{FF2B5EF4-FFF2-40B4-BE49-F238E27FC236}">
                <a16:creationId xmlns:a16="http://schemas.microsoft.com/office/drawing/2014/main" id="{196E0006-03C4-4E55-913B-21EBD369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490917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75">
            <a:extLst xmlns:a="http://schemas.openxmlformats.org/drawingml/2006/main">
              <a:ext uri="{FF2B5EF4-FFF2-40B4-BE49-F238E27FC236}">
                <a16:creationId xmlns:a16="http://schemas.microsoft.com/office/drawing/2014/main" id="{07905631-4734-43CB-BEE8-BE061A8C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6">
            <a:extLst xmlns:a="http://schemas.openxmlformats.org/drawingml/2006/main">
              <a:ext uri="{FF2B5EF4-FFF2-40B4-BE49-F238E27FC236}">
                <a16:creationId xmlns:a16="http://schemas.microsoft.com/office/drawing/2014/main" id="{1942C45E-81B0-4E4C-B04B-B5AA5D02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Separate Conversations [1]</a:t>
            </a:r>
          </a:p>
        </p:txBody>
      </p:sp>
      <p:sp>
        <p:nvSpPr>
          <p:cNvPr id="3" name="c3-text-77">
            <a:extLst xmlns:a="http://schemas.openxmlformats.org/drawingml/2006/main">
              <a:ext uri="{FF2B5EF4-FFF2-40B4-BE49-F238E27FC236}">
                <a16:creationId xmlns:a16="http://schemas.microsoft.com/office/drawing/2014/main" id="{0373E94F-FD5A-486B-B141-0C1953DD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78">
            <a:extLst xmlns:a="http://schemas.openxmlformats.org/drawingml/2006/main">
              <a:ext uri="{FF2B5EF4-FFF2-40B4-BE49-F238E27FC236}">
                <a16:creationId xmlns:a16="http://schemas.microsoft.com/office/drawing/2014/main" id="{CB1ECFAF-EADF-460E-95B9-0D8570FE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79">
            <a:extLst xmlns:a="http://schemas.openxmlformats.org/drawingml/2006/main">
              <a:ext uri="{FF2B5EF4-FFF2-40B4-BE49-F238E27FC236}">
                <a16:creationId xmlns:a16="http://schemas.microsoft.com/office/drawing/2014/main" id="{EBA18722-5C10-4A99-A8F7-3E184F99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80">
            <a:extLst xmlns:a="http://schemas.openxmlformats.org/drawingml/2006/main">
              <a:ext uri="{FF2B5EF4-FFF2-40B4-BE49-F238E27FC236}">
                <a16:creationId xmlns:a16="http://schemas.microsoft.com/office/drawing/2014/main" id="{4EC1CB05-4621-40CE-86E8-F665B7E5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thread_id = "lea"</a:t>
            </a:r>
          </a:p>
        </p:txBody>
      </p:sp>
      <p:sp>
        <p:nvSpPr>
          <p:cNvPr id="7" name="c3-text-81">
            <a:extLst xmlns:a="http://schemas.openxmlformats.org/drawingml/2006/main">
              <a:ext uri="{FF2B5EF4-FFF2-40B4-BE49-F238E27FC236}">
                <a16:creationId xmlns:a16="http://schemas.microsoft.com/office/drawing/2014/main" id="{AC87CFFE-9397-413C-9D7A-AADB3DAD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My name is Lea.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is my name?  →  Lea</a:t>
            </a:r>
          </a:p>
        </p:txBody>
      </p:sp>
      <p:sp>
        <p:nvSpPr>
          <p:cNvPr id="8" name="c3-shape-82">
            <a:extLst xmlns:a="http://schemas.openxmlformats.org/drawingml/2006/main">
              <a:ext uri="{FF2B5EF4-FFF2-40B4-BE49-F238E27FC236}">
                <a16:creationId xmlns:a16="http://schemas.microsoft.com/office/drawing/2014/main" id="{5CF67450-1D5B-4396-ACDE-6D40E708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83">
            <a:extLst xmlns:a="http://schemas.openxmlformats.org/drawingml/2006/main">
              <a:ext uri="{FF2B5EF4-FFF2-40B4-BE49-F238E27FC236}">
                <a16:creationId xmlns:a16="http://schemas.microsoft.com/office/drawing/2014/main" id="{B3C88C70-A755-4C94-A7A4-862D1086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84">
            <a:extLst xmlns:a="http://schemas.openxmlformats.org/drawingml/2006/main">
              <a:ext uri="{FF2B5EF4-FFF2-40B4-BE49-F238E27FC236}">
                <a16:creationId xmlns:a16="http://schemas.microsoft.com/office/drawing/2014/main" id="{90251F20-3A8E-4F7A-9710-3DBF8BAD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thread_id = "marco"</a:t>
            </a:r>
          </a:p>
        </p:txBody>
      </p:sp>
      <p:sp>
        <p:nvSpPr>
          <p:cNvPr id="11" name="c3-text-85">
            <a:extLst xmlns:a="http://schemas.openxmlformats.org/drawingml/2006/main">
              <a:ext uri="{FF2B5EF4-FFF2-40B4-BE49-F238E27FC236}">
                <a16:creationId xmlns:a16="http://schemas.microsoft.com/office/drawing/2014/main" id="{7D19AA9E-632A-44DB-9AF1-E54C1CC1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1932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is my name?  →  I'm not sure.</a:t>
            </a:r>
          </a:p>
        </p:txBody>
      </p:sp>
      <p:sp>
        <p:nvSpPr>
          <p:cNvPr id="12" name="c3-text-86">
            <a:extLst xmlns:a="http://schemas.openxmlformats.org/drawingml/2006/main">
              <a:ext uri="{FF2B5EF4-FFF2-40B4-BE49-F238E27FC236}">
                <a16:creationId xmlns:a16="http://schemas.microsoft.com/office/drawing/2014/main" id="{D83250C3-C8A0-442E-8A16-90170938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new thread_id starts an empty conversation.</a:t>
            </a:r>
          </a:p>
        </p:txBody>
      </p:sp>
      <p:sp>
        <p:nvSpPr>
          <p:cNvPr id="13" name="c3-text-87">
            <a:hlinkClick xmlns:r="http://schemas.openxmlformats.org/officeDocument/2006/relationships" xmlns:a="http://schemas.openxmlformats.org/drawingml/2006/main" r:id="Red1269773ab04dac"/>
            <a:extLst xmlns:a="http://schemas.openxmlformats.org/drawingml/2006/main">
              <a:ext uri="{FF2B5EF4-FFF2-40B4-BE49-F238E27FC236}">
                <a16:creationId xmlns:a16="http://schemas.microsoft.com/office/drawing/2014/main" id="{97A15024-8C4C-4C88-89C0-587140BA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01_memory.ipynb: 3. Checkpointer and threads</a:t>
            </a:r>
          </a:p>
        </p:txBody>
      </p:sp>
      <p:sp>
        <p:nvSpPr>
          <p:cNvPr id="14" name="c3-text-159">
            <a:extLst xmlns:a="http://schemas.openxmlformats.org/drawingml/2006/main">
              <a:ext uri="{FF2B5EF4-FFF2-40B4-BE49-F238E27FC236}">
                <a16:creationId xmlns:a16="http://schemas.microsoft.com/office/drawing/2014/main" id="{2DED986B-0835-43D7-8E22-34DF7432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668744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88">
            <a:extLst xmlns:a="http://schemas.openxmlformats.org/drawingml/2006/main">
              <a:ext uri="{FF2B5EF4-FFF2-40B4-BE49-F238E27FC236}">
                <a16:creationId xmlns:a16="http://schemas.microsoft.com/office/drawing/2014/main" id="{CFB1845F-C005-47E2-BEB9-35F3AE48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9">
            <a:extLst xmlns:a="http://schemas.openxmlformats.org/drawingml/2006/main">
              <a:ext uri="{FF2B5EF4-FFF2-40B4-BE49-F238E27FC236}">
                <a16:creationId xmlns:a16="http://schemas.microsoft.com/office/drawing/2014/main" id="{55FE277C-2045-4789-947F-21761C38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Where Checkpoints Live [1]</a:t>
            </a:r>
          </a:p>
        </p:txBody>
      </p:sp>
      <p:sp>
        <p:nvSpPr>
          <p:cNvPr id="3" name="c3-text-90">
            <a:extLst xmlns:a="http://schemas.openxmlformats.org/drawingml/2006/main">
              <a:ext uri="{FF2B5EF4-FFF2-40B4-BE49-F238E27FC236}">
                <a16:creationId xmlns:a16="http://schemas.microsoft.com/office/drawing/2014/main" id="{6A59035F-A53A-49C7-A31F-C8CF1C37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91">
            <a:extLst xmlns:a="http://schemas.openxmlformats.org/drawingml/2006/main">
              <a:ext uri="{FF2B5EF4-FFF2-40B4-BE49-F238E27FC236}">
                <a16:creationId xmlns:a16="http://schemas.microsoft.com/office/drawing/2014/main" id="{4736BDCC-4A22-45BF-AC11-0EEA094A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7719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92">
            <a:extLst xmlns:a="http://schemas.openxmlformats.org/drawingml/2006/main">
              <a:ext uri="{FF2B5EF4-FFF2-40B4-BE49-F238E27FC236}">
                <a16:creationId xmlns:a16="http://schemas.microsoft.com/office/drawing/2014/main" id="{58CC7582-1E8C-4F27-8D4D-361E38CD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93">
            <a:extLst xmlns:a="http://schemas.openxmlformats.org/drawingml/2006/main">
              <a:ext uri="{FF2B5EF4-FFF2-40B4-BE49-F238E27FC236}">
                <a16:creationId xmlns:a16="http://schemas.microsoft.com/office/drawing/2014/main" id="{8762E54C-E214-4CBE-B79E-D13ACA4F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InMemorySaver</a:t>
            </a:r>
          </a:p>
        </p:txBody>
      </p:sp>
      <p:sp>
        <p:nvSpPr>
          <p:cNvPr id="7" name="c3-text-94">
            <a:extLst xmlns:a="http://schemas.openxmlformats.org/drawingml/2006/main">
              <a:ext uri="{FF2B5EF4-FFF2-40B4-BE49-F238E27FC236}">
                <a16:creationId xmlns:a16="http://schemas.microsoft.com/office/drawing/2014/main" id="{CF1164BC-BE57-4BF6-8F56-35F0A8C5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33909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Kept in the Python process.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Lost when the kernel or server restarts.</a:t>
            </a:r>
          </a:p>
        </p:txBody>
      </p:sp>
      <p:sp>
        <p:nvSpPr>
          <p:cNvPr id="8" name="c3-shape-95">
            <a:extLst xmlns:a="http://schemas.openxmlformats.org/drawingml/2006/main">
              <a:ext uri="{FF2B5EF4-FFF2-40B4-BE49-F238E27FC236}">
                <a16:creationId xmlns:a16="http://schemas.microsoft.com/office/drawing/2014/main" id="{4DE93EE6-80D3-4E2C-B3DB-C93C6BC4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7719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96">
            <a:extLst xmlns:a="http://schemas.openxmlformats.org/drawingml/2006/main">
              <a:ext uri="{FF2B5EF4-FFF2-40B4-BE49-F238E27FC236}">
                <a16:creationId xmlns:a16="http://schemas.microsoft.com/office/drawing/2014/main" id="{2FBD1169-E3DD-4090-B8A3-8BB2B979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97">
            <a:extLst xmlns:a="http://schemas.openxmlformats.org/drawingml/2006/main">
              <a:ext uri="{FF2B5EF4-FFF2-40B4-BE49-F238E27FC236}">
                <a16:creationId xmlns:a16="http://schemas.microsoft.com/office/drawing/2014/main" id="{4C30BFD9-8397-4C33-804C-013DB667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Persistent savers</a:t>
            </a:r>
          </a:p>
        </p:txBody>
      </p:sp>
      <p:sp>
        <p:nvSpPr>
          <p:cNvPr id="11" name="c3-text-98">
            <a:extLst xmlns:a="http://schemas.openxmlformats.org/drawingml/2006/main">
              <a:ext uri="{FF2B5EF4-FFF2-40B4-BE49-F238E27FC236}">
                <a16:creationId xmlns:a16="http://schemas.microsoft.com/office/drawing/2014/main" id="{F5EFCCEB-DFF7-4E83-9B1F-E5479D56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19325"/>
            <a:ext cx="33909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SQLite or Postgres.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Conversations survive restarts.</a:t>
            </a:r>
          </a:p>
        </p:txBody>
      </p:sp>
      <p:sp>
        <p:nvSpPr>
          <p:cNvPr id="12" name="c3-shape-99">
            <a:extLst xmlns:a="http://schemas.openxmlformats.org/drawingml/2006/main">
              <a:ext uri="{FF2B5EF4-FFF2-40B4-BE49-F238E27FC236}">
                <a16:creationId xmlns:a16="http://schemas.microsoft.com/office/drawing/2014/main" id="{5FD69F8C-5B54-4BE7-85AC-33909FBB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00">
            <a:extLst xmlns:a="http://schemas.openxmlformats.org/drawingml/2006/main">
              <a:ext uri="{FF2B5EF4-FFF2-40B4-BE49-F238E27FC236}">
                <a16:creationId xmlns:a16="http://schemas.microsoft.com/office/drawing/2014/main" id="{5C6CA74E-4895-4416-B4D1-0AB9ED6D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Same graph code; only the checkpointer changes.</a:t>
            </a:r>
          </a:p>
        </p:txBody>
      </p:sp>
      <p:sp>
        <p:nvSpPr>
          <p:cNvPr id="14" name="c3-text-160">
            <a:extLst xmlns:a="http://schemas.openxmlformats.org/drawingml/2006/main">
              <a:ext uri="{FF2B5EF4-FFF2-40B4-BE49-F238E27FC236}">
                <a16:creationId xmlns:a16="http://schemas.microsoft.com/office/drawing/2014/main" id="{5B298CF0-BD03-4273-AB9E-580B3B7A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664050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01">
            <a:extLst xmlns:a="http://schemas.openxmlformats.org/drawingml/2006/main">
              <a:ext uri="{FF2B5EF4-FFF2-40B4-BE49-F238E27FC236}">
                <a16:creationId xmlns:a16="http://schemas.microsoft.com/office/drawing/2014/main" id="{6EE3867E-2420-4FD2-8F76-621DC22C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2">
            <a:extLst xmlns:a="http://schemas.openxmlformats.org/drawingml/2006/main">
              <a:ext uri="{FF2B5EF4-FFF2-40B4-BE49-F238E27FC236}">
                <a16:creationId xmlns:a16="http://schemas.microsoft.com/office/drawing/2014/main" id="{14B3D15D-A5C2-42DA-AACF-94DF0C40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Delete a Saved Conversation [1]</a:t>
            </a:r>
          </a:p>
        </p:txBody>
      </p:sp>
      <p:sp>
        <p:nvSpPr>
          <p:cNvPr id="3" name="c3-text-103">
            <a:extLst xmlns:a="http://schemas.openxmlformats.org/drawingml/2006/main">
              <a:ext uri="{FF2B5EF4-FFF2-40B4-BE49-F238E27FC236}">
                <a16:creationId xmlns:a16="http://schemas.microsoft.com/office/drawing/2014/main" id="{1DC70497-915E-443E-ACCD-AC35A544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104">
            <a:extLst xmlns:a="http://schemas.openxmlformats.org/drawingml/2006/main">
              <a:ext uri="{FF2B5EF4-FFF2-40B4-BE49-F238E27FC236}">
                <a16:creationId xmlns:a16="http://schemas.microsoft.com/office/drawing/2014/main" id="{8D59C33E-1448-4CC8-BD14-1BE6B23F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05">
            <a:extLst xmlns:a="http://schemas.openxmlformats.org/drawingml/2006/main">
              <a:ext uri="{FF2B5EF4-FFF2-40B4-BE49-F238E27FC236}">
                <a16:creationId xmlns:a16="http://schemas.microsoft.com/office/drawing/2014/main" id="{5E2B2F2C-D6B1-443A-B65F-EB47A974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saver.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delete_thread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"lea"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(memory_graph.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get_state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(lea).values)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75938C"/>
                </a:solidFill>
                <a:latin typeface="Consolas"/>
                <a:ea typeface="Consolas"/>
                <a:cs typeface="Consolas"/>
              </a:rPr>
              <a:t># The next call starts a new conversation.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result = memory_graph.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{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"What is my name?"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)]}, lea)</a:t>
            </a:r>
          </a:p>
        </p:txBody>
      </p:sp>
      <p:sp>
        <p:nvSpPr>
          <p:cNvPr id="6" name="c3-text-106">
            <a:extLst xmlns:a="http://schemas.openxmlformats.org/drawingml/2006/main">
              <a:ext uri="{FF2B5EF4-FFF2-40B4-BE49-F238E27FC236}">
                <a16:creationId xmlns:a16="http://schemas.microsoft.com/office/drawing/2014/main" id="{3B7494E9-DCDC-4F6F-A1BA-98A41CD9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Delete one thread. Other conversations keep their state.</a:t>
            </a:r>
          </a:p>
        </p:txBody>
      </p:sp>
      <p:sp>
        <p:nvSpPr>
          <p:cNvPr id="7" name="c3-text-161">
            <a:extLst xmlns:a="http://schemas.openxmlformats.org/drawingml/2006/main">
              <a:ext uri="{FF2B5EF4-FFF2-40B4-BE49-F238E27FC236}">
                <a16:creationId xmlns:a16="http://schemas.microsoft.com/office/drawing/2014/main" id="{FA186536-43F6-4916-97D4-818CF934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436928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07">
            <a:extLst xmlns:a="http://schemas.openxmlformats.org/drawingml/2006/main">
              <a:ext uri="{FF2B5EF4-FFF2-40B4-BE49-F238E27FC236}">
                <a16:creationId xmlns:a16="http://schemas.microsoft.com/office/drawing/2014/main" id="{330BB5A7-8E23-49F5-AFB8-E3DA94F3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8">
            <a:extLst xmlns:a="http://schemas.openxmlformats.org/drawingml/2006/main">
              <a:ext uri="{FF2B5EF4-FFF2-40B4-BE49-F238E27FC236}">
                <a16:creationId xmlns:a16="http://schemas.microsoft.com/office/drawing/2014/main" id="{6F1E1395-A192-4F78-A250-BA994C54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Rolling Buffer [3]</a:t>
            </a:r>
          </a:p>
        </p:txBody>
      </p:sp>
      <p:sp>
        <p:nvSpPr>
          <p:cNvPr id="3" name="c3-text-109">
            <a:extLst xmlns:a="http://schemas.openxmlformats.org/drawingml/2006/main">
              <a:ext uri="{FF2B5EF4-FFF2-40B4-BE49-F238E27FC236}">
                <a16:creationId xmlns:a16="http://schemas.microsoft.com/office/drawing/2014/main" id="{86F253A8-3183-4D98-AC12-85809022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110">
            <a:extLst xmlns:a="http://schemas.openxmlformats.org/drawingml/2006/main">
              <a:ext uri="{FF2B5EF4-FFF2-40B4-BE49-F238E27FC236}">
                <a16:creationId xmlns:a16="http://schemas.microsoft.com/office/drawing/2014/main" id="{2DA63E3D-785E-4E57-B920-3A2903EA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11">
            <a:extLst xmlns:a="http://schemas.openxmlformats.org/drawingml/2006/main">
              <a:ext uri="{FF2B5EF4-FFF2-40B4-BE49-F238E27FC236}">
                <a16:creationId xmlns:a16="http://schemas.microsoft.com/office/drawing/2014/main" id="{323C6980-2468-4963-82AB-8B460BF6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buffered_chatbot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MessagesState):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recent = state[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][-</a:t>
            </a:r>
            <a:r>
              <a:rPr sz="150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:]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reply = llm.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(prompt.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(messages=recent))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[reply]}</a:t>
            </a:r>
          </a:p>
        </p:txBody>
      </p:sp>
      <p:sp>
        <p:nvSpPr>
          <p:cNvPr id="6" name="c3-shape-112">
            <a:extLst xmlns:a="http://schemas.openxmlformats.org/drawingml/2006/main">
              <a:ext uri="{FF2B5EF4-FFF2-40B4-BE49-F238E27FC236}">
                <a16:creationId xmlns:a16="http://schemas.microsoft.com/office/drawing/2014/main" id="{BC864EE4-3807-4A62-982A-E06A15A1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113">
            <a:extLst xmlns:a="http://schemas.openxmlformats.org/drawingml/2006/main">
              <a:ext uri="{FF2B5EF4-FFF2-40B4-BE49-F238E27FC236}">
                <a16:creationId xmlns:a16="http://schemas.microsoft.com/office/drawing/2014/main" id="{6B4406FB-6C6F-41D0-8721-0EA99852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state keeps everything; the model sees only the latest messages.</a:t>
            </a:r>
          </a:p>
        </p:txBody>
      </p:sp>
      <p:sp>
        <p:nvSpPr>
          <p:cNvPr id="8" name="c3-text-162">
            <a:extLst xmlns:a="http://schemas.openxmlformats.org/drawingml/2006/main">
              <a:ext uri="{FF2B5EF4-FFF2-40B4-BE49-F238E27FC236}">
                <a16:creationId xmlns:a16="http://schemas.microsoft.com/office/drawing/2014/main" id="{A7D6ADF5-CCAE-41A1-9EDA-F66AC4F8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336584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14">
            <a:extLst xmlns:a="http://schemas.openxmlformats.org/drawingml/2006/main">
              <a:ext uri="{FF2B5EF4-FFF2-40B4-BE49-F238E27FC236}">
                <a16:creationId xmlns:a16="http://schemas.microsoft.com/office/drawing/2014/main" id="{2C426401-2419-43B7-A0F8-B107DF22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15">
            <a:extLst xmlns:a="http://schemas.openxmlformats.org/drawingml/2006/main">
              <a:ext uri="{FF2B5EF4-FFF2-40B4-BE49-F238E27FC236}">
                <a16:creationId xmlns:a16="http://schemas.microsoft.com/office/drawing/2014/main" id="{95492825-4D8C-4E5B-B3A7-94794E9C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Two Visitors</a:t>
            </a:r>
          </a:p>
        </p:txBody>
      </p:sp>
      <p:sp>
        <p:nvSpPr>
          <p:cNvPr id="3" name="c3-text-116">
            <a:extLst xmlns:a="http://schemas.openxmlformats.org/drawingml/2006/main">
              <a:ext uri="{FF2B5EF4-FFF2-40B4-BE49-F238E27FC236}">
                <a16:creationId xmlns:a16="http://schemas.microsoft.com/office/drawing/2014/main" id="{26F2938E-5986-4C85-9F42-67283F2E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117">
            <a:extLst xmlns:a="http://schemas.openxmlformats.org/drawingml/2006/main">
              <a:ext uri="{FF2B5EF4-FFF2-40B4-BE49-F238E27FC236}">
                <a16:creationId xmlns:a16="http://schemas.microsoft.com/office/drawing/2014/main" id="{8C0430A7-21CA-43FB-ACFE-1B6F745D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7719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18">
            <a:extLst xmlns:a="http://schemas.openxmlformats.org/drawingml/2006/main">
              <a:ext uri="{FF2B5EF4-FFF2-40B4-BE49-F238E27FC236}">
                <a16:creationId xmlns:a16="http://schemas.microsoft.com/office/drawing/2014/main" id="{994216FF-EE48-4838-977A-4324A0C0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19">
            <a:extLst xmlns:a="http://schemas.openxmlformats.org/drawingml/2006/main">
              <a:ext uri="{FF2B5EF4-FFF2-40B4-BE49-F238E27FC236}">
                <a16:creationId xmlns:a16="http://schemas.microsoft.com/office/drawing/2014/main" id="{EAEE5EF4-7FC9-4544-BFF4-FD21B721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Two threads</a:t>
            </a:r>
          </a:p>
        </p:txBody>
      </p:sp>
      <p:sp>
        <p:nvSpPr>
          <p:cNvPr id="7" name="c3-text-120">
            <a:extLst xmlns:a="http://schemas.openxmlformats.org/drawingml/2006/main">
              <a:ext uri="{FF2B5EF4-FFF2-40B4-BE49-F238E27FC236}">
                <a16:creationId xmlns:a16="http://schemas.microsoft.com/office/drawing/2014/main" id="{716DA286-7833-4823-986F-EB248442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33909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Lea likes green, Marco likes blue.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Alternate between their threads.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each colour back.</a:t>
            </a:r>
          </a:p>
        </p:txBody>
      </p:sp>
      <p:sp>
        <p:nvSpPr>
          <p:cNvPr id="8" name="c3-shape-121">
            <a:extLst xmlns:a="http://schemas.openxmlformats.org/drawingml/2006/main">
              <a:ext uri="{FF2B5EF4-FFF2-40B4-BE49-F238E27FC236}">
                <a16:creationId xmlns:a16="http://schemas.microsoft.com/office/drawing/2014/main" id="{2603DC05-C1D9-463A-A0B2-7F3BD1EF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7719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C9AC1644-574C-4684-A90D-EF399776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3">
            <a:extLst xmlns:a="http://schemas.openxmlformats.org/drawingml/2006/main">
              <a:ext uri="{FF2B5EF4-FFF2-40B4-BE49-F238E27FC236}">
                <a16:creationId xmlns:a16="http://schemas.microsoft.com/office/drawing/2014/main" id="{8862657A-B1AB-442B-AA5E-D0930FFF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 short buffer</a:t>
            </a:r>
          </a:p>
        </p:txBody>
      </p:sp>
      <p:sp>
        <p:nvSpPr>
          <p:cNvPr id="11" name="c3-text-124">
            <a:extLst xmlns:a="http://schemas.openxmlformats.org/drawingml/2006/main">
              <a:ext uri="{FF2B5EF4-FFF2-40B4-BE49-F238E27FC236}">
                <a16:creationId xmlns:a16="http://schemas.microsoft.com/office/drawing/2014/main" id="{632C7A2F-7672-4ADB-B8F4-F24C948B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19325"/>
            <a:ext cx="33909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MAX_MESSAGES = 2.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the recent messages.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Compare with the saved state.</a:t>
            </a:r>
          </a:p>
        </p:txBody>
      </p:sp>
      <p:sp>
        <p:nvSpPr>
          <p:cNvPr id="12" name="c3-text-125">
            <a:hlinkClick xmlns:r="http://schemas.openxmlformats.org/officeDocument/2006/relationships" xmlns:a="http://schemas.openxmlformats.org/drawingml/2006/main" r:id="Rf63ba77f1d664ddc"/>
            <a:extLst xmlns:a="http://schemas.openxmlformats.org/drawingml/2006/main">
              <a:ext uri="{FF2B5EF4-FFF2-40B4-BE49-F238E27FC236}">
                <a16:creationId xmlns:a16="http://schemas.microsoft.com/office/drawing/2014/main" id="{F6DB7CA5-224D-4925-9D19-B140BE4B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01_memory.ipynb: 4. A rolling buffer + exercise</a:t>
            </a:r>
          </a:p>
        </p:txBody>
      </p:sp>
      <p:sp>
        <p:nvSpPr>
          <p:cNvPr id="13" name="c3-text-163">
            <a:extLst xmlns:a="http://schemas.openxmlformats.org/drawingml/2006/main">
              <a:ext uri="{FF2B5EF4-FFF2-40B4-BE49-F238E27FC236}">
                <a16:creationId xmlns:a16="http://schemas.microsoft.com/office/drawing/2014/main" id="{67EF0E3A-8E10-4E68-B71E-7A60F4B0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991300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26">
            <a:extLst xmlns:a="http://schemas.openxmlformats.org/drawingml/2006/main">
              <a:ext uri="{FF2B5EF4-FFF2-40B4-BE49-F238E27FC236}">
                <a16:creationId xmlns:a16="http://schemas.microsoft.com/office/drawing/2014/main" id="{17EA339E-9C90-491F-B2DD-3A3590EF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7">
            <a:extLst xmlns:a="http://schemas.openxmlformats.org/drawingml/2006/main">
              <a:ext uri="{FF2B5EF4-FFF2-40B4-BE49-F238E27FC236}">
                <a16:creationId xmlns:a16="http://schemas.microsoft.com/office/drawing/2014/main" id="{2DDAEC29-65AD-434A-8DBB-F931F9E6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Next: The Avatar Remembers [1]</a:t>
            </a:r>
          </a:p>
        </p:txBody>
      </p:sp>
      <p:sp>
        <p:nvSpPr>
          <p:cNvPr id="3" name="c3-text-128">
            <a:extLst xmlns:a="http://schemas.openxmlformats.org/drawingml/2006/main">
              <a:ext uri="{FF2B5EF4-FFF2-40B4-BE49-F238E27FC236}">
                <a16:creationId xmlns:a16="http://schemas.microsoft.com/office/drawing/2014/main" id="{97A40E75-3A0B-4333-BF31-6408D221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shape-129">
            <a:extLst xmlns:a="http://schemas.openxmlformats.org/drawingml/2006/main">
              <a:ext uri="{FF2B5EF4-FFF2-40B4-BE49-F238E27FC236}">
                <a16:creationId xmlns:a16="http://schemas.microsoft.com/office/drawing/2014/main" id="{9966E546-8FE5-48ED-B15D-94037D52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7719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0">
            <a:extLst xmlns:a="http://schemas.openxmlformats.org/drawingml/2006/main">
              <a:ext uri="{FF2B5EF4-FFF2-40B4-BE49-F238E27FC236}">
                <a16:creationId xmlns:a16="http://schemas.microsoft.com/office/drawing/2014/main" id="{F3F99F0F-910D-469C-82D1-BD454F59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1">
            <a:extLst xmlns:a="http://schemas.openxmlformats.org/drawingml/2006/main">
              <a:ext uri="{FF2B5EF4-FFF2-40B4-BE49-F238E27FC236}">
                <a16:creationId xmlns:a16="http://schemas.microsoft.com/office/drawing/2014/main" id="{402DF1BD-CADA-427D-A6EA-5A030FC4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Same graph in the server</a:t>
            </a:r>
          </a:p>
        </p:txBody>
      </p:sp>
      <p:sp>
        <p:nvSpPr>
          <p:cNvPr id="7" name="c3-text-132">
            <a:extLst xmlns:a="http://schemas.openxmlformats.org/drawingml/2006/main">
              <a:ext uri="{FF2B5EF4-FFF2-40B4-BE49-F238E27FC236}">
                <a16:creationId xmlns:a16="http://schemas.microsoft.com/office/drawing/2014/main" id="{7A1875A5-9768-4EA5-A7B8-BAA23A7F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3390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 invokes the graph with a checkpointer.</a:t>
            </a:r>
          </a:p>
        </p:txBody>
      </p:sp>
      <p:sp>
        <p:nvSpPr>
          <p:cNvPr id="8" name="c3-shape-133">
            <a:extLst xmlns:a="http://schemas.openxmlformats.org/drawingml/2006/main">
              <a:ext uri="{FF2B5EF4-FFF2-40B4-BE49-F238E27FC236}">
                <a16:creationId xmlns:a16="http://schemas.microsoft.com/office/drawing/2014/main" id="{D34BBEB3-81A9-4E71-B7E7-FCA6DECE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7719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34">
            <a:extLst xmlns:a="http://schemas.openxmlformats.org/drawingml/2006/main">
              <a:ext uri="{FF2B5EF4-FFF2-40B4-BE49-F238E27FC236}">
                <a16:creationId xmlns:a16="http://schemas.microsoft.com/office/drawing/2014/main" id="{208263E0-1959-405A-8EB6-599F58B6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35">
            <a:extLst xmlns:a="http://schemas.openxmlformats.org/drawingml/2006/main">
              <a:ext uri="{FF2B5EF4-FFF2-40B4-BE49-F238E27FC236}">
                <a16:creationId xmlns:a16="http://schemas.microsoft.com/office/drawing/2014/main" id="{04FFB531-DE0F-4B2C-9AF1-F71F589C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764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Thread in the backend</a:t>
            </a:r>
          </a:p>
        </p:txBody>
      </p:sp>
      <p:sp>
        <p:nvSpPr>
          <p:cNvPr id="11" name="c3-text-136">
            <a:extLst xmlns:a="http://schemas.openxmlformats.org/drawingml/2006/main">
              <a:ext uri="{FF2B5EF4-FFF2-40B4-BE49-F238E27FC236}">
                <a16:creationId xmlns:a16="http://schemas.microsoft.com/office/drawing/2014/main" id="{8C02D6A6-4647-40A7-9B8C-79FAD0DA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19325"/>
            <a:ext cx="3390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browser sends only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server chooses the thread_id.</a:t>
            </a:r>
          </a:p>
        </p:txBody>
      </p:sp>
      <p:sp>
        <p:nvSpPr>
          <p:cNvPr id="12" name="c3-shape-137">
            <a:extLst xmlns:a="http://schemas.openxmlformats.org/drawingml/2006/main">
              <a:ext uri="{FF2B5EF4-FFF2-40B4-BE49-F238E27FC236}">
                <a16:creationId xmlns:a16="http://schemas.microsoft.com/office/drawing/2014/main" id="{5BECF62D-7F32-41F8-BC2D-CEED16BF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8">
            <a:extLst xmlns:a="http://schemas.openxmlformats.org/drawingml/2006/main">
              <a:ext uri="{FF2B5EF4-FFF2-40B4-BE49-F238E27FC236}">
                <a16:creationId xmlns:a16="http://schemas.microsoft.com/office/drawing/2014/main" id="{BC545949-0D7E-4FC1-AA13-AF314BB7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Chapter 03 connects this memory to the virtual human.</a:t>
            </a:r>
          </a:p>
        </p:txBody>
      </p:sp>
      <p:sp>
        <p:nvSpPr>
          <p:cNvPr id="14" name="c3-text-164">
            <a:extLst xmlns:a="http://schemas.openxmlformats.org/drawingml/2006/main">
              <a:ext uri="{FF2B5EF4-FFF2-40B4-BE49-F238E27FC236}">
                <a16:creationId xmlns:a16="http://schemas.microsoft.com/office/drawing/2014/main" id="{B78409FB-A302-4401-A8E4-BF1EC0FB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986907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39">
            <a:extLst xmlns:a="http://schemas.openxmlformats.org/drawingml/2006/main">
              <a:ext uri="{FF2B5EF4-FFF2-40B4-BE49-F238E27FC236}">
                <a16:creationId xmlns:a16="http://schemas.microsoft.com/office/drawing/2014/main" id="{B4F34BC7-0599-4900-8C42-2AECEEB2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40">
            <a:extLst xmlns:a="http://schemas.openxmlformats.org/drawingml/2006/main">
              <a:ext uri="{FF2B5EF4-FFF2-40B4-BE49-F238E27FC236}">
                <a16:creationId xmlns:a16="http://schemas.microsoft.com/office/drawing/2014/main" id="{EFF9B330-D2A7-4582-9DC3-8D38C19B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141">
            <a:extLst xmlns:a="http://schemas.openxmlformats.org/drawingml/2006/main">
              <a:ext uri="{FF2B5EF4-FFF2-40B4-BE49-F238E27FC236}">
                <a16:creationId xmlns:a16="http://schemas.microsoft.com/office/drawing/2014/main" id="{C566649E-F10F-48B4-B8F5-9BB3D1F8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02</a:t>
            </a:r>
          </a:p>
        </p:txBody>
      </p:sp>
      <p:sp>
        <p:nvSpPr>
          <p:cNvPr id="4" name="c3-text-142">
            <a:hlinkClick xmlns:r="http://schemas.openxmlformats.org/officeDocument/2006/relationships" xmlns:a="http://schemas.openxmlformats.org/drawingml/2006/main" r:id="R5c6b8b27ba2c4519"/>
            <a:extLst xmlns:a="http://schemas.openxmlformats.org/drawingml/2006/main">
              <a:ext uri="{FF2B5EF4-FFF2-40B4-BE49-F238E27FC236}">
                <a16:creationId xmlns:a16="http://schemas.microsoft.com/office/drawing/2014/main" id="{54E6CA49-9EE2-411F-B6DD-3DE60E27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143">
            <a:hlinkClick xmlns:r="http://schemas.openxmlformats.org/officeDocument/2006/relationships" xmlns:a="http://schemas.openxmlformats.org/drawingml/2006/main" r:id="Rbba8e70d6f79402f"/>
            <a:extLst xmlns:a="http://schemas.openxmlformats.org/drawingml/2006/main">
              <a:ext uri="{FF2B5EF4-FFF2-40B4-BE49-F238E27FC236}">
                <a16:creationId xmlns:a16="http://schemas.microsoft.com/office/drawing/2014/main" id="{F4ED3234-88C3-4841-809C-174C077A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saved state</a:t>
            </a:r>
          </a:p>
        </p:txBody>
      </p:sp>
      <p:sp>
        <p:nvSpPr>
          <p:cNvPr id="6" name="c3-shape-144">
            <a:extLst xmlns:a="http://schemas.openxmlformats.org/drawingml/2006/main">
              <a:ext uri="{FF2B5EF4-FFF2-40B4-BE49-F238E27FC236}">
                <a16:creationId xmlns:a16="http://schemas.microsoft.com/office/drawing/2014/main" id="{823A3EE4-E9A8-4697-BA91-D455ED37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145">
            <a:hlinkClick xmlns:r="http://schemas.openxmlformats.org/officeDocument/2006/relationships" xmlns:a="http://schemas.openxmlformats.org/drawingml/2006/main" r:id="R35b5095f106c4cf5"/>
            <a:extLst xmlns:a="http://schemas.openxmlformats.org/drawingml/2006/main">
              <a:ext uri="{FF2B5EF4-FFF2-40B4-BE49-F238E27FC236}">
                <a16:creationId xmlns:a16="http://schemas.microsoft.com/office/drawing/2014/main" id="{262B0F07-7B0E-4ECE-B685-AC8AE43C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LangGraph Graph API</a:t>
            </a:r>
          </a:p>
        </p:txBody>
      </p:sp>
      <p:sp>
        <p:nvSpPr>
          <p:cNvPr id="8" name="c3-text-146">
            <a:hlinkClick xmlns:r="http://schemas.openxmlformats.org/officeDocument/2006/relationships" xmlns:a="http://schemas.openxmlformats.org/drawingml/2006/main" r:id="R78984ab9c4ab4d1f"/>
            <a:extLst xmlns:a="http://schemas.openxmlformats.org/drawingml/2006/main">
              <a:ext uri="{FF2B5EF4-FFF2-40B4-BE49-F238E27FC236}">
                <a16:creationId xmlns:a16="http://schemas.microsoft.com/office/drawing/2014/main" id="{51C989FD-1CD6-4A6D-A35C-82858722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Reducers and MessagesState</a:t>
            </a:r>
          </a:p>
        </p:txBody>
      </p:sp>
      <p:sp>
        <p:nvSpPr>
          <p:cNvPr id="9" name="c3-shape-147">
            <a:extLst xmlns:a="http://schemas.openxmlformats.org/drawingml/2006/main">
              <a:ext uri="{FF2B5EF4-FFF2-40B4-BE49-F238E27FC236}">
                <a16:creationId xmlns:a16="http://schemas.microsoft.com/office/drawing/2014/main" id="{C3392718-8AD4-4657-976B-DACA8879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148">
            <a:hlinkClick xmlns:r="http://schemas.openxmlformats.org/officeDocument/2006/relationships" xmlns:a="http://schemas.openxmlformats.org/drawingml/2006/main" r:id="Rcbd3df97e1a94c19"/>
            <a:extLst xmlns:a="http://schemas.openxmlformats.org/drawingml/2006/main">
              <a:ext uri="{FF2B5EF4-FFF2-40B4-BE49-F238E27FC236}">
                <a16:creationId xmlns:a16="http://schemas.microsoft.com/office/drawing/2014/main" id="{E7EC23B6-E563-4C8D-B8E0-DDF40C2A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LangGraph memory</a:t>
            </a:r>
          </a:p>
        </p:txBody>
      </p:sp>
      <p:sp>
        <p:nvSpPr>
          <p:cNvPr id="11" name="c3-text-149">
            <a:hlinkClick xmlns:r="http://schemas.openxmlformats.org/officeDocument/2006/relationships" xmlns:a="http://schemas.openxmlformats.org/drawingml/2006/main" r:id="Rb8e58c86162c44b6"/>
            <a:extLst xmlns:a="http://schemas.openxmlformats.org/drawingml/2006/main">
              <a:ext uri="{FF2B5EF4-FFF2-40B4-BE49-F238E27FC236}">
                <a16:creationId xmlns:a16="http://schemas.microsoft.com/office/drawing/2014/main" id="{2AB7E59B-5921-4D05-9EAB-41435955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Short-term memory and trimming messages</a:t>
            </a:r>
          </a:p>
        </p:txBody>
      </p:sp>
      <p:sp>
        <p:nvSpPr>
          <p:cNvPr id="12" name="c3-shape-150">
            <a:extLst xmlns:a="http://schemas.openxmlformats.org/drawingml/2006/main">
              <a:ext uri="{FF2B5EF4-FFF2-40B4-BE49-F238E27FC236}">
                <a16:creationId xmlns:a16="http://schemas.microsoft.com/office/drawing/2014/main" id="{45597E6D-0370-4DC2-A2C8-562E6C5F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65">
            <a:extLst xmlns:a="http://schemas.openxmlformats.org/drawingml/2006/main">
              <a:ext uri="{FF2B5EF4-FFF2-40B4-BE49-F238E27FC236}">
                <a16:creationId xmlns:a16="http://schemas.microsoft.com/office/drawing/2014/main" id="{F9DB05CC-0AD9-48DC-97E4-7D017ED0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3730819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2026-10-30T12:22:19.9220000Z</dcterms:created>
  <dcterms:modified xsi:type="dcterms:W3CDTF">2026-10-30T12:22:19.9220000Z</dcterms:modified>
</coreProperties>
</file>