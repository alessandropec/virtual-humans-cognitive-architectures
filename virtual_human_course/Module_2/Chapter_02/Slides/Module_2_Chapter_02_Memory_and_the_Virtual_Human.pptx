
<file path=[Content_Types].xml><?xml version="1.0" encoding="utf-8"?>
<ns0:Types xmlns:ns0="http://schemas.openxmlformats.org/package/2006/content-types">
  <ns0:Default Extension="xml" ContentType="application/vnd.openxmlformats-package.core-properties+xml"/>
  <ns0:Default Extension="jpeg" ContentType="image/jpeg"/>
  <ns0:Default Extension="png" ContentType="image/png"/>
  <ns0:Default Extension="rels" ContentType="application/vnd.openxmlformats-package.relationships+xml"/>
  <ns0:Override PartName="/docProps/app.xml" ContentType="application/vnd.openxmlformats-officedocument.extended-properties+xml"/>
  <ns0:Override PartName="/ppt/presentation.xml" ContentType="application/vnd.openxmlformats-officedocument.presentationml.presentation.main+xml"/>
  <ns0:Override PartName="/ppt/theme/theme1.xml" ContentType="application/vnd.openxmlformats-officedocument.theme+xml"/>
  <ns0:Override PartName="/ppt/slideMasters/slideMaster1.xml" ContentType="application/vnd.openxmlformats-officedocument.presentationml.slideMaster+xml"/>
  <ns0:Override PartName="/ppt/slideMasters/theme/theme2.xml" ContentType="application/vnd.openxmlformats-officedocument.theme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ableStyles.xml" ContentType="application/vnd.openxmlformats-officedocument.presentationml.tableStyles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0.xml" ContentType="application/vnd.openxmlformats-officedocument.presentationml.slide+xml"/>
  <ns0:Override PartName="/ppt/slides/slide21.xml" ContentType="application/vnd.openxmlformats-officedocument.presentationml.slide+xml"/>
  <ns0:Override PartName="/ppt/slides/slide22.xml" ContentType="application/vnd.openxmlformats-officedocument.presentationml.slide+xml"/>
  <ns0:Override PartName="/ppt/slides/slide23.xml" ContentType="application/vnd.openxmlformats-officedocument.presentationml.slide+xml"/>
</ns0: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4094a573874b19" /><Relationship Type="http://schemas.openxmlformats.org/officeDocument/2006/relationships/extended-properties" Target="/docProps/app.xml" Id="R5dca307bc4a3429b" /><Relationship Type="http://schemas.openxmlformats.org/officeDocument/2006/relationships/officeDocument" Target="/ppt/presentation.xml" Id="R9fff5333fdcd4acc" /></Relationships>
</file>

<file path=ppt/presentation.xml><?xml version="1.0" encoding="utf-8"?>
<ns0:presentation xmlns:ns0="http://schemas.openxmlformats.org/presentationml/2006/main" xmlns:ns1="http://schemas.openxmlformats.org/officeDocument/2006/relationships">
  <ns0:sldMasterIdLst>
    <ns0:sldMasterId id="2147483648" ns1:id="R1be78759751c49a2"/>
  </ns0:sldMasterIdLst>
  <ns0:sldIdLst>
    <ns0:sldId id="256" ns1:id="R28836b194dc04720"/>
    <ns0:sldId id="257" ns1:id="R67971a2deb244dcc"/>
    <ns0:sldId id="258" ns1:id="R4827160b68d242ed"/>
    <ns0:sldId id="259" ns1:id="R9740629ec0d641c6"/>
    <ns0:sldId id="260" ns1:id="R73a7f06c00444e62"/>
    <ns0:sldId id="261" ns1:id="R24b2f9c924d84b2c"/>
    <ns0:sldId id="262" ns1:id="R345b5f0377714eb5"/>
    <ns0:sldId id="263" ns1:id="Re70d98315847487c"/>
    <ns0:sldId id="264" ns1:id="R12874b348a6643ab"/>
    <ns0:sldId id="265" ns1:id="R5b58f1c8d7224f55"/>
    <ns0:sldId id="266" ns1:id="Rb0a13373a7884efc"/>
    <ns0:sldId id="267" ns1:id="Rf50c1e54133b4935"/>
    <ns0:sldId id="268" ns1:id="Rca2d457b93084a80"/>
    <ns0:sldId id="269" ns1:id="R4abb7031b8864e55"/>
    <ns0:sldId id="270" ns1:id="Rea866883bf75495d"/>
    <ns0:sldId id="271" ns1:id="Rf176a2d3268c4c80"/>
    <ns0:sldId id="272" ns1:id="R32d762200ed04e80"/>
    <ns0:sldId id="273" ns1:id="Ra6a21b84f7a043ad"/>
    <ns0:sldId id="274" ns1:id="R14bfaf14fbaa45a5"/>
    <ns0:sldId id="275" ns1:id="R63f6f5776f684a18"/>
    <ns0:sldId id="276" ns1:id="R5aa4a48098e04b8d"/>
    <ns0:sldId id="277" ns1:id="R6d7847fe79ca4b1f"/>
    <ns0:sldId id="278" ns1:id="R80718abe85e0478e"/>
  </ns0:sldIdLst>
  <ns0:sldSz cx="9144000" cy="5143500"/>
  <ns0:notesSz cx="6858000" cy="9144000"/>
</ns0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?>
<ns0:Relationships xmlns:ns0="http://schemas.openxmlformats.org/package/2006/relationships"><ns0:Relationship Type="http://schemas.openxmlformats.org/officeDocument/2006/relationships/theme" Target="/ppt/theme/theme1.xml" Id="Rd283334b251349e7" /><ns0:Relationship Type="http://schemas.openxmlformats.org/officeDocument/2006/relationships/slideMaster" Target="/ppt/slideMasters/slideMaster1.xml" Id="R1be78759751c49a2" /><ns0:Relationship Type="http://schemas.openxmlformats.org/officeDocument/2006/relationships/presProps" Target="/ppt/presProps.xml" Id="Re7c6443928064fa3" /><ns0:Relationship Type="http://schemas.openxmlformats.org/officeDocument/2006/relationships/viewProps" Target="/ppt/viewProps.xml" Id="Rdc56856afc7148a9" /><ns0:Relationship Type="http://schemas.openxmlformats.org/officeDocument/2006/relationships/tableStyles" Target="/ppt/tableStyles.xml" Id="Rc19e3061e48149cb" /><ns0:Relationship Type="http://schemas.openxmlformats.org/officeDocument/2006/relationships/slide" Target="/ppt/slides/slide1.xml" Id="R28836b194dc04720" /><ns0:Relationship Type="http://schemas.openxmlformats.org/officeDocument/2006/relationships/slide" Target="/ppt/slides/slide2.xml" Id="R67971a2deb244dcc" /><ns0:Relationship Type="http://schemas.openxmlformats.org/officeDocument/2006/relationships/slide" Target="/ppt/slides/slide3.xml" Id="R4827160b68d242ed" /><ns0:Relationship Type="http://schemas.openxmlformats.org/officeDocument/2006/relationships/slide" Target="/ppt/slides/slide4.xml" Id="R9740629ec0d641c6" /><ns0:Relationship Type="http://schemas.openxmlformats.org/officeDocument/2006/relationships/slide" Target="/ppt/slides/slide5.xml" Id="R73a7f06c00444e62" /><ns0:Relationship Type="http://schemas.openxmlformats.org/officeDocument/2006/relationships/slide" Target="/ppt/slides/slide6.xml" Id="R24b2f9c924d84b2c" /><ns0:Relationship Type="http://schemas.openxmlformats.org/officeDocument/2006/relationships/slide" Target="/ppt/slides/slide7.xml" Id="R345b5f0377714eb5" /><ns0:Relationship Type="http://schemas.openxmlformats.org/officeDocument/2006/relationships/slide" Target="/ppt/slides/slide8.xml" Id="Re70d98315847487c" /><ns0:Relationship Type="http://schemas.openxmlformats.org/officeDocument/2006/relationships/slide" Target="/ppt/slides/slide9.xml" Id="R12874b348a6643ab" /><ns0:Relationship Type="http://schemas.openxmlformats.org/officeDocument/2006/relationships/slide" Target="/ppt/slides/slide10.xml" Id="R5b58f1c8d7224f55" /><ns0:Relationship Type="http://schemas.openxmlformats.org/officeDocument/2006/relationships/slide" Target="/ppt/slides/slide11.xml" Id="Rb0a13373a7884efc" /><ns0:Relationship Type="http://schemas.openxmlformats.org/officeDocument/2006/relationships/slide" Target="/ppt/slides/slide12.xml" Id="Rf50c1e54133b4935" /><ns0:Relationship Type="http://schemas.openxmlformats.org/officeDocument/2006/relationships/slide" Target="/ppt/slides/slide13.xml" Id="Rca2d457b93084a80" /><ns0:Relationship Type="http://schemas.openxmlformats.org/officeDocument/2006/relationships/slide" Target="/ppt/slides/slide14.xml" Id="R4abb7031b8864e55" /><ns0:Relationship Type="http://schemas.openxmlformats.org/officeDocument/2006/relationships/slide" Target="/ppt/slides/slide15.xml" Id="Rea866883bf75495d" /><ns0:Relationship Type="http://schemas.openxmlformats.org/officeDocument/2006/relationships/slide" Target="/ppt/slides/slide16.xml" Id="Rf176a2d3268c4c80" /><ns0:Relationship Type="http://schemas.openxmlformats.org/officeDocument/2006/relationships/slide" Target="/ppt/slides/slide17.xml" Id="R32d762200ed04e80" /><ns0:Relationship Type="http://schemas.openxmlformats.org/officeDocument/2006/relationships/slide" Target="/ppt/slides/slide18.xml" Id="Ra6a21b84f7a043ad" /><ns0:Relationship Type="http://schemas.openxmlformats.org/officeDocument/2006/relationships/slide" Target="/ppt/slides/slide19.xml" Id="R14bfaf14fbaa45a5" /><ns0:Relationship Type="http://schemas.openxmlformats.org/officeDocument/2006/relationships/slide" Target="/ppt/slides/slide20.xml" Id="R63f6f5776f684a18" /><ns0:Relationship Type="http://schemas.openxmlformats.org/officeDocument/2006/relationships/slide" Target="/ppt/slides/slide21.xml" Id="R5aa4a48098e04b8d" /><ns0:Relationship Type="http://schemas.openxmlformats.org/officeDocument/2006/relationships/slide" Target="/ppt/slides/slide22.xml" Id="R6d7847fe79ca4b1f" /><ns0:Relationship Type="http://schemas.openxmlformats.org/officeDocument/2006/relationships/slide" Target="/ppt/slides/slide23.xml" Id="R80718abe85e0478e" /></ns0: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8673f5030148e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ccd568553e4396" /><Relationship Type="http://schemas.openxmlformats.org/officeDocument/2006/relationships/image" Target="/ppt/media/image.jpeg" Id="R92e57f722ba049d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6de5563b3f41a9" /><Relationship Type="http://schemas.openxmlformats.org/officeDocument/2006/relationships/image" Target="/ppt/media/image.png" Id="R67b038d014f54bd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10c4c92bc44b4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e0b4a0ed83406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b759b6a31a482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cbe2a741394ab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52a3e568724599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TITLE_P1"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e57f722ba049d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5FC7451-64D3-4CB8-9AA0-48C8D9DA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  <a:endParaRPr sz="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DF34BA1-73E7-4752-8D70-4FEFC7FA2B5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69ADA83D-DF77-AA76-6DA0-7A70CD7A4D20}" type="slidenum">
              <a:rPr b="0"/>
              <a:t/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>
  <p:cSld name="TITLE_P2"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b038d014f54bd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079BB4D8-5B9D-4F65-BBDB-8D681C9A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  <a:endParaRPr sz="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93FC60A-EA91-4AC7-BC18-270D3086658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69ADA83D-DF77-AA76-6DA0-7A70CD7A4D20}" type="slidenum">
              <a:rPr b="0"/>
              <a:t/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>
  <p:cSld name="SECTION"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2660B54-203F-42EC-A5A3-F2DC5C93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  <a:endParaRPr sz="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C66AC75-C800-41C1-BA5A-9761923D22A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69ADA83D-DF77-AA76-6DA0-7A70CD7A4D20}" type="slidenum">
              <a:rPr b="0"/>
              <a:t/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>
  <p:cSld name="CONTENT"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1450B48-B37E-42BD-8A40-552BD5F2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30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/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05E3C3A-CD83-4BD1-8F19-7D30E261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  <a:endParaRPr sz="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ACBE0D7-4493-47F3-A3B0-8926F89D6AD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69ADA83D-DF77-AA76-6DA0-7A70CD7A4D20}" type="slidenum">
              <a:rPr b="0"/>
              <a:t/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>
  <p:cSld name="CONTENT_P1"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3AF5B2E-D90D-402D-998C-27509820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PART 1 · VIRTUAL HUMANS FOUNDATIONS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4270CFE-C9FB-4344-8B2C-69291004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  <a:endParaRPr sz="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9532946-C1F9-48AE-995E-50C10B84284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69ADA83D-DF77-AA76-6DA0-7A70CD7A4D20}" type="slidenum">
              <a:rPr b="0"/>
              <a:t/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>
  <p:cSld name="CODE"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FCB2DEA-1F6F-40AE-B1E2-0531D346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HANDS-ON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FCA723F-1C94-47D6-8CBD-26D79347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  <a:endParaRPr sz="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E2A5C3D1-AC51-4DA6-AEE4-466D7F7C1DA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69ADA83D-DF77-AA76-6DA0-7A70CD7A4D20}" type="slidenum">
              <a:rPr b="0"/>
              <a:t/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>
  <p:cSld name="STATEMENT"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A0ACBF4-7074-4ED0-A09E-3755A1AD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  <a:endParaRPr sz="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E1A20153-E490-422E-8D29-B810FEAC614D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69ADA83D-DF77-AA76-6DA0-7A70CD7A4D20}" type="slidenum">
              <a:rPr b="0"/>
              <a:t/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01004fec504e9b" /><Relationship Type="http://schemas.openxmlformats.org/officeDocument/2006/relationships/slideLayout" Target="/ppt/slideLayouts/slideLayout1.xml" Id="R747958b0dcb148e7" /><Relationship Type="http://schemas.openxmlformats.org/officeDocument/2006/relationships/slideLayout" Target="/ppt/slideLayouts/slideLayout2.xml" Id="Rda4ed34f82e14c91" /><Relationship Type="http://schemas.openxmlformats.org/officeDocument/2006/relationships/slideLayout" Target="/ppt/slideLayouts/slideLayout3.xml" Id="Rb89643c1f34c4f18" /><Relationship Type="http://schemas.openxmlformats.org/officeDocument/2006/relationships/slideLayout" Target="/ppt/slideLayouts/slideLayout4.xml" Id="Rf48e3edcb712412f" /><Relationship Type="http://schemas.openxmlformats.org/officeDocument/2006/relationships/slideLayout" Target="/ppt/slideLayouts/slideLayout5.xml" Id="Rc9c451e4c6ec4aee" /><Relationship Type="http://schemas.openxmlformats.org/officeDocument/2006/relationships/slideLayout" Target="/ppt/slideLayouts/slideLayout6.xml" Id="R0164d8a07f144843" /><Relationship Type="http://schemas.openxmlformats.org/officeDocument/2006/relationships/slideLayout" Target="/ppt/slideLayouts/slideLayout7.xml" Id="R7b228852375247f1" /><Relationship Type="http://schemas.openxmlformats.org/officeDocument/2006/relationships/slideLayout" Target="/ppt/slideLayouts/slideLayout8.xml" Id="Rea65199b68654b60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F40BB06-55D8-4F61-8DB4-8F5ED2A813A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>
                <a:solidFill>
                  <a:srgbClr val="FFFFFF"/>
                </a:solidFill>
              </a:rPr>
              <a:t>null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7958b0dcb148e7"/>
    <p:sldLayoutId xmlns:r="http://schemas.openxmlformats.org/officeDocument/2006/relationships" id="2147483650" r:id="Rda4ed34f82e14c91"/>
    <p:sldLayoutId xmlns:r="http://schemas.openxmlformats.org/officeDocument/2006/relationships" id="2147483651" r:id="Rb89643c1f34c4f18"/>
    <p:sldLayoutId xmlns:r="http://schemas.openxmlformats.org/officeDocument/2006/relationships" id="2147483652" r:id="Rf48e3edcb712412f"/>
    <p:sldLayoutId xmlns:r="http://schemas.openxmlformats.org/officeDocument/2006/relationships" id="2147483653" r:id="Rc9c451e4c6ec4aee"/>
    <p:sldLayoutId xmlns:r="http://schemas.openxmlformats.org/officeDocument/2006/relationships" id="2147483654" r:id="R0164d8a07f144843"/>
    <p:sldLayoutId xmlns:r="http://schemas.openxmlformats.org/officeDocument/2006/relationships" id="2147483655" r:id="R7b228852375247f1"/>
    <p:sldLayoutId xmlns:r="http://schemas.openxmlformats.org/officeDocument/2006/relationships" id="2147483656" r:id="Rea65199b68654b60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3.xml" Id="R7a93a2ddc9ab4a28" /><ns0:Relationship Type="http://schemas.openxmlformats.org/officeDocument/2006/relationships/image" Target="/ppt/media/image2.png" Id="R7f11e295ab874e0b" /></ns0:Relationships>
</file>

<file path=ppt/slides/_rels/slide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0efca1aeaa1c44b7" /></ns0:Relationships>
</file>

<file path=ppt/slides/_rels/slide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3fe621420de94541" /></ns0:Relationships>
</file>

<file path=ppt/slides/_rels/slide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e6dfd5871f0d45f6" /><ns0:Relationship Type="http://schemas.openxmlformats.org/officeDocument/2006/relationships/hyperlink" Target="../Code/01_memory.ipynb" TargetMode="External" Id="R1b7b7aa7acdc466e" /></ns0:Relationships>
</file>

<file path=ppt/slides/_rels/slide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6b55ba73d8134315" /></ns0:Relationships>
</file>

<file path=ppt/slides/_rels/slide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7e268d1ab1244e40" /><ns0:Relationship Type="http://schemas.openxmlformats.org/officeDocument/2006/relationships/hyperlink" Target="../Code/01_memory.ipynb" TargetMode="External" Id="R74617944943a4d3a" /></ns0:Relationships>
</file>

<file path=ppt/slides/_rels/slide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2d22e71ae6b9495d" /></ns0:Relationships>
</file>

<file path=ppt/slides/_rels/slide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825cb147c46b4dc4" /></ns0:Relationships>
</file>

<file path=ppt/slides/_rels/slide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99d0f93eafec4814" /><ns0:Relationship Type="http://schemas.openxmlformats.org/officeDocument/2006/relationships/hyperlink" Target="../Code/01_memory.ipynb" TargetMode="External" Id="R75ed8f3b385c4e8c" /></ns0:Relationships>
</file>

<file path=ppt/slides/_rels/slide1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65837b4444b04851" /></ns0:Relationships>
</file>

<file path=ppt/slides/_rels/slide1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7e02abf04ca54a7d" /></ns0:Relationships>
</file>

<file path=ppt/slides/_rels/slide1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58a0d835d40f4c5d" /></ns0:Relationships>
</file>

<file path=ppt/slides/_rels/slide1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30f74e23f2584a50" /><ns0:Relationship Type="http://schemas.openxmlformats.org/officeDocument/2006/relationships/hyperlink" Target="../Code/01_memory.ipynb" TargetMode="External" Id="R6ba5f7881935479b" /></ns0:Relationships>
</file>

<file path=ppt/slides/_rels/slide1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8808c7db6fb84b1b" /><ns0:Relationship Type="http://schemas.openxmlformats.org/officeDocument/2006/relationships/hyperlink" Target="../../../../virtual_human_project/vh_cognitive_architecture_server/agents/Module_2/Chapter_02/langgraph_avatar_agent.py" TargetMode="External" Id="R3ef1947896184df5" /></ns0:Relationships>
</file>

<file path=ppt/slides/_rels/slide1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ff7df24bfcfc4013" /></ns0:Relationships>
</file>

<file path=ppt/slides/_rels/slide1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a93a425e466245e5" /></ns0:Relationships>
</file>

<file path=ppt/slides/_rels/slide1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52af2ac769974b99" /></ns0:Relationships>
</file>

<file path=ppt/slides/_rels/slide1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f7e055d5c64d4df3" /></ns0:Relationships>
</file>

<file path=ppt/slides/_rels/slide1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aaecca6033a44c7b" /></ns0:Relationships>
</file>

<file path=ppt/slides/_rels/slide2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24ff098773c14a85" /></ns0:Relationships>
</file>

<file path=ppt/slides/_rels/slide2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1862cb1bd4924794" /></ns0:Relationships>
</file>

<file path=ppt/slides/_rels/slide2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0ac453234fd24974" /></ns0:Relationships>
</file>

<file path=ppt/slides/_rels/slide2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db5f536c4af04f90" /><ns0:Relationship Type="http://schemas.openxmlformats.org/officeDocument/2006/relationships/hyperlink" Target="https://docs.langchain.com/oss/python/langgraph/persistence" TargetMode="External" Id="R187da39aa1ae4adf" /><ns0:Relationship Type="http://schemas.openxmlformats.org/officeDocument/2006/relationships/hyperlink" Target="https://docs.langchain.com/oss/python/langgraph/persistence" TargetMode="External" Id="R37fb7ad2116549ba" /><ns0:Relationship Type="http://schemas.openxmlformats.org/officeDocument/2006/relationships/hyperlink" Target="https://docs.langchain.com/oss/python/langgraph/graph-api" TargetMode="External" Id="Rfd051a1b9e6545c0" /><ns0:Relationship Type="http://schemas.openxmlformats.org/officeDocument/2006/relationships/hyperlink" Target="https://docs.langchain.com/oss/python/langgraph/graph-api" TargetMode="External" Id="R097087c716314421" /><ns0:Relationship Type="http://schemas.openxmlformats.org/officeDocument/2006/relationships/hyperlink" Target="https://docs.langchain.com/oss/python/langgraph/add-memory" TargetMode="External" Id="Rcabfe806c953438c" /><ns0:Relationship Type="http://schemas.openxmlformats.org/officeDocument/2006/relationships/hyperlink" Target="https://docs.langchain.com/oss/python/langgraph/add-memory" TargetMode="External" Id="Rb1339f7fd8b2446f" /><ns0:Relationship Type="http://schemas.openxmlformats.org/officeDocument/2006/relationships/hyperlink" Target="https://reference.langchain.com/python/langchain-ollama/chat_models/ChatOllama/with_structured_output" TargetMode="External" Id="R50e4695c44674424" /><ns0:Relationship Type="http://schemas.openxmlformats.org/officeDocument/2006/relationships/hyperlink" Target="https://reference.langchain.com/python/langchain-ollama/chat_models/ChatOllama/with_structured_output" TargetMode="External" Id="R6217f70b5d394ff4" /><ns0:Relationship Type="http://schemas.openxmlformats.org/officeDocument/2006/relationships/hyperlink" Target="https://reference.langchain.com/python/langchain-core/prompts/chat/ChatPromptTemplate" TargetMode="External" Id="Ra37a8a4d3c7f4153" /><ns0:Relationship Type="http://schemas.openxmlformats.org/officeDocument/2006/relationships/hyperlink" Target="https://reference.langchain.com/python/langchain-core/prompts/chat/ChatPromptTemplate" TargetMode="External" Id="Re0498cfbfc68487e" /></ns0: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23E2CA0-25C4-4FBC-91B7-70ECAD48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0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Alessandro Emmanuel Pecora · 30 October 2026</a:t>
            </a:r>
            <a:endParaRPr sz="11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6671F37A-9C3B-4F2D-951B-FB8AADDF2EF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69ADA83D-DF77-AA76-6DA0-7A70CD7A4D20}" type="slidenum">
              <a:rPr b="0"/>
              <a:t/>
            </a:fld>
            <a:endParaRPr/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11e295ab874e0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27" name="m0-text-1">
            <a:extLst xmlns:a="http://schemas.openxmlformats.org/drawingml/2006/main">
              <a:ext uri="{FF2B5EF4-FFF2-40B4-BE49-F238E27FC236}">
                <a16:creationId xmlns:a16="http://schemas.microsoft.com/office/drawing/2014/main" id="{42240BCB-CB11-468E-AB0E-9B00F39E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Module 2 - Chapter 02</a:t>
            </a:r>
          </a:p>
          <a:p xmlns:a="http://schemas.openxmlformats.org/drawingml/2006/main">
            <a:pPr>
              <a:buNone/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Memory and the Virtual Human</a:t>
            </a:r>
          </a:p>
        </p:txBody>
      </p:sp>
      <p:sp>
        <p:nvSpPr>
          <p:cNvPr id="29" name="m1-text-266">
            <a:extLst xmlns:a="http://schemas.openxmlformats.org/drawingml/2006/main">
              <a:ext uri="{FF2B5EF4-FFF2-40B4-BE49-F238E27FC236}">
                <a16:creationId xmlns:a16="http://schemas.microsoft.com/office/drawing/2014/main" id="{3BB0F476-8304-4F09-BB14-952D406D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14900"/>
            <a:ext cx="352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31" name="c2-text-33">
            <a:extLst xmlns:a="http://schemas.openxmlformats.org/drawingml/2006/main">
              <a:ext uri="{FF2B5EF4-FFF2-40B4-BE49-F238E27FC236}">
                <a16:creationId xmlns:a16="http://schemas.microsoft.com/office/drawing/2014/main" id="{BDE23DF7-EB72-4801-8530-87C0CD00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33" name="c2-text-151">
            <a:extLst xmlns:a="http://schemas.openxmlformats.org/drawingml/2006/main">
              <a:ext uri="{FF2B5EF4-FFF2-40B4-BE49-F238E27FC236}">
                <a16:creationId xmlns:a16="http://schemas.microsoft.com/office/drawing/2014/main" id="{6AFF5EB8-9E72-4719-9542-1566CA77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35" name="c2-text-197">
            <a:extLst xmlns:a="http://schemas.openxmlformats.org/drawingml/2006/main">
              <a:ext uri="{FF2B5EF4-FFF2-40B4-BE49-F238E27FC236}">
                <a16:creationId xmlns:a16="http://schemas.microsoft.com/office/drawing/2014/main" id="{873E902F-219A-4954-B177-DD955470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37" name="c2-text-223">
            <a:extLst xmlns:a="http://schemas.openxmlformats.org/drawingml/2006/main">
              <a:ext uri="{FF2B5EF4-FFF2-40B4-BE49-F238E27FC236}">
                <a16:creationId xmlns:a16="http://schemas.microsoft.com/office/drawing/2014/main" id="{A305475C-F33A-453B-BD1E-35E07D3E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39" name="c2-text-217">
            <a:extLst xmlns:a="http://schemas.openxmlformats.org/drawingml/2006/main">
              <a:ext uri="{FF2B5EF4-FFF2-40B4-BE49-F238E27FC236}">
                <a16:creationId xmlns:a16="http://schemas.microsoft.com/office/drawing/2014/main" id="{7B5494E3-495E-4E40-A97B-845CBC97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41" name="c2-text-198">
            <a:extLst xmlns:a="http://schemas.openxmlformats.org/drawingml/2006/main">
              <a:ext uri="{FF2B5EF4-FFF2-40B4-BE49-F238E27FC236}">
                <a16:creationId xmlns:a16="http://schemas.microsoft.com/office/drawing/2014/main" id="{70AC672E-C96B-41A3-B850-987365D0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43" name="c2-text-211">
            <a:extLst xmlns:a="http://schemas.openxmlformats.org/drawingml/2006/main">
              <a:ext uri="{FF2B5EF4-FFF2-40B4-BE49-F238E27FC236}">
                <a16:creationId xmlns:a16="http://schemas.microsoft.com/office/drawing/2014/main" id="{DCB5F5CB-2D5B-422D-B5DF-6E628156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45" name="c2-text-220">
            <a:extLst xmlns:a="http://schemas.openxmlformats.org/drawingml/2006/main">
              <a:ext uri="{FF2B5EF4-FFF2-40B4-BE49-F238E27FC236}">
                <a16:creationId xmlns:a16="http://schemas.microsoft.com/office/drawing/2014/main" id="{E51B7192-FD18-487B-8BD5-C7554404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47" name="c2-text-265">
            <a:extLst xmlns:a="http://schemas.openxmlformats.org/drawingml/2006/main">
              <a:ext uri="{FF2B5EF4-FFF2-40B4-BE49-F238E27FC236}">
                <a16:creationId xmlns:a16="http://schemas.microsoft.com/office/drawing/2014/main" id="{DDB11875-B60B-4CD9-87A5-5274469B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49" name="c2-text-282">
            <a:extLst xmlns:a="http://schemas.openxmlformats.org/drawingml/2006/main">
              <a:ext uri="{FF2B5EF4-FFF2-40B4-BE49-F238E27FC236}">
                <a16:creationId xmlns:a16="http://schemas.microsoft.com/office/drawing/2014/main" id="{F5485890-4DD9-408B-B0E0-2577FD1A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51" name="c2-text-275">
            <a:extLst xmlns:a="http://schemas.openxmlformats.org/drawingml/2006/main">
              <a:ext uri="{FF2B5EF4-FFF2-40B4-BE49-F238E27FC236}">
                <a16:creationId xmlns:a16="http://schemas.microsoft.com/office/drawing/2014/main" id="{2FADCB92-2930-4079-9725-B8A8EC75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53" name="c2-text-274">
            <a:extLst xmlns:a="http://schemas.openxmlformats.org/drawingml/2006/main">
              <a:ext uri="{FF2B5EF4-FFF2-40B4-BE49-F238E27FC236}">
                <a16:creationId xmlns:a16="http://schemas.microsoft.com/office/drawing/2014/main" id="{FE398BC8-F2C9-4232-8234-2AFE6AB5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55" name="c3-text-233">
            <a:extLst xmlns:a="http://schemas.openxmlformats.org/drawingml/2006/main">
              <a:ext uri="{FF2B5EF4-FFF2-40B4-BE49-F238E27FC236}">
                <a16:creationId xmlns:a16="http://schemas.microsoft.com/office/drawing/2014/main" id="{C6C764FE-3DE5-4A55-9AB2-E4FCDF7D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486153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3-text-1">
            <a:extLst xmlns:a="http://schemas.openxmlformats.org/drawingml/2006/main">
              <a:ext uri="{FF2B5EF4-FFF2-40B4-BE49-F238E27FC236}">
                <a16:creationId xmlns:a16="http://schemas.microsoft.com/office/drawing/2014/main" id="{3DDE8483-7CB5-4834-9399-826D7CD7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2">
            <a:extLst xmlns:a="http://schemas.openxmlformats.org/drawingml/2006/main">
              <a:ext uri="{FF2B5EF4-FFF2-40B4-BE49-F238E27FC236}">
                <a16:creationId xmlns:a16="http://schemas.microsoft.com/office/drawing/2014/main" id="{37DB4390-9DEA-46D5-901A-EB569FAC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From a List to a Checkpointer [1] [3]</a:t>
            </a:r>
          </a:p>
        </p:txBody>
      </p:sp>
      <p:sp>
        <p:nvSpPr>
          <p:cNvPr id="3" name="c3-text-3">
            <a:extLst xmlns:a="http://schemas.openxmlformats.org/drawingml/2006/main">
              <a:ext uri="{FF2B5EF4-FFF2-40B4-BE49-F238E27FC236}">
                <a16:creationId xmlns:a16="http://schemas.microsoft.com/office/drawing/2014/main" id="{8314969F-9BE4-4BB3-BFE0-C0A768D0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02</a:t>
            </a:r>
          </a:p>
        </p:txBody>
      </p:sp>
      <p:sp>
        <p:nvSpPr>
          <p:cNvPr id="4" name="c3-shape-4">
            <a:extLst xmlns:a="http://schemas.openxmlformats.org/drawingml/2006/main">
              <a:ext uri="{FF2B5EF4-FFF2-40B4-BE49-F238E27FC236}">
                <a16:creationId xmlns:a16="http://schemas.microsoft.com/office/drawing/2014/main" id="{1FACFE17-AD3B-4B3B-8359-427F617A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3771900" cy="21526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5" name="c3-shape-5">
            <a:extLst xmlns:a="http://schemas.openxmlformats.org/drawingml/2006/main">
              <a:ext uri="{FF2B5EF4-FFF2-40B4-BE49-F238E27FC236}">
                <a16:creationId xmlns:a16="http://schemas.microsoft.com/office/drawing/2014/main" id="{C49D4AD1-9A58-4463-9288-FE382624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06B"/>
          </a:solidFill>
          <a:ln xmlns:a="http://schemas.openxmlformats.org/drawingml/2006/main" w="9525">
            <a:solidFill>
              <a:srgbClr val="D9A06B"/>
            </a:solidFill>
          </a:ln>
        </p:spPr>
      </p:sp>
      <p:sp>
        <p:nvSpPr>
          <p:cNvPr id="6" name="c3-text-6">
            <a:extLst xmlns:a="http://schemas.openxmlformats.org/drawingml/2006/main">
              <a:ext uri="{FF2B5EF4-FFF2-40B4-BE49-F238E27FC236}">
                <a16:creationId xmlns:a16="http://schemas.microsoft.com/office/drawing/2014/main" id="{1DBFABBF-C851-43EF-A4B2-F335CB5E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Module 1: your list</a:t>
            </a:r>
          </a:p>
        </p:txBody>
      </p:sp>
      <p:sp>
        <p:nvSpPr>
          <p:cNvPr id="7" name="c3-text-7">
            <a:extLst xmlns:a="http://schemas.openxmlformats.org/drawingml/2006/main">
              <a:ext uri="{FF2B5EF4-FFF2-40B4-BE49-F238E27FC236}">
                <a16:creationId xmlns:a16="http://schemas.microsoft.com/office/drawing/2014/main" id="{F548548C-CE96-4F9C-BBC6-486BA70D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3390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Append human and AI messages.</a:t>
            </a:r>
          </a:p>
          <a:p xmlns:a="http://schemas.openxmlformats.org/drawingml/2006/main">
            <a:pPr>
              <a:defRPr sz="18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Resend the whole list on each call.</a:t>
            </a:r>
          </a:p>
        </p:txBody>
      </p:sp>
      <p:sp>
        <p:nvSpPr>
          <p:cNvPr id="8" name="c3-shape-8">
            <a:extLst xmlns:a="http://schemas.openxmlformats.org/drawingml/2006/main">
              <a:ext uri="{FF2B5EF4-FFF2-40B4-BE49-F238E27FC236}">
                <a16:creationId xmlns:a16="http://schemas.microsoft.com/office/drawing/2014/main" id="{B3165E65-08C7-468D-9FF4-9F8B8A10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85925"/>
            <a:ext cx="3771900" cy="21526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9" name="c3-shape-9">
            <a:extLst xmlns:a="http://schemas.openxmlformats.org/drawingml/2006/main">
              <a:ext uri="{FF2B5EF4-FFF2-40B4-BE49-F238E27FC236}">
                <a16:creationId xmlns:a16="http://schemas.microsoft.com/office/drawing/2014/main" id="{18D9651B-396F-4492-9C0B-ADEF6F65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47850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0" name="c3-text-10">
            <a:extLst xmlns:a="http://schemas.openxmlformats.org/drawingml/2006/main">
              <a:ext uri="{FF2B5EF4-FFF2-40B4-BE49-F238E27FC236}">
                <a16:creationId xmlns:a16="http://schemas.microsoft.com/office/drawing/2014/main" id="{5ABEEECD-6A8C-42D9-8BD1-D63A85CB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4310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LangGraph</a:t>
            </a:r>
          </a:p>
        </p:txBody>
      </p:sp>
      <p:sp>
        <p:nvSpPr>
          <p:cNvPr id="11" name="c3-text-11">
            <a:extLst xmlns:a="http://schemas.openxmlformats.org/drawingml/2006/main">
              <a:ext uri="{FF2B5EF4-FFF2-40B4-BE49-F238E27FC236}">
                <a16:creationId xmlns:a16="http://schemas.microsoft.com/office/drawing/2014/main" id="{31BE69C1-D02E-425B-9856-41F76503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86000"/>
            <a:ext cx="3390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Messages live in the graph state.</a:t>
            </a:r>
          </a:p>
          <a:p xmlns:a="http://schemas.openxmlformats.org/drawingml/2006/main">
            <a:pPr>
              <a:defRPr sz="18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 checkpointer saves them per conversation.</a:t>
            </a:r>
          </a:p>
        </p:txBody>
      </p:sp>
      <p:sp>
        <p:nvSpPr>
          <p:cNvPr id="12" name="c3-shape-12">
            <a:extLst xmlns:a="http://schemas.openxmlformats.org/drawingml/2006/main">
              <a:ext uri="{FF2B5EF4-FFF2-40B4-BE49-F238E27FC236}">
                <a16:creationId xmlns:a16="http://schemas.microsoft.com/office/drawing/2014/main" id="{83D714A1-3C70-43A7-BA7B-3447927D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9248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3" name="c3-text-13">
            <a:extLst xmlns:a="http://schemas.openxmlformats.org/drawingml/2006/main">
              <a:ext uri="{FF2B5EF4-FFF2-40B4-BE49-F238E27FC236}">
                <a16:creationId xmlns:a16="http://schemas.microsoft.com/office/drawing/2014/main" id="{D556ED9F-2C82-48FD-9BBE-D7FFC0C6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76725"/>
            <a:ext cx="7543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Same idea; the graph manages it for us.</a:t>
            </a:r>
          </a:p>
        </p:txBody>
      </p:sp>
      <p:sp>
        <p:nvSpPr>
          <p:cNvPr id="14" name="c3-text-234">
            <a:extLst xmlns:a="http://schemas.openxmlformats.org/drawingml/2006/main">
              <a:ext uri="{FF2B5EF4-FFF2-40B4-BE49-F238E27FC236}">
                <a16:creationId xmlns:a16="http://schemas.microsoft.com/office/drawing/2014/main" id="{503E577F-77CD-4C08-8E1A-C42FA44C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173704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3-text-14">
            <a:extLst xmlns:a="http://schemas.openxmlformats.org/drawingml/2006/main">
              <a:ext uri="{FF2B5EF4-FFF2-40B4-BE49-F238E27FC236}">
                <a16:creationId xmlns:a16="http://schemas.microsoft.com/office/drawing/2014/main" id="{1089054C-7545-421C-8FF9-E0A1A161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15">
            <a:extLst xmlns:a="http://schemas.openxmlformats.org/drawingml/2006/main">
              <a:ext uri="{FF2B5EF4-FFF2-40B4-BE49-F238E27FC236}">
                <a16:creationId xmlns:a16="http://schemas.microsoft.com/office/drawing/2014/main" id="{4679524C-3A82-47A8-9ECE-BDDEDEDF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Messages in State [2]</a:t>
            </a:r>
          </a:p>
        </p:txBody>
      </p:sp>
      <p:sp>
        <p:nvSpPr>
          <p:cNvPr id="3" name="c3-text-16">
            <a:extLst xmlns:a="http://schemas.openxmlformats.org/drawingml/2006/main">
              <a:ext uri="{FF2B5EF4-FFF2-40B4-BE49-F238E27FC236}">
                <a16:creationId xmlns:a16="http://schemas.microsoft.com/office/drawing/2014/main" id="{7CCC441F-1D7B-4A96-B9A5-E854CF48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02</a:t>
            </a:r>
          </a:p>
        </p:txBody>
      </p:sp>
      <p:sp>
        <p:nvSpPr>
          <p:cNvPr id="4" name="c3-shape-17">
            <a:extLst xmlns:a="http://schemas.openxmlformats.org/drawingml/2006/main">
              <a:ext uri="{FF2B5EF4-FFF2-40B4-BE49-F238E27FC236}">
                <a16:creationId xmlns:a16="http://schemas.microsoft.com/office/drawing/2014/main" id="{EF3780AE-52EC-4C60-A03C-11AE4245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79248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D1421"/>
          </a:solidFill>
          <a:ln xmlns:a="http://schemas.openxmlformats.org/drawingml/2006/main" w="9525">
            <a:solidFill>
              <a:srgbClr val="30415D"/>
            </a:solidFill>
          </a:ln>
        </p:spPr>
      </p:sp>
      <p:sp>
        <p:nvSpPr>
          <p:cNvPr id="5" name="c3-text-18">
            <a:extLst xmlns:a="http://schemas.openxmlformats.org/drawingml/2006/main">
              <a:ext uri="{FF2B5EF4-FFF2-40B4-BE49-F238E27FC236}">
                <a16:creationId xmlns:a16="http://schemas.microsoft.com/office/drawing/2014/main" id="{7F9DE06A-868C-4E95-8A53-0F9D804A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75819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CBA6F7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6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typing </a:t>
            </a:r>
            <a:r>
              <a:rPr sz="1650" b="0">
                <a:solidFill>
                  <a:srgbClr val="CBA6F7"/>
                </a:solidFill>
                <a:latin typeface="Consolas"/>
                <a:ea typeface="Consolas"/>
                <a:cs typeface="Consolas"/>
              </a:rPr>
              <a:t>import</a:t>
            </a:r>
            <a:r>
              <a:rPr sz="16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Annotated</a:t>
            </a:r>
          </a:p>
          <a:p xmlns:a="http://schemas.openxmlformats.org/drawingml/2006/main">
            <a:pPr>
              <a:defRPr sz="16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CBA6F7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6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langgraph.graph.message </a:t>
            </a:r>
            <a:r>
              <a:rPr sz="1650" b="0">
                <a:solidFill>
                  <a:srgbClr val="CBA6F7"/>
                </a:solidFill>
                <a:latin typeface="Consolas"/>
                <a:ea typeface="Consolas"/>
                <a:cs typeface="Consolas"/>
              </a:rPr>
              <a:t>import</a:t>
            </a:r>
            <a:r>
              <a:rPr sz="16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add_messages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CBA6F7"/>
                </a:solidFill>
                <a:latin typeface="Consolas"/>
                <a:ea typeface="Consolas"/>
                <a:cs typeface="Consolas"/>
              </a:rPr>
              <a:t>class</a:t>
            </a:r>
            <a:r>
              <a:rPr sz="16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ChatState</a:t>
            </a:r>
            <a:r>
              <a:rPr sz="16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(TypedDict):</a:t>
            </a:r>
          </a:p>
          <a:p xmlns:a="http://schemas.openxmlformats.org/drawingml/2006/main">
            <a:pPr>
              <a:defRPr sz="16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messages: Annotated[list, add_messages]</a:t>
            </a:r>
          </a:p>
        </p:txBody>
      </p:sp>
      <p:sp>
        <p:nvSpPr>
          <p:cNvPr id="6" name="c3-text-19">
            <a:extLst xmlns:a="http://schemas.openxmlformats.org/drawingml/2006/main">
              <a:ext uri="{FF2B5EF4-FFF2-40B4-BE49-F238E27FC236}">
                <a16:creationId xmlns:a16="http://schemas.microsoft.com/office/drawing/2014/main" id="{0CF7AE31-659A-4A10-B099-445ED489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792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Annotated attaches a reducer to the messages key.</a:t>
            </a:r>
          </a:p>
        </p:txBody>
      </p:sp>
      <p:sp>
        <p:nvSpPr>
          <p:cNvPr id="7" name="c3-text-235">
            <a:extLst xmlns:a="http://schemas.openxmlformats.org/drawingml/2006/main">
              <a:ext uri="{FF2B5EF4-FFF2-40B4-BE49-F238E27FC236}">
                <a16:creationId xmlns:a16="http://schemas.microsoft.com/office/drawing/2014/main" id="{B87C84EF-E756-48F0-A0B9-91E57757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088345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3-text-20">
            <a:extLst xmlns:a="http://schemas.openxmlformats.org/drawingml/2006/main">
              <a:ext uri="{FF2B5EF4-FFF2-40B4-BE49-F238E27FC236}">
                <a16:creationId xmlns:a16="http://schemas.microsoft.com/office/drawing/2014/main" id="{46B7CAFD-9B3A-45C0-BA01-BBC49FCE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21">
            <a:extLst xmlns:a="http://schemas.openxmlformats.org/drawingml/2006/main">
              <a:ext uri="{FF2B5EF4-FFF2-40B4-BE49-F238E27FC236}">
                <a16:creationId xmlns:a16="http://schemas.microsoft.com/office/drawing/2014/main" id="{C25E96A7-F20C-48C3-B841-964CA1BF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Replace or Append [2]</a:t>
            </a:r>
          </a:p>
        </p:txBody>
      </p:sp>
      <p:sp>
        <p:nvSpPr>
          <p:cNvPr id="3" name="c3-text-22">
            <a:extLst xmlns:a="http://schemas.openxmlformats.org/drawingml/2006/main">
              <a:ext uri="{FF2B5EF4-FFF2-40B4-BE49-F238E27FC236}">
                <a16:creationId xmlns:a16="http://schemas.microsoft.com/office/drawing/2014/main" id="{D680C1FF-EF99-485B-BBB2-24442D6E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02</a:t>
            </a:r>
          </a:p>
        </p:txBody>
      </p:sp>
      <p:sp>
        <p:nvSpPr>
          <p:cNvPr id="4" name="c3-shape-23">
            <a:extLst xmlns:a="http://schemas.openxmlformats.org/drawingml/2006/main">
              <a:ext uri="{FF2B5EF4-FFF2-40B4-BE49-F238E27FC236}">
                <a16:creationId xmlns:a16="http://schemas.microsoft.com/office/drawing/2014/main" id="{76EC2CB8-C67D-4967-9C66-E2950907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7719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5" name="c3-shape-24">
            <a:extLst xmlns:a="http://schemas.openxmlformats.org/drawingml/2006/main">
              <a:ext uri="{FF2B5EF4-FFF2-40B4-BE49-F238E27FC236}">
                <a16:creationId xmlns:a16="http://schemas.microsoft.com/office/drawing/2014/main" id="{7EA9089F-A3B7-441B-B863-AA9D1D43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8117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06B"/>
          </a:solidFill>
          <a:ln xmlns:a="http://schemas.openxmlformats.org/drawingml/2006/main" w="9525">
            <a:solidFill>
              <a:srgbClr val="D9A06B"/>
            </a:solidFill>
          </a:ln>
        </p:spPr>
      </p:sp>
      <p:sp>
        <p:nvSpPr>
          <p:cNvPr id="6" name="c3-text-25">
            <a:extLst xmlns:a="http://schemas.openxmlformats.org/drawingml/2006/main">
              <a:ext uri="{FF2B5EF4-FFF2-40B4-BE49-F238E27FC236}">
                <a16:creationId xmlns:a16="http://schemas.microsoft.com/office/drawing/2014/main" id="{74BF4B21-E351-45E6-8867-E0FD7604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7642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Default (Chapter 01)</a:t>
            </a:r>
          </a:p>
        </p:txBody>
      </p:sp>
      <p:sp>
        <p:nvSpPr>
          <p:cNvPr id="7" name="c3-text-26">
            <a:extLst xmlns:a="http://schemas.openxmlformats.org/drawingml/2006/main">
              <a:ext uri="{FF2B5EF4-FFF2-40B4-BE49-F238E27FC236}">
                <a16:creationId xmlns:a16="http://schemas.microsoft.com/office/drawing/2014/main" id="{C0CF18EB-17E5-4CBC-B113-88C6E252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19325"/>
            <a:ext cx="33909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 new value replaces the old one.</a:t>
            </a:r>
          </a:p>
        </p:txBody>
      </p:sp>
      <p:sp>
        <p:nvSpPr>
          <p:cNvPr id="8" name="c3-shape-27">
            <a:extLst xmlns:a="http://schemas.openxmlformats.org/drawingml/2006/main">
              <a:ext uri="{FF2B5EF4-FFF2-40B4-BE49-F238E27FC236}">
                <a16:creationId xmlns:a16="http://schemas.microsoft.com/office/drawing/2014/main" id="{71EBD514-D2DB-4BB8-9984-95A71FB4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19250"/>
            <a:ext cx="37719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9" name="c3-shape-28">
            <a:extLst xmlns:a="http://schemas.openxmlformats.org/drawingml/2006/main">
              <a:ext uri="{FF2B5EF4-FFF2-40B4-BE49-F238E27FC236}">
                <a16:creationId xmlns:a16="http://schemas.microsoft.com/office/drawing/2014/main" id="{D7D86399-356D-47A7-8780-FFB8DFB0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8117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0" name="c3-text-29">
            <a:extLst xmlns:a="http://schemas.openxmlformats.org/drawingml/2006/main">
              <a:ext uri="{FF2B5EF4-FFF2-40B4-BE49-F238E27FC236}">
                <a16:creationId xmlns:a16="http://schemas.microsoft.com/office/drawing/2014/main" id="{BEE5302F-8626-4498-80F7-0FB22C44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7642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add_messages</a:t>
            </a:r>
          </a:p>
        </p:txBody>
      </p:sp>
      <p:sp>
        <p:nvSpPr>
          <p:cNvPr id="11" name="c3-text-30">
            <a:extLst xmlns:a="http://schemas.openxmlformats.org/drawingml/2006/main">
              <a:ext uri="{FF2B5EF4-FFF2-40B4-BE49-F238E27FC236}">
                <a16:creationId xmlns:a16="http://schemas.microsoft.com/office/drawing/2014/main" id="{882E7A84-5088-4E0A-AD22-68F7C565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19325"/>
            <a:ext cx="33909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New messages are appended to the list.</a:t>
            </a:r>
          </a:p>
        </p:txBody>
      </p:sp>
      <p:sp>
        <p:nvSpPr>
          <p:cNvPr id="12" name="c3-text-31">
            <a:extLst xmlns:a="http://schemas.openxmlformats.org/drawingml/2006/main">
              <a:ext uri="{FF2B5EF4-FFF2-40B4-BE49-F238E27FC236}">
                <a16:creationId xmlns:a16="http://schemas.microsoft.com/office/drawing/2014/main" id="{A6F13E35-61B6-48AA-BA07-9DC66127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792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MessagesState provides the same messages key and reducer, ready-made.</a:t>
            </a:r>
          </a:p>
        </p:txBody>
      </p:sp>
      <p:sp>
        <p:nvSpPr>
          <p:cNvPr id="13" name="c3-text-32">
            <a:hlinkClick xmlns:r="http://schemas.openxmlformats.org/officeDocument/2006/relationships" xmlns:a="http://schemas.openxmlformats.org/drawingml/2006/main" r:id="R1b7b7aa7acdc466e"/>
            <a:extLst xmlns:a="http://schemas.openxmlformats.org/drawingml/2006/main">
              <a:ext uri="{FF2B5EF4-FFF2-40B4-BE49-F238E27FC236}">
                <a16:creationId xmlns:a16="http://schemas.microsoft.com/office/drawing/2014/main" id="{DFBAB4F0-4D64-4A21-8A58-25CF582E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7924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Open 01_memory.ipynb: 1. Messages in state</a:t>
            </a:r>
          </a:p>
        </p:txBody>
      </p:sp>
      <p:sp>
        <p:nvSpPr>
          <p:cNvPr id="14" name="c3-text-236">
            <a:extLst xmlns:a="http://schemas.openxmlformats.org/drawingml/2006/main">
              <a:ext uri="{FF2B5EF4-FFF2-40B4-BE49-F238E27FC236}">
                <a16:creationId xmlns:a16="http://schemas.microsoft.com/office/drawing/2014/main" id="{CA6C89B9-8890-47D8-BF46-18F7D0E3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673292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3-text-33">
            <a:extLst xmlns:a="http://schemas.openxmlformats.org/drawingml/2006/main">
              <a:ext uri="{FF2B5EF4-FFF2-40B4-BE49-F238E27FC236}">
                <a16:creationId xmlns:a16="http://schemas.microsoft.com/office/drawing/2014/main" id="{A6ED9BB7-1950-4EDD-B3B6-17AFA275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34">
            <a:extLst xmlns:a="http://schemas.openxmlformats.org/drawingml/2006/main">
              <a:ext uri="{FF2B5EF4-FFF2-40B4-BE49-F238E27FC236}">
                <a16:creationId xmlns:a16="http://schemas.microsoft.com/office/drawing/2014/main" id="{2B4CC05E-972A-4F1F-BD6B-35F71943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 Chatbot Node [2]</a:t>
            </a:r>
          </a:p>
        </p:txBody>
      </p:sp>
      <p:sp>
        <p:nvSpPr>
          <p:cNvPr id="3" name="c3-text-35">
            <a:extLst xmlns:a="http://schemas.openxmlformats.org/drawingml/2006/main">
              <a:ext uri="{FF2B5EF4-FFF2-40B4-BE49-F238E27FC236}">
                <a16:creationId xmlns:a16="http://schemas.microsoft.com/office/drawing/2014/main" id="{44EC4423-888B-496E-B064-F79A920B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02</a:t>
            </a:r>
          </a:p>
        </p:txBody>
      </p:sp>
      <p:sp>
        <p:nvSpPr>
          <p:cNvPr id="4" name="c3-shape-36">
            <a:extLst xmlns:a="http://schemas.openxmlformats.org/drawingml/2006/main">
              <a:ext uri="{FF2B5EF4-FFF2-40B4-BE49-F238E27FC236}">
                <a16:creationId xmlns:a16="http://schemas.microsoft.com/office/drawing/2014/main" id="{C81837F5-7344-4AF2-A6A9-DD3D5646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9248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D1421"/>
          </a:solidFill>
          <a:ln xmlns:a="http://schemas.openxmlformats.org/drawingml/2006/main" w="9525">
            <a:solidFill>
              <a:srgbClr val="30415D"/>
            </a:solidFill>
          </a:ln>
        </p:spPr>
      </p:sp>
      <p:sp>
        <p:nvSpPr>
          <p:cNvPr id="5" name="c3-text-37">
            <a:extLst xmlns:a="http://schemas.openxmlformats.org/drawingml/2006/main">
              <a:ext uri="{FF2B5EF4-FFF2-40B4-BE49-F238E27FC236}">
                <a16:creationId xmlns:a16="http://schemas.microsoft.com/office/drawing/2014/main" id="{73B5F6A0-4A07-4FE0-A227-C9013559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75819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prompt = ChatPromptTemplate.</a:t>
            </a:r>
            <a:r>
              <a:rPr sz="135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from_messages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([</a:t>
            </a:r>
          </a:p>
          <a:p xmlns:a="http://schemas.openxmlformats.org/drawingml/2006/main">
            <a:pPr>
              <a:defRPr sz="13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SystemMessagePromptTemplate.</a:t>
            </a:r>
            <a:r>
              <a:rPr sz="135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from_template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</a:t>
            </a:r>
          </a:p>
          <a:p xmlns:a="http://schemas.openxmlformats.org/drawingml/2006/main">
            <a:pPr>
              <a:defRPr sz="13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350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"You are a museum guide. Reply briefly."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),</a:t>
            </a:r>
          </a:p>
          <a:p xmlns:a="http://schemas.openxmlformats.org/drawingml/2006/main">
            <a:pPr>
              <a:defRPr sz="13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35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MessagesPlaceholder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350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"messages"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),</a:t>
            </a:r>
          </a:p>
          <a:p xmlns:a="http://schemas.openxmlformats.org/drawingml/2006/main">
            <a:pPr>
              <a:defRPr sz="13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])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CBA6F7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35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chatbot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(state: MessagesState):</a:t>
            </a:r>
          </a:p>
          <a:p xmlns:a="http://schemas.openxmlformats.org/drawingml/2006/main">
            <a:pPr>
              <a:defRPr sz="13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messages = prompt.</a:t>
            </a:r>
            <a:r>
              <a:rPr sz="135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format_messages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(messages=state[</a:t>
            </a:r>
            <a:r>
              <a:rPr sz="1350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"messages"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])</a:t>
            </a:r>
          </a:p>
          <a:p xmlns:a="http://schemas.openxmlformats.org/drawingml/2006/main">
            <a:pPr>
              <a:defRPr sz="13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350" b="0">
                <a:solidFill>
                  <a:srgbClr val="CBA6F7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{</a:t>
            </a:r>
            <a:r>
              <a:rPr sz="1350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"messages"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: [llm.</a:t>
            </a:r>
            <a:r>
              <a:rPr sz="135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invoke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(messages)]}</a:t>
            </a:r>
          </a:p>
        </p:txBody>
      </p:sp>
      <p:sp>
        <p:nvSpPr>
          <p:cNvPr id="6" name="c3-shape-38">
            <a:extLst xmlns:a="http://schemas.openxmlformats.org/drawingml/2006/main">
              <a:ext uri="{FF2B5EF4-FFF2-40B4-BE49-F238E27FC236}">
                <a16:creationId xmlns:a16="http://schemas.microsoft.com/office/drawing/2014/main" id="{D435CBB3-5E1A-4D1C-9113-5165F691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9248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7" name="c3-text-39">
            <a:extLst xmlns:a="http://schemas.openxmlformats.org/drawingml/2006/main">
              <a:ext uri="{FF2B5EF4-FFF2-40B4-BE49-F238E27FC236}">
                <a16:creationId xmlns:a16="http://schemas.microsoft.com/office/drawing/2014/main" id="{2C748B9D-7211-4DA5-A436-560A5F38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76725"/>
            <a:ext cx="7543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node sends the instruction and the messages; it returns only the reply.</a:t>
            </a:r>
          </a:p>
        </p:txBody>
      </p:sp>
      <p:sp>
        <p:nvSpPr>
          <p:cNvPr id="8" name="c3-text-237">
            <a:extLst xmlns:a="http://schemas.openxmlformats.org/drawingml/2006/main">
              <a:ext uri="{FF2B5EF4-FFF2-40B4-BE49-F238E27FC236}">
                <a16:creationId xmlns:a16="http://schemas.microsoft.com/office/drawing/2014/main" id="{827F751D-B4AA-4D4E-B779-E6F529E0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014040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c3-text-40">
            <a:extLst xmlns:a="http://schemas.openxmlformats.org/drawingml/2006/main">
              <a:ext uri="{FF2B5EF4-FFF2-40B4-BE49-F238E27FC236}">
                <a16:creationId xmlns:a16="http://schemas.microsoft.com/office/drawing/2014/main" id="{E3E6EBAF-8F44-42A9-AF63-AB380C6D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41">
            <a:extLst xmlns:a="http://schemas.openxmlformats.org/drawingml/2006/main">
              <a:ext uri="{FF2B5EF4-FFF2-40B4-BE49-F238E27FC236}">
                <a16:creationId xmlns:a16="http://schemas.microsoft.com/office/drawing/2014/main" id="{AFE9681A-E17E-4874-BDB9-D9C9B583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Without a Checkpointer</a:t>
            </a:r>
          </a:p>
        </p:txBody>
      </p:sp>
      <p:sp>
        <p:nvSpPr>
          <p:cNvPr id="3" name="c3-text-42">
            <a:extLst xmlns:a="http://schemas.openxmlformats.org/drawingml/2006/main">
              <a:ext uri="{FF2B5EF4-FFF2-40B4-BE49-F238E27FC236}">
                <a16:creationId xmlns:a16="http://schemas.microsoft.com/office/drawing/2014/main" id="{3FEE9097-862A-4E0B-96E1-A41C7BA7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02</a:t>
            </a:r>
          </a:p>
        </p:txBody>
      </p:sp>
      <p:sp>
        <p:nvSpPr>
          <p:cNvPr id="4" name="c3-shape-43">
            <a:extLst xmlns:a="http://schemas.openxmlformats.org/drawingml/2006/main">
              <a:ext uri="{FF2B5EF4-FFF2-40B4-BE49-F238E27FC236}">
                <a16:creationId xmlns:a16="http://schemas.microsoft.com/office/drawing/2014/main" id="{F7CAAB73-4C87-43CE-862E-CD225FB0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810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5" name="c3-text-44">
            <a:extLst xmlns:a="http://schemas.openxmlformats.org/drawingml/2006/main">
              <a:ext uri="{FF2B5EF4-FFF2-40B4-BE49-F238E27FC236}">
                <a16:creationId xmlns:a16="http://schemas.microsoft.com/office/drawing/2014/main" id="{3100FFC3-B7F3-45C5-A531-E057CB5F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3581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invoke 1: "My name is Lea."</a:t>
            </a:r>
          </a:p>
        </p:txBody>
      </p:sp>
      <p:sp>
        <p:nvSpPr>
          <p:cNvPr id="6" name="c3-shape-45">
            <a:extLst xmlns:a="http://schemas.openxmlformats.org/drawingml/2006/main">
              <a:ext uri="{FF2B5EF4-FFF2-40B4-BE49-F238E27FC236}">
                <a16:creationId xmlns:a16="http://schemas.microsoft.com/office/drawing/2014/main" id="{AE7E7342-E74E-4281-86E2-7DD4AE49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66900"/>
            <a:ext cx="38100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7" name="c3-shape-46">
            <a:extLst xmlns:a="http://schemas.openxmlformats.org/drawingml/2006/main">
              <a:ext uri="{FF2B5EF4-FFF2-40B4-BE49-F238E27FC236}">
                <a16:creationId xmlns:a16="http://schemas.microsoft.com/office/drawing/2014/main" id="{DF24F3DF-AAD1-4EA0-98D8-A118918A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619250"/>
            <a:ext cx="3429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D9A06B"/>
            </a:solidFill>
          </a:ln>
        </p:spPr>
      </p:sp>
      <p:sp>
        <p:nvSpPr>
          <p:cNvPr id="8" name="c3-text-47">
            <a:extLst xmlns:a="http://schemas.openxmlformats.org/drawingml/2006/main">
              <a:ext uri="{FF2B5EF4-FFF2-40B4-BE49-F238E27FC236}">
                <a16:creationId xmlns:a16="http://schemas.microsoft.com/office/drawing/2014/main" id="{EDBC8CE9-653E-411F-8CE0-59E5C578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9545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"Nice to meet you, Lea!"</a:t>
            </a:r>
          </a:p>
        </p:txBody>
      </p:sp>
      <p:sp>
        <p:nvSpPr>
          <p:cNvPr id="9" name="c3-shape-48">
            <a:extLst xmlns:a="http://schemas.openxmlformats.org/drawingml/2006/main">
              <a:ext uri="{FF2B5EF4-FFF2-40B4-BE49-F238E27FC236}">
                <a16:creationId xmlns:a16="http://schemas.microsoft.com/office/drawing/2014/main" id="{A9A48568-0956-4B6D-B262-57984275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3810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0" name="c3-text-49">
            <a:extLst xmlns:a="http://schemas.openxmlformats.org/drawingml/2006/main">
              <a:ext uri="{FF2B5EF4-FFF2-40B4-BE49-F238E27FC236}">
                <a16:creationId xmlns:a16="http://schemas.microsoft.com/office/drawing/2014/main" id="{8180E345-DF8D-4D5E-A4DD-685CAFA5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3581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invoke 2: "What is my name?"</a:t>
            </a:r>
          </a:p>
        </p:txBody>
      </p:sp>
      <p:sp>
        <p:nvSpPr>
          <p:cNvPr id="11" name="c3-shape-50">
            <a:extLst xmlns:a="http://schemas.openxmlformats.org/drawingml/2006/main">
              <a:ext uri="{FF2B5EF4-FFF2-40B4-BE49-F238E27FC236}">
                <a16:creationId xmlns:a16="http://schemas.microsoft.com/office/drawing/2014/main" id="{72F600C4-C022-4DF7-825E-9F75F33C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19400"/>
            <a:ext cx="38100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2" name="c3-shape-51">
            <a:extLst xmlns:a="http://schemas.openxmlformats.org/drawingml/2006/main">
              <a:ext uri="{FF2B5EF4-FFF2-40B4-BE49-F238E27FC236}">
                <a16:creationId xmlns:a16="http://schemas.microsoft.com/office/drawing/2014/main" id="{0E65D73C-5B0B-43F3-9128-AE3AAFE0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71750"/>
            <a:ext cx="3429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D9A06B"/>
            </a:solidFill>
          </a:ln>
        </p:spPr>
      </p:sp>
      <p:sp>
        <p:nvSpPr>
          <p:cNvPr id="13" name="c3-text-52">
            <a:extLst xmlns:a="http://schemas.openxmlformats.org/drawingml/2006/main">
              <a:ext uri="{FF2B5EF4-FFF2-40B4-BE49-F238E27FC236}">
                <a16:creationId xmlns:a16="http://schemas.microsoft.com/office/drawing/2014/main" id="{CA3403AC-74B0-42E2-B07B-1B2C5468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4795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"I'm not sure."</a:t>
            </a:r>
          </a:p>
        </p:txBody>
      </p:sp>
      <p:sp>
        <p:nvSpPr>
          <p:cNvPr id="14" name="c3-text-53">
            <a:extLst xmlns:a="http://schemas.openxmlformats.org/drawingml/2006/main">
              <a:ext uri="{FF2B5EF4-FFF2-40B4-BE49-F238E27FC236}">
                <a16:creationId xmlns:a16="http://schemas.microsoft.com/office/drawing/2014/main" id="{B87C2841-E4EB-4EFD-91E8-59192079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792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Earlier calls are not restored.</a:t>
            </a:r>
          </a:p>
        </p:txBody>
      </p:sp>
      <p:sp>
        <p:nvSpPr>
          <p:cNvPr id="15" name="c3-text-54">
            <a:hlinkClick xmlns:r="http://schemas.openxmlformats.org/officeDocument/2006/relationships" xmlns:a="http://schemas.openxmlformats.org/drawingml/2006/main" r:id="R74617944943a4d3a"/>
            <a:extLst xmlns:a="http://schemas.openxmlformats.org/drawingml/2006/main">
              <a:ext uri="{FF2B5EF4-FFF2-40B4-BE49-F238E27FC236}">
                <a16:creationId xmlns:a16="http://schemas.microsoft.com/office/drawing/2014/main" id="{FB8D94D5-683E-4D83-A752-7D58FA23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7924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Open 01_memory.ipynb: 2. A chatbot node</a:t>
            </a:r>
          </a:p>
        </p:txBody>
      </p:sp>
      <p:sp>
        <p:nvSpPr>
          <p:cNvPr id="16" name="c3-text-238">
            <a:extLst xmlns:a="http://schemas.openxmlformats.org/drawingml/2006/main">
              <a:ext uri="{FF2B5EF4-FFF2-40B4-BE49-F238E27FC236}">
                <a16:creationId xmlns:a16="http://schemas.microsoft.com/office/drawing/2014/main" id="{EADE1012-A383-4E3B-B988-5B67FD84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740118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3-text-55">
            <a:extLst xmlns:a="http://schemas.openxmlformats.org/drawingml/2006/main">
              <a:ext uri="{FF2B5EF4-FFF2-40B4-BE49-F238E27FC236}">
                <a16:creationId xmlns:a16="http://schemas.microsoft.com/office/drawing/2014/main" id="{01476EE4-2568-409B-B539-EC4ECC22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56">
            <a:extLst xmlns:a="http://schemas.openxmlformats.org/drawingml/2006/main">
              <a:ext uri="{FF2B5EF4-FFF2-40B4-BE49-F238E27FC236}">
                <a16:creationId xmlns:a16="http://schemas.microsoft.com/office/drawing/2014/main" id="{B740D7C1-77C7-4D18-A580-6771D21D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Checkpointer and Threads [1]</a:t>
            </a:r>
          </a:p>
        </p:txBody>
      </p:sp>
      <p:sp>
        <p:nvSpPr>
          <p:cNvPr id="3" name="c3-text-57">
            <a:extLst xmlns:a="http://schemas.openxmlformats.org/drawingml/2006/main">
              <a:ext uri="{FF2B5EF4-FFF2-40B4-BE49-F238E27FC236}">
                <a16:creationId xmlns:a16="http://schemas.microsoft.com/office/drawing/2014/main" id="{A43DAF23-7D1B-47C8-B9CA-0BDB48B8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02</a:t>
            </a:r>
          </a:p>
        </p:txBody>
      </p:sp>
      <p:sp>
        <p:nvSpPr>
          <p:cNvPr id="4" name="c3-shape-58">
            <a:extLst xmlns:a="http://schemas.openxmlformats.org/drawingml/2006/main">
              <a:ext uri="{FF2B5EF4-FFF2-40B4-BE49-F238E27FC236}">
                <a16:creationId xmlns:a16="http://schemas.microsoft.com/office/drawing/2014/main" id="{F627B71B-B84C-4D2D-A4DC-17C66F1F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7719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5" name="c3-shape-59">
            <a:extLst xmlns:a="http://schemas.openxmlformats.org/drawingml/2006/main">
              <a:ext uri="{FF2B5EF4-FFF2-40B4-BE49-F238E27FC236}">
                <a16:creationId xmlns:a16="http://schemas.microsoft.com/office/drawing/2014/main" id="{877C641C-92EE-499D-8719-3FF36C14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8117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06B"/>
          </a:solidFill>
          <a:ln xmlns:a="http://schemas.openxmlformats.org/drawingml/2006/main" w="9525">
            <a:solidFill>
              <a:srgbClr val="D9A06B"/>
            </a:solidFill>
          </a:ln>
        </p:spPr>
      </p:sp>
      <p:sp>
        <p:nvSpPr>
          <p:cNvPr id="6" name="c3-text-60">
            <a:extLst xmlns:a="http://schemas.openxmlformats.org/drawingml/2006/main">
              <a:ext uri="{FF2B5EF4-FFF2-40B4-BE49-F238E27FC236}">
                <a16:creationId xmlns:a16="http://schemas.microsoft.com/office/drawing/2014/main" id="{3CE31228-2836-4DFF-9EF5-B848443A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7642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Checkpoint</a:t>
            </a:r>
          </a:p>
        </p:txBody>
      </p:sp>
      <p:sp>
        <p:nvSpPr>
          <p:cNvPr id="7" name="c3-text-61">
            <a:extLst xmlns:a="http://schemas.openxmlformats.org/drawingml/2006/main">
              <a:ext uri="{FF2B5EF4-FFF2-40B4-BE49-F238E27FC236}">
                <a16:creationId xmlns:a16="http://schemas.microsoft.com/office/drawing/2014/main" id="{3D1483AC-93A8-449A-9AB9-FF1CD09A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19325"/>
            <a:ext cx="339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 snapshot of the graph state, saved after each step.</a:t>
            </a:r>
          </a:p>
        </p:txBody>
      </p:sp>
      <p:sp>
        <p:nvSpPr>
          <p:cNvPr id="8" name="c3-shape-62">
            <a:extLst xmlns:a="http://schemas.openxmlformats.org/drawingml/2006/main">
              <a:ext uri="{FF2B5EF4-FFF2-40B4-BE49-F238E27FC236}">
                <a16:creationId xmlns:a16="http://schemas.microsoft.com/office/drawing/2014/main" id="{C572A703-CC13-4F3B-9B6D-663B1B0E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19250"/>
            <a:ext cx="37719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9" name="c3-shape-63">
            <a:extLst xmlns:a="http://schemas.openxmlformats.org/drawingml/2006/main">
              <a:ext uri="{FF2B5EF4-FFF2-40B4-BE49-F238E27FC236}">
                <a16:creationId xmlns:a16="http://schemas.microsoft.com/office/drawing/2014/main" id="{B012E9F3-5373-47E4-B69F-85B20F62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8117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0" name="c3-text-64">
            <a:extLst xmlns:a="http://schemas.openxmlformats.org/drawingml/2006/main">
              <a:ext uri="{FF2B5EF4-FFF2-40B4-BE49-F238E27FC236}">
                <a16:creationId xmlns:a16="http://schemas.microsoft.com/office/drawing/2014/main" id="{124A3AAF-8564-489D-A051-C1D77D78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7642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Thread</a:t>
            </a:r>
          </a:p>
        </p:txBody>
      </p:sp>
      <p:sp>
        <p:nvSpPr>
          <p:cNvPr id="11" name="c3-text-65">
            <a:extLst xmlns:a="http://schemas.openxmlformats.org/drawingml/2006/main">
              <a:ext uri="{FF2B5EF4-FFF2-40B4-BE49-F238E27FC236}">
                <a16:creationId xmlns:a16="http://schemas.microsoft.com/office/drawing/2014/main" id="{DE0F7AD6-C901-4829-BF34-80CB4181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19325"/>
            <a:ext cx="339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One conversation, identified by a thread_id.</a:t>
            </a:r>
          </a:p>
        </p:txBody>
      </p:sp>
      <p:sp>
        <p:nvSpPr>
          <p:cNvPr id="12" name="c3-shape-66">
            <a:extLst xmlns:a="http://schemas.openxmlformats.org/drawingml/2006/main">
              <a:ext uri="{FF2B5EF4-FFF2-40B4-BE49-F238E27FC236}">
                <a16:creationId xmlns:a16="http://schemas.microsoft.com/office/drawing/2014/main" id="{30610A35-1F64-4CD4-802E-9BE88683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9248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3" name="c3-text-67">
            <a:extLst xmlns:a="http://schemas.openxmlformats.org/drawingml/2006/main">
              <a:ext uri="{FF2B5EF4-FFF2-40B4-BE49-F238E27FC236}">
                <a16:creationId xmlns:a16="http://schemas.microsoft.com/office/drawing/2014/main" id="{5293548E-0D60-413C-87E9-A810230B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76725"/>
            <a:ext cx="7543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Same thread_id: the saved state is restored before the graph runs.</a:t>
            </a:r>
          </a:p>
        </p:txBody>
      </p:sp>
      <p:sp>
        <p:nvSpPr>
          <p:cNvPr id="14" name="c3-text-239">
            <a:extLst xmlns:a="http://schemas.openxmlformats.org/drawingml/2006/main">
              <a:ext uri="{FF2B5EF4-FFF2-40B4-BE49-F238E27FC236}">
                <a16:creationId xmlns:a16="http://schemas.microsoft.com/office/drawing/2014/main" id="{7FDDAFAE-1B8D-43B0-989C-7F32FCB5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770854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3-text-68">
            <a:extLst xmlns:a="http://schemas.openxmlformats.org/drawingml/2006/main">
              <a:ext uri="{FF2B5EF4-FFF2-40B4-BE49-F238E27FC236}">
                <a16:creationId xmlns:a16="http://schemas.microsoft.com/office/drawing/2014/main" id="{A83EA224-7EED-4044-B198-20374637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69">
            <a:extLst xmlns:a="http://schemas.openxmlformats.org/drawingml/2006/main">
              <a:ext uri="{FF2B5EF4-FFF2-40B4-BE49-F238E27FC236}">
                <a16:creationId xmlns:a16="http://schemas.microsoft.com/office/drawing/2014/main" id="{61E06B7E-0200-4052-BFB7-78F4E769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Compile with a Checkpointer [1]</a:t>
            </a:r>
          </a:p>
        </p:txBody>
      </p:sp>
      <p:sp>
        <p:nvSpPr>
          <p:cNvPr id="3" name="c3-text-70">
            <a:extLst xmlns:a="http://schemas.openxmlformats.org/drawingml/2006/main">
              <a:ext uri="{FF2B5EF4-FFF2-40B4-BE49-F238E27FC236}">
                <a16:creationId xmlns:a16="http://schemas.microsoft.com/office/drawing/2014/main" id="{12728FA5-B1D0-4EC1-8756-90035476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02</a:t>
            </a:r>
          </a:p>
        </p:txBody>
      </p:sp>
      <p:sp>
        <p:nvSpPr>
          <p:cNvPr id="4" name="c3-shape-71">
            <a:extLst xmlns:a="http://schemas.openxmlformats.org/drawingml/2006/main">
              <a:ext uri="{FF2B5EF4-FFF2-40B4-BE49-F238E27FC236}">
                <a16:creationId xmlns:a16="http://schemas.microsoft.com/office/drawing/2014/main" id="{AB57DD59-53E7-417F-9650-DFF956D7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792480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0D1421"/>
          </a:solidFill>
          <a:ln xmlns:a="http://schemas.openxmlformats.org/drawingml/2006/main" w="9525">
            <a:solidFill>
              <a:srgbClr val="30415D"/>
            </a:solidFill>
          </a:ln>
        </p:spPr>
      </p:sp>
      <p:sp>
        <p:nvSpPr>
          <p:cNvPr id="5" name="c3-text-72">
            <a:extLst xmlns:a="http://schemas.openxmlformats.org/drawingml/2006/main">
              <a:ext uri="{FF2B5EF4-FFF2-40B4-BE49-F238E27FC236}">
                <a16:creationId xmlns:a16="http://schemas.microsoft.com/office/drawing/2014/main" id="{92FDA58C-94AA-4C9E-A87A-1C8A2D08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75819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CBA6F7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langgraph.checkpoint.memory </a:t>
            </a:r>
            <a:r>
              <a:rPr sz="1350" b="0">
                <a:solidFill>
                  <a:srgbClr val="CBA6F7"/>
                </a:solidFill>
                <a:latin typeface="Consolas"/>
                <a:ea typeface="Consolas"/>
                <a:cs typeface="Consolas"/>
              </a:rPr>
              <a:t>import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InMemorySaver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saver = </a:t>
            </a:r>
            <a:r>
              <a:rPr sz="135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InMemorySaver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()</a:t>
            </a:r>
          </a:p>
          <a:p xmlns:a="http://schemas.openxmlformats.org/drawingml/2006/main">
            <a:pPr>
              <a:defRPr sz="13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memory_graph = builder.</a:t>
            </a:r>
            <a:r>
              <a:rPr sz="135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compile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(checkpointer=saver)</a:t>
            </a:r>
          </a:p>
          <a:p xmlns:a="http://schemas.openxmlformats.org/drawingml/2006/main">
            <a:pPr>
              <a:defRPr sz="13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lea = {</a:t>
            </a:r>
            <a:r>
              <a:rPr sz="1350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"configurable"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: {</a:t>
            </a:r>
            <a:r>
              <a:rPr sz="1350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"thread_id"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350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"lea"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memory_graph.</a:t>
            </a:r>
            <a:r>
              <a:rPr sz="135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invoke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({</a:t>
            </a:r>
            <a:r>
              <a:rPr sz="1350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"messages"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: [</a:t>
            </a:r>
            <a:r>
              <a:rPr sz="135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HumanMessage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350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"My name is Lea."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)]}, lea)</a:t>
            </a:r>
          </a:p>
          <a:p xmlns:a="http://schemas.openxmlformats.org/drawingml/2006/main">
            <a:pPr>
              <a:defRPr sz="13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memory_graph.</a:t>
            </a:r>
            <a:r>
              <a:rPr sz="135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invoke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({</a:t>
            </a:r>
            <a:r>
              <a:rPr sz="1350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"messages"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: [</a:t>
            </a:r>
            <a:r>
              <a:rPr sz="135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HumanMessage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350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"What is my name?"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)]}, lea)</a:t>
            </a:r>
          </a:p>
        </p:txBody>
      </p:sp>
      <p:sp>
        <p:nvSpPr>
          <p:cNvPr id="6" name="c3-shape-73">
            <a:extLst xmlns:a="http://schemas.openxmlformats.org/drawingml/2006/main">
              <a:ext uri="{FF2B5EF4-FFF2-40B4-BE49-F238E27FC236}">
                <a16:creationId xmlns:a16="http://schemas.microsoft.com/office/drawing/2014/main" id="{CB17EF45-BB45-4EBD-93F1-66102CBE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9248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7" name="c3-text-74">
            <a:extLst xmlns:a="http://schemas.openxmlformats.org/drawingml/2006/main">
              <a:ext uri="{FF2B5EF4-FFF2-40B4-BE49-F238E27FC236}">
                <a16:creationId xmlns:a16="http://schemas.microsoft.com/office/drawing/2014/main" id="{25D419A5-54B7-43C6-950A-C7A4A6DB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76725"/>
            <a:ext cx="7543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Send only the new message; the earlier ones are restored.</a:t>
            </a:r>
          </a:p>
        </p:txBody>
      </p:sp>
      <p:sp>
        <p:nvSpPr>
          <p:cNvPr id="8" name="c3-text-240">
            <a:extLst xmlns:a="http://schemas.openxmlformats.org/drawingml/2006/main">
              <a:ext uri="{FF2B5EF4-FFF2-40B4-BE49-F238E27FC236}">
                <a16:creationId xmlns:a16="http://schemas.microsoft.com/office/drawing/2014/main" id="{074EAA50-960A-46CE-BD26-CB280460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9486998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3-text-75">
            <a:extLst xmlns:a="http://schemas.openxmlformats.org/drawingml/2006/main">
              <a:ext uri="{FF2B5EF4-FFF2-40B4-BE49-F238E27FC236}">
                <a16:creationId xmlns:a16="http://schemas.microsoft.com/office/drawing/2014/main" id="{2C67C89E-1C63-4507-8CF3-B75B7E50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76">
            <a:extLst xmlns:a="http://schemas.openxmlformats.org/drawingml/2006/main">
              <a:ext uri="{FF2B5EF4-FFF2-40B4-BE49-F238E27FC236}">
                <a16:creationId xmlns:a16="http://schemas.microsoft.com/office/drawing/2014/main" id="{FD5E4A43-D84D-4FAC-969E-D24CE11D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Separate Conversations [1]</a:t>
            </a:r>
          </a:p>
        </p:txBody>
      </p:sp>
      <p:sp>
        <p:nvSpPr>
          <p:cNvPr id="3" name="c3-text-77">
            <a:extLst xmlns:a="http://schemas.openxmlformats.org/drawingml/2006/main">
              <a:ext uri="{FF2B5EF4-FFF2-40B4-BE49-F238E27FC236}">
                <a16:creationId xmlns:a16="http://schemas.microsoft.com/office/drawing/2014/main" id="{6421B265-CA89-4D39-BDCD-D670D541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02</a:t>
            </a:r>
          </a:p>
        </p:txBody>
      </p:sp>
      <p:sp>
        <p:nvSpPr>
          <p:cNvPr id="4" name="c3-shape-78">
            <a:extLst xmlns:a="http://schemas.openxmlformats.org/drawingml/2006/main">
              <a:ext uri="{FF2B5EF4-FFF2-40B4-BE49-F238E27FC236}">
                <a16:creationId xmlns:a16="http://schemas.microsoft.com/office/drawing/2014/main" id="{1D44DDA7-7132-4ECE-B8B4-B9749D16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7719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5" name="c3-shape-79">
            <a:extLst xmlns:a="http://schemas.openxmlformats.org/drawingml/2006/main">
              <a:ext uri="{FF2B5EF4-FFF2-40B4-BE49-F238E27FC236}">
                <a16:creationId xmlns:a16="http://schemas.microsoft.com/office/drawing/2014/main" id="{141424AD-8ECA-4D77-BBC6-20BBB509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8117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06B"/>
          </a:solidFill>
          <a:ln xmlns:a="http://schemas.openxmlformats.org/drawingml/2006/main" w="9525">
            <a:solidFill>
              <a:srgbClr val="D9A06B"/>
            </a:solidFill>
          </a:ln>
        </p:spPr>
      </p:sp>
      <p:sp>
        <p:nvSpPr>
          <p:cNvPr id="6" name="c3-text-80">
            <a:extLst xmlns:a="http://schemas.openxmlformats.org/drawingml/2006/main">
              <a:ext uri="{FF2B5EF4-FFF2-40B4-BE49-F238E27FC236}">
                <a16:creationId xmlns:a16="http://schemas.microsoft.com/office/drawing/2014/main" id="{63914D09-7BEF-4C98-80AC-EF93EB1E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7642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thread_id = "lea"</a:t>
            </a:r>
          </a:p>
        </p:txBody>
      </p:sp>
      <p:sp>
        <p:nvSpPr>
          <p:cNvPr id="7" name="c3-text-81">
            <a:extLst xmlns:a="http://schemas.openxmlformats.org/drawingml/2006/main">
              <a:ext uri="{FF2B5EF4-FFF2-40B4-BE49-F238E27FC236}">
                <a16:creationId xmlns:a16="http://schemas.microsoft.com/office/drawing/2014/main" id="{A588FC33-1AB8-498C-807A-08AF8D12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19325"/>
            <a:ext cx="33909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My name is Lea.</a:t>
            </a:r>
          </a:p>
          <a:p xmlns:a="http://schemas.openxmlformats.org/drawingml/2006/main"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What is my name?  →  Lea</a:t>
            </a:r>
          </a:p>
        </p:txBody>
      </p:sp>
      <p:sp>
        <p:nvSpPr>
          <p:cNvPr id="8" name="c3-shape-82">
            <a:extLst xmlns:a="http://schemas.openxmlformats.org/drawingml/2006/main">
              <a:ext uri="{FF2B5EF4-FFF2-40B4-BE49-F238E27FC236}">
                <a16:creationId xmlns:a16="http://schemas.microsoft.com/office/drawing/2014/main" id="{E6273CF8-B397-4D2F-BC21-C04C67D1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19250"/>
            <a:ext cx="37719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9" name="c3-shape-83">
            <a:extLst xmlns:a="http://schemas.openxmlformats.org/drawingml/2006/main">
              <a:ext uri="{FF2B5EF4-FFF2-40B4-BE49-F238E27FC236}">
                <a16:creationId xmlns:a16="http://schemas.microsoft.com/office/drawing/2014/main" id="{63D1CCE8-580D-46E8-B986-C2CE8876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8117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0" name="c3-text-84">
            <a:extLst xmlns:a="http://schemas.openxmlformats.org/drawingml/2006/main">
              <a:ext uri="{FF2B5EF4-FFF2-40B4-BE49-F238E27FC236}">
                <a16:creationId xmlns:a16="http://schemas.microsoft.com/office/drawing/2014/main" id="{D6E0439A-87AD-4FA5-8CED-EA162F97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7642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thread_id = "marco"</a:t>
            </a:r>
          </a:p>
        </p:txBody>
      </p:sp>
      <p:sp>
        <p:nvSpPr>
          <p:cNvPr id="11" name="c3-text-85">
            <a:extLst xmlns:a="http://schemas.openxmlformats.org/drawingml/2006/main">
              <a:ext uri="{FF2B5EF4-FFF2-40B4-BE49-F238E27FC236}">
                <a16:creationId xmlns:a16="http://schemas.microsoft.com/office/drawing/2014/main" id="{785D5B97-D741-4F3E-BAF7-80B29E88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19325"/>
            <a:ext cx="33909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What is my name?  →  I'm not sure.</a:t>
            </a:r>
          </a:p>
        </p:txBody>
      </p:sp>
      <p:sp>
        <p:nvSpPr>
          <p:cNvPr id="12" name="c3-text-86">
            <a:extLst xmlns:a="http://schemas.openxmlformats.org/drawingml/2006/main">
              <a:ext uri="{FF2B5EF4-FFF2-40B4-BE49-F238E27FC236}">
                <a16:creationId xmlns:a16="http://schemas.microsoft.com/office/drawing/2014/main" id="{41ABCDB1-7C81-42E8-92D7-565745D7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792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 new thread_id starts an empty conversation.</a:t>
            </a:r>
          </a:p>
        </p:txBody>
      </p:sp>
      <p:sp>
        <p:nvSpPr>
          <p:cNvPr id="13" name="c3-text-87">
            <a:hlinkClick xmlns:r="http://schemas.openxmlformats.org/officeDocument/2006/relationships" xmlns:a="http://schemas.openxmlformats.org/drawingml/2006/main" r:id="R75ed8f3b385c4e8c"/>
            <a:extLst xmlns:a="http://schemas.openxmlformats.org/drawingml/2006/main">
              <a:ext uri="{FF2B5EF4-FFF2-40B4-BE49-F238E27FC236}">
                <a16:creationId xmlns:a16="http://schemas.microsoft.com/office/drawing/2014/main" id="{EA19A8C6-7ADD-4C07-A308-D04C03DC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7924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Open 01_memory.ipynb: 3. Checkpointer and threads</a:t>
            </a:r>
          </a:p>
        </p:txBody>
      </p:sp>
      <p:sp>
        <p:nvSpPr>
          <p:cNvPr id="14" name="c3-text-241">
            <a:extLst xmlns:a="http://schemas.openxmlformats.org/drawingml/2006/main">
              <a:ext uri="{FF2B5EF4-FFF2-40B4-BE49-F238E27FC236}">
                <a16:creationId xmlns:a16="http://schemas.microsoft.com/office/drawing/2014/main" id="{5D1747FD-A04B-464A-99B7-4B93B0AA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8621432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3-text-88">
            <a:extLst xmlns:a="http://schemas.openxmlformats.org/drawingml/2006/main">
              <a:ext uri="{FF2B5EF4-FFF2-40B4-BE49-F238E27FC236}">
                <a16:creationId xmlns:a16="http://schemas.microsoft.com/office/drawing/2014/main" id="{AC24B93C-AD4A-4A7B-99E0-1B1C9751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89">
            <a:extLst xmlns:a="http://schemas.openxmlformats.org/drawingml/2006/main">
              <a:ext uri="{FF2B5EF4-FFF2-40B4-BE49-F238E27FC236}">
                <a16:creationId xmlns:a16="http://schemas.microsoft.com/office/drawing/2014/main" id="{3421517F-BF5B-42C8-AE1E-60B2CB65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Where Checkpoints Live [1]</a:t>
            </a:r>
          </a:p>
        </p:txBody>
      </p:sp>
      <p:sp>
        <p:nvSpPr>
          <p:cNvPr id="3" name="c3-text-90">
            <a:extLst xmlns:a="http://schemas.openxmlformats.org/drawingml/2006/main">
              <a:ext uri="{FF2B5EF4-FFF2-40B4-BE49-F238E27FC236}">
                <a16:creationId xmlns:a16="http://schemas.microsoft.com/office/drawing/2014/main" id="{853D1D3E-BD4E-4DBC-9D86-2C35C2D9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02</a:t>
            </a:r>
          </a:p>
        </p:txBody>
      </p:sp>
      <p:sp>
        <p:nvSpPr>
          <p:cNvPr id="4" name="c3-shape-91">
            <a:extLst xmlns:a="http://schemas.openxmlformats.org/drawingml/2006/main">
              <a:ext uri="{FF2B5EF4-FFF2-40B4-BE49-F238E27FC236}">
                <a16:creationId xmlns:a16="http://schemas.microsoft.com/office/drawing/2014/main" id="{ED82A214-32A3-41CA-B388-6B16AAFA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7719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5" name="c3-shape-92">
            <a:extLst xmlns:a="http://schemas.openxmlformats.org/drawingml/2006/main">
              <a:ext uri="{FF2B5EF4-FFF2-40B4-BE49-F238E27FC236}">
                <a16:creationId xmlns:a16="http://schemas.microsoft.com/office/drawing/2014/main" id="{1D2EEFD8-617C-4B1C-980A-42E35D91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8117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06B"/>
          </a:solidFill>
          <a:ln xmlns:a="http://schemas.openxmlformats.org/drawingml/2006/main" w="9525">
            <a:solidFill>
              <a:srgbClr val="D9A06B"/>
            </a:solidFill>
          </a:ln>
        </p:spPr>
      </p:sp>
      <p:sp>
        <p:nvSpPr>
          <p:cNvPr id="6" name="c3-text-93">
            <a:extLst xmlns:a="http://schemas.openxmlformats.org/drawingml/2006/main">
              <a:ext uri="{FF2B5EF4-FFF2-40B4-BE49-F238E27FC236}">
                <a16:creationId xmlns:a16="http://schemas.microsoft.com/office/drawing/2014/main" id="{7B5F090B-567E-4BF7-A30B-92FD5D03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7642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InMemorySaver</a:t>
            </a:r>
          </a:p>
        </p:txBody>
      </p:sp>
      <p:sp>
        <p:nvSpPr>
          <p:cNvPr id="7" name="c3-text-94">
            <a:extLst xmlns:a="http://schemas.openxmlformats.org/drawingml/2006/main">
              <a:ext uri="{FF2B5EF4-FFF2-40B4-BE49-F238E27FC236}">
                <a16:creationId xmlns:a16="http://schemas.microsoft.com/office/drawing/2014/main" id="{77592F5B-66D9-4CA6-958E-0AB57D39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19325"/>
            <a:ext cx="33909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Kept in the Python process.</a:t>
            </a:r>
          </a:p>
          <a:p xmlns:a="http://schemas.openxmlformats.org/drawingml/2006/main"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Lost when the kernel or server restarts.</a:t>
            </a:r>
          </a:p>
        </p:txBody>
      </p:sp>
      <p:sp>
        <p:nvSpPr>
          <p:cNvPr id="8" name="c3-shape-95">
            <a:extLst xmlns:a="http://schemas.openxmlformats.org/drawingml/2006/main">
              <a:ext uri="{FF2B5EF4-FFF2-40B4-BE49-F238E27FC236}">
                <a16:creationId xmlns:a16="http://schemas.microsoft.com/office/drawing/2014/main" id="{5C672BDC-0F4E-426B-8B98-BA78B344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19250"/>
            <a:ext cx="37719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9" name="c3-shape-96">
            <a:extLst xmlns:a="http://schemas.openxmlformats.org/drawingml/2006/main">
              <a:ext uri="{FF2B5EF4-FFF2-40B4-BE49-F238E27FC236}">
                <a16:creationId xmlns:a16="http://schemas.microsoft.com/office/drawing/2014/main" id="{2DDDEF3B-3D09-4F71-9067-CA69EA10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8117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0" name="c3-text-97">
            <a:extLst xmlns:a="http://schemas.openxmlformats.org/drawingml/2006/main">
              <a:ext uri="{FF2B5EF4-FFF2-40B4-BE49-F238E27FC236}">
                <a16:creationId xmlns:a16="http://schemas.microsoft.com/office/drawing/2014/main" id="{A50EB52C-2BD8-4027-9AE5-E8D5332D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7642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Persistent savers</a:t>
            </a:r>
          </a:p>
        </p:txBody>
      </p:sp>
      <p:sp>
        <p:nvSpPr>
          <p:cNvPr id="11" name="c3-text-98">
            <a:extLst xmlns:a="http://schemas.openxmlformats.org/drawingml/2006/main">
              <a:ext uri="{FF2B5EF4-FFF2-40B4-BE49-F238E27FC236}">
                <a16:creationId xmlns:a16="http://schemas.microsoft.com/office/drawing/2014/main" id="{D132502F-FF6B-4B92-8983-4F30E6CC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19325"/>
            <a:ext cx="33909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SQLite or Postgres.</a:t>
            </a:r>
          </a:p>
          <a:p xmlns:a="http://schemas.openxmlformats.org/drawingml/2006/main"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Conversations survive restarts.</a:t>
            </a:r>
          </a:p>
        </p:txBody>
      </p:sp>
      <p:sp>
        <p:nvSpPr>
          <p:cNvPr id="12" name="c3-shape-99">
            <a:extLst xmlns:a="http://schemas.openxmlformats.org/drawingml/2006/main">
              <a:ext uri="{FF2B5EF4-FFF2-40B4-BE49-F238E27FC236}">
                <a16:creationId xmlns:a16="http://schemas.microsoft.com/office/drawing/2014/main" id="{3899D234-8599-4405-A65E-09B9395B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9248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3" name="c3-text-100">
            <a:extLst xmlns:a="http://schemas.openxmlformats.org/drawingml/2006/main">
              <a:ext uri="{FF2B5EF4-FFF2-40B4-BE49-F238E27FC236}">
                <a16:creationId xmlns:a16="http://schemas.microsoft.com/office/drawing/2014/main" id="{2C45C058-07FD-4CEB-9C2C-8495E4424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76725"/>
            <a:ext cx="7543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Same graph code; only the checkpointer changes.</a:t>
            </a:r>
          </a:p>
        </p:txBody>
      </p:sp>
      <p:sp>
        <p:nvSpPr>
          <p:cNvPr id="14" name="c3-text-242">
            <a:extLst xmlns:a="http://schemas.openxmlformats.org/drawingml/2006/main">
              <a:ext uri="{FF2B5EF4-FFF2-40B4-BE49-F238E27FC236}">
                <a16:creationId xmlns:a16="http://schemas.microsoft.com/office/drawing/2014/main" id="{C1FC06F5-A2D5-4520-B827-247C646C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019953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3-text-101">
            <a:extLst xmlns:a="http://schemas.openxmlformats.org/drawingml/2006/main">
              <a:ext uri="{FF2B5EF4-FFF2-40B4-BE49-F238E27FC236}">
                <a16:creationId xmlns:a16="http://schemas.microsoft.com/office/drawing/2014/main" id="{4E792276-089F-4FF6-B8C8-13699AC2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102">
            <a:extLst xmlns:a="http://schemas.openxmlformats.org/drawingml/2006/main">
              <a:ext uri="{FF2B5EF4-FFF2-40B4-BE49-F238E27FC236}">
                <a16:creationId xmlns:a16="http://schemas.microsoft.com/office/drawing/2014/main" id="{9E3C847F-7589-470C-96C8-D70292CD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Delete a Saved Conversation [1]</a:t>
            </a:r>
          </a:p>
        </p:txBody>
      </p:sp>
      <p:sp>
        <p:nvSpPr>
          <p:cNvPr id="3" name="c3-text-103">
            <a:extLst xmlns:a="http://schemas.openxmlformats.org/drawingml/2006/main">
              <a:ext uri="{FF2B5EF4-FFF2-40B4-BE49-F238E27FC236}">
                <a16:creationId xmlns:a16="http://schemas.microsoft.com/office/drawing/2014/main" id="{7E97BE55-A88C-432E-9217-96FE56BA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02</a:t>
            </a:r>
          </a:p>
        </p:txBody>
      </p:sp>
      <p:sp>
        <p:nvSpPr>
          <p:cNvPr id="4" name="c3-shape-104">
            <a:extLst xmlns:a="http://schemas.openxmlformats.org/drawingml/2006/main">
              <a:ext uri="{FF2B5EF4-FFF2-40B4-BE49-F238E27FC236}">
                <a16:creationId xmlns:a16="http://schemas.microsoft.com/office/drawing/2014/main" id="{0A38B691-CC76-4DEB-A0D5-6C66D8C6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79248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0D1421"/>
          </a:solidFill>
          <a:ln xmlns:a="http://schemas.openxmlformats.org/drawingml/2006/main" w="9525">
            <a:solidFill>
              <a:srgbClr val="30415D"/>
            </a:solidFill>
          </a:ln>
        </p:spPr>
      </p:sp>
      <p:sp>
        <p:nvSpPr>
          <p:cNvPr id="5" name="c3-text-105">
            <a:extLst xmlns:a="http://schemas.openxmlformats.org/drawingml/2006/main">
              <a:ext uri="{FF2B5EF4-FFF2-40B4-BE49-F238E27FC236}">
                <a16:creationId xmlns:a16="http://schemas.microsoft.com/office/drawing/2014/main" id="{E7517BD4-1FE3-4266-8E48-C1720E4F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75819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saver.</a:t>
            </a:r>
            <a:r>
              <a:rPr sz="150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delete_thread</a:t>
            </a: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500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"lea"</a:t>
            </a: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defRPr sz="150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(memory_graph.</a:t>
            </a:r>
            <a:r>
              <a:rPr sz="150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get_state</a:t>
            </a: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(lea).values)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75938C"/>
                </a:solidFill>
                <a:latin typeface="Consolas"/>
                <a:ea typeface="Consolas"/>
                <a:cs typeface="Consolas"/>
              </a:rPr>
              <a:t># The next call starts a new conversation.</a:t>
            </a:r>
          </a:p>
          <a:p xmlns:a="http://schemas.openxmlformats.org/drawingml/2006/main">
            <a:pPr>
              <a:defRPr sz="150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result = memory_graph.</a:t>
            </a:r>
            <a:r>
              <a:rPr sz="150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invoke</a:t>
            </a: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</a:t>
            </a:r>
          </a:p>
          <a:p xmlns:a="http://schemas.openxmlformats.org/drawingml/2006/main">
            <a:pPr>
              <a:defRPr sz="150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{</a:t>
            </a:r>
            <a:r>
              <a:rPr sz="1500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"messages"</a:t>
            </a: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: [</a:t>
            </a:r>
            <a:r>
              <a:rPr sz="150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HumanMessage</a:t>
            </a: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500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"What is my name?"</a:t>
            </a: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)]}, lea)</a:t>
            </a:r>
          </a:p>
        </p:txBody>
      </p:sp>
      <p:sp>
        <p:nvSpPr>
          <p:cNvPr id="6" name="c3-text-106">
            <a:extLst xmlns:a="http://schemas.openxmlformats.org/drawingml/2006/main">
              <a:ext uri="{FF2B5EF4-FFF2-40B4-BE49-F238E27FC236}">
                <a16:creationId xmlns:a16="http://schemas.microsoft.com/office/drawing/2014/main" id="{17A64D1A-126E-4808-B929-52925671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792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Delete one thread. Other conversations keep their state.</a:t>
            </a:r>
          </a:p>
        </p:txBody>
      </p:sp>
      <p:sp>
        <p:nvSpPr>
          <p:cNvPr id="7" name="c3-text-243">
            <a:extLst xmlns:a="http://schemas.openxmlformats.org/drawingml/2006/main">
              <a:ext uri="{FF2B5EF4-FFF2-40B4-BE49-F238E27FC236}">
                <a16:creationId xmlns:a16="http://schemas.microsoft.com/office/drawing/2014/main" id="{88FD372C-6AF9-4493-B748-010A9B75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286488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3-text-107">
            <a:extLst xmlns:a="http://schemas.openxmlformats.org/drawingml/2006/main">
              <a:ext uri="{FF2B5EF4-FFF2-40B4-BE49-F238E27FC236}">
                <a16:creationId xmlns:a16="http://schemas.microsoft.com/office/drawing/2014/main" id="{8FC4CE8D-9677-46F3-ABE0-B10C9479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108">
            <a:extLst xmlns:a="http://schemas.openxmlformats.org/drawingml/2006/main">
              <a:ext uri="{FF2B5EF4-FFF2-40B4-BE49-F238E27FC236}">
                <a16:creationId xmlns:a16="http://schemas.microsoft.com/office/drawing/2014/main" id="{AB48FD30-BA0E-4CEB-BCA6-C0FE340A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 Rolling Buffer [3]</a:t>
            </a:r>
          </a:p>
        </p:txBody>
      </p:sp>
      <p:sp>
        <p:nvSpPr>
          <p:cNvPr id="3" name="c3-text-109">
            <a:extLst xmlns:a="http://schemas.openxmlformats.org/drawingml/2006/main">
              <a:ext uri="{FF2B5EF4-FFF2-40B4-BE49-F238E27FC236}">
                <a16:creationId xmlns:a16="http://schemas.microsoft.com/office/drawing/2014/main" id="{1B02F7FF-52DE-42C2-A5B9-D49DDEC7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02</a:t>
            </a:r>
          </a:p>
        </p:txBody>
      </p:sp>
      <p:sp>
        <p:nvSpPr>
          <p:cNvPr id="4" name="c3-shape-110">
            <a:extLst xmlns:a="http://schemas.openxmlformats.org/drawingml/2006/main">
              <a:ext uri="{FF2B5EF4-FFF2-40B4-BE49-F238E27FC236}">
                <a16:creationId xmlns:a16="http://schemas.microsoft.com/office/drawing/2014/main" id="{998EC4D4-B83B-4854-A5FB-8BCF44BD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79248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1421"/>
          </a:solidFill>
          <a:ln xmlns:a="http://schemas.openxmlformats.org/drawingml/2006/main" w="9525">
            <a:solidFill>
              <a:srgbClr val="30415D"/>
            </a:solidFill>
          </a:ln>
        </p:spPr>
      </p:sp>
      <p:sp>
        <p:nvSpPr>
          <p:cNvPr id="5" name="c3-text-111">
            <a:extLst xmlns:a="http://schemas.openxmlformats.org/drawingml/2006/main">
              <a:ext uri="{FF2B5EF4-FFF2-40B4-BE49-F238E27FC236}">
                <a16:creationId xmlns:a16="http://schemas.microsoft.com/office/drawing/2014/main" id="{8C6DFF2E-6237-4CB4-915A-65C8D592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75819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7B983"/>
                </a:solidFill>
                <a:latin typeface="Consolas"/>
                <a:ea typeface="Consolas"/>
                <a:cs typeface="Consolas"/>
              </a:rPr>
              <a:t>MAX_MESSAGES</a:t>
            </a: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500" b="0">
                <a:solidFill>
                  <a:srgbClr val="E7B983"/>
                </a:solidFill>
                <a:latin typeface="Consolas"/>
                <a:ea typeface="Consolas"/>
                <a:cs typeface="Consolas"/>
              </a:rPr>
              <a:t>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CBA6F7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50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buffered_chatbot</a:t>
            </a: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(state: MessagesState):</a:t>
            </a:r>
          </a:p>
          <a:p xmlns:a="http://schemas.openxmlformats.org/drawingml/2006/main">
            <a:pPr>
              <a:defRPr sz="150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recent = state[</a:t>
            </a:r>
            <a:r>
              <a:rPr sz="1500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"messages"</a:t>
            </a: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][-</a:t>
            </a:r>
            <a:r>
              <a:rPr sz="1500" b="0">
                <a:solidFill>
                  <a:srgbClr val="E7B983"/>
                </a:solidFill>
                <a:latin typeface="Consolas"/>
                <a:ea typeface="Consolas"/>
                <a:cs typeface="Consolas"/>
              </a:rPr>
              <a:t>MAX_MESSAGES</a:t>
            </a: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:]</a:t>
            </a:r>
          </a:p>
          <a:p xmlns:a="http://schemas.openxmlformats.org/drawingml/2006/main">
            <a:pPr>
              <a:defRPr sz="150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reply = llm.</a:t>
            </a:r>
            <a:r>
              <a:rPr sz="150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invoke</a:t>
            </a: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(prompt.</a:t>
            </a:r>
            <a:r>
              <a:rPr sz="150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format_messages</a:t>
            </a: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(messages=recent))</a:t>
            </a:r>
          </a:p>
          <a:p xmlns:a="http://schemas.openxmlformats.org/drawingml/2006/main">
            <a:pPr>
              <a:defRPr sz="150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500" b="0">
                <a:solidFill>
                  <a:srgbClr val="CBA6F7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{</a:t>
            </a:r>
            <a:r>
              <a:rPr sz="1500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"messages"</a:t>
            </a:r>
            <a:r>
              <a:rPr sz="15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: [reply]}</a:t>
            </a:r>
          </a:p>
        </p:txBody>
      </p:sp>
      <p:sp>
        <p:nvSpPr>
          <p:cNvPr id="6" name="c3-shape-112">
            <a:extLst xmlns:a="http://schemas.openxmlformats.org/drawingml/2006/main">
              <a:ext uri="{FF2B5EF4-FFF2-40B4-BE49-F238E27FC236}">
                <a16:creationId xmlns:a16="http://schemas.microsoft.com/office/drawing/2014/main" id="{157FDF00-89B2-4723-9CF5-615CF653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9248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7" name="c3-text-113">
            <a:extLst xmlns:a="http://schemas.openxmlformats.org/drawingml/2006/main">
              <a:ext uri="{FF2B5EF4-FFF2-40B4-BE49-F238E27FC236}">
                <a16:creationId xmlns:a16="http://schemas.microsoft.com/office/drawing/2014/main" id="{727BA6FB-106B-4F5A-9772-680E9E79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76725"/>
            <a:ext cx="7543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state keeps everything; the model sees only the latest messages.</a:t>
            </a:r>
          </a:p>
        </p:txBody>
      </p:sp>
      <p:sp>
        <p:nvSpPr>
          <p:cNvPr id="8" name="c3-text-244">
            <a:extLst xmlns:a="http://schemas.openxmlformats.org/drawingml/2006/main">
              <a:ext uri="{FF2B5EF4-FFF2-40B4-BE49-F238E27FC236}">
                <a16:creationId xmlns:a16="http://schemas.microsoft.com/office/drawing/2014/main" id="{7FC3572E-6FD3-47EF-A5F3-70A90CF7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507498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c3-text-114">
            <a:extLst xmlns:a="http://schemas.openxmlformats.org/drawingml/2006/main">
              <a:ext uri="{FF2B5EF4-FFF2-40B4-BE49-F238E27FC236}">
                <a16:creationId xmlns:a16="http://schemas.microsoft.com/office/drawing/2014/main" id="{653DD21C-6DE5-48E7-B6B3-A440CCFB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115">
            <a:extLst xmlns:a="http://schemas.openxmlformats.org/drawingml/2006/main">
              <a:ext uri="{FF2B5EF4-FFF2-40B4-BE49-F238E27FC236}">
                <a16:creationId xmlns:a16="http://schemas.microsoft.com/office/drawing/2014/main" id="{EFA091B4-A475-44B2-AACF-C9EBA449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Exercise: Two Visitors</a:t>
            </a:r>
          </a:p>
        </p:txBody>
      </p:sp>
      <p:sp>
        <p:nvSpPr>
          <p:cNvPr id="3" name="c3-text-116">
            <a:extLst xmlns:a="http://schemas.openxmlformats.org/drawingml/2006/main">
              <a:ext uri="{FF2B5EF4-FFF2-40B4-BE49-F238E27FC236}">
                <a16:creationId xmlns:a16="http://schemas.microsoft.com/office/drawing/2014/main" id="{5879ED26-23A9-4C5E-97B1-7ACB596D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02</a:t>
            </a:r>
          </a:p>
        </p:txBody>
      </p:sp>
      <p:sp>
        <p:nvSpPr>
          <p:cNvPr id="4" name="c3-shape-117">
            <a:extLst xmlns:a="http://schemas.openxmlformats.org/drawingml/2006/main">
              <a:ext uri="{FF2B5EF4-FFF2-40B4-BE49-F238E27FC236}">
                <a16:creationId xmlns:a16="http://schemas.microsoft.com/office/drawing/2014/main" id="{D8B6CC81-F9B4-42DC-AC0E-822F0FC1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771900" cy="21526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5" name="c3-shape-118">
            <a:extLst xmlns:a="http://schemas.openxmlformats.org/drawingml/2006/main">
              <a:ext uri="{FF2B5EF4-FFF2-40B4-BE49-F238E27FC236}">
                <a16:creationId xmlns:a16="http://schemas.microsoft.com/office/drawing/2014/main" id="{B873FAA5-0495-4B41-B491-841E0150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8117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06B"/>
          </a:solidFill>
          <a:ln xmlns:a="http://schemas.openxmlformats.org/drawingml/2006/main" w="9525">
            <a:solidFill>
              <a:srgbClr val="D9A06B"/>
            </a:solidFill>
          </a:ln>
        </p:spPr>
      </p:sp>
      <p:sp>
        <p:nvSpPr>
          <p:cNvPr id="6" name="c3-text-119">
            <a:extLst xmlns:a="http://schemas.openxmlformats.org/drawingml/2006/main">
              <a:ext uri="{FF2B5EF4-FFF2-40B4-BE49-F238E27FC236}">
                <a16:creationId xmlns:a16="http://schemas.microsoft.com/office/drawing/2014/main" id="{9C014189-BE86-47D9-977E-ECFBE483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7642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Two threads</a:t>
            </a:r>
          </a:p>
        </p:txBody>
      </p:sp>
      <p:sp>
        <p:nvSpPr>
          <p:cNvPr id="7" name="c3-text-120">
            <a:extLst xmlns:a="http://schemas.openxmlformats.org/drawingml/2006/main">
              <a:ext uri="{FF2B5EF4-FFF2-40B4-BE49-F238E27FC236}">
                <a16:creationId xmlns:a16="http://schemas.microsoft.com/office/drawing/2014/main" id="{B0D85E04-BA63-46A2-8E7B-DD2D0FA7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19325"/>
            <a:ext cx="3390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Lea likes green, Marco likes blue.</a:t>
            </a:r>
          </a:p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Alternate between their threads.</a:t>
            </a:r>
          </a:p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Ask each colour back.</a:t>
            </a:r>
          </a:p>
        </p:txBody>
      </p:sp>
      <p:sp>
        <p:nvSpPr>
          <p:cNvPr id="8" name="c3-shape-121">
            <a:extLst xmlns:a="http://schemas.openxmlformats.org/drawingml/2006/main">
              <a:ext uri="{FF2B5EF4-FFF2-40B4-BE49-F238E27FC236}">
                <a16:creationId xmlns:a16="http://schemas.microsoft.com/office/drawing/2014/main" id="{FDCC745E-13CB-41C4-ACC2-30CDC712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19250"/>
            <a:ext cx="3771900" cy="21526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9" name="c3-shape-122">
            <a:extLst xmlns:a="http://schemas.openxmlformats.org/drawingml/2006/main">
              <a:ext uri="{FF2B5EF4-FFF2-40B4-BE49-F238E27FC236}">
                <a16:creationId xmlns:a16="http://schemas.microsoft.com/office/drawing/2014/main" id="{74215563-781B-4B02-8DD5-FAF16D18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8117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0" name="c3-text-123">
            <a:extLst xmlns:a="http://schemas.openxmlformats.org/drawingml/2006/main">
              <a:ext uri="{FF2B5EF4-FFF2-40B4-BE49-F238E27FC236}">
                <a16:creationId xmlns:a16="http://schemas.microsoft.com/office/drawing/2014/main" id="{9D95EFA0-FB9C-4164-8207-6774AA95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7642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A short buffer</a:t>
            </a:r>
          </a:p>
        </p:txBody>
      </p:sp>
      <p:sp>
        <p:nvSpPr>
          <p:cNvPr id="11" name="c3-text-124">
            <a:extLst xmlns:a="http://schemas.openxmlformats.org/drawingml/2006/main">
              <a:ext uri="{FF2B5EF4-FFF2-40B4-BE49-F238E27FC236}">
                <a16:creationId xmlns:a16="http://schemas.microsoft.com/office/drawing/2014/main" id="{A2AA2314-2CED-46DD-BA29-150D981E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19325"/>
            <a:ext cx="3390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Set MAX_MESSAGES = 2.</a:t>
            </a:r>
          </a:p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Inspect the recent messages.</a:t>
            </a:r>
          </a:p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Compare with the saved state.</a:t>
            </a:r>
          </a:p>
        </p:txBody>
      </p:sp>
      <p:sp>
        <p:nvSpPr>
          <p:cNvPr id="12" name="c3-text-125">
            <a:hlinkClick xmlns:r="http://schemas.openxmlformats.org/officeDocument/2006/relationships" xmlns:a="http://schemas.openxmlformats.org/drawingml/2006/main" r:id="R6ba5f7881935479b"/>
            <a:extLst xmlns:a="http://schemas.openxmlformats.org/drawingml/2006/main">
              <a:ext uri="{FF2B5EF4-FFF2-40B4-BE49-F238E27FC236}">
                <a16:creationId xmlns:a16="http://schemas.microsoft.com/office/drawing/2014/main" id="{42469730-F7A6-4B4D-B14A-99870AD8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7924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Open 01_memory.ipynb: 4. A rolling buffer + exercise</a:t>
            </a:r>
          </a:p>
        </p:txBody>
      </p:sp>
      <p:sp>
        <p:nvSpPr>
          <p:cNvPr id="13" name="c3-text-245">
            <a:extLst xmlns:a="http://schemas.openxmlformats.org/drawingml/2006/main">
              <a:ext uri="{FF2B5EF4-FFF2-40B4-BE49-F238E27FC236}">
                <a16:creationId xmlns:a16="http://schemas.microsoft.com/office/drawing/2014/main" id="{0987FD28-BC57-4D41-8179-093C0C18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547550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c3-text-126">
            <a:extLst xmlns:a="http://schemas.openxmlformats.org/drawingml/2006/main">
              <a:ext uri="{FF2B5EF4-FFF2-40B4-BE49-F238E27FC236}">
                <a16:creationId xmlns:a16="http://schemas.microsoft.com/office/drawing/2014/main" id="{D0093002-6D84-4F5F-89F9-94C25ABC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127">
            <a:extLst xmlns:a="http://schemas.openxmlformats.org/drawingml/2006/main">
              <a:ext uri="{FF2B5EF4-FFF2-40B4-BE49-F238E27FC236}">
                <a16:creationId xmlns:a16="http://schemas.microsoft.com/office/drawing/2014/main" id="{02A2BF04-29EB-4D09-9111-9AC9C3AC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Same Graph in the Avatar</a:t>
            </a:r>
          </a:p>
        </p:txBody>
      </p:sp>
      <p:sp>
        <p:nvSpPr>
          <p:cNvPr id="3" name="c3-text-128">
            <a:extLst xmlns:a="http://schemas.openxmlformats.org/drawingml/2006/main">
              <a:ext uri="{FF2B5EF4-FFF2-40B4-BE49-F238E27FC236}">
                <a16:creationId xmlns:a16="http://schemas.microsoft.com/office/drawing/2014/main" id="{F101BE2C-B293-4ACD-8B6B-85FB3A09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02</a:t>
            </a:r>
          </a:p>
        </p:txBody>
      </p:sp>
      <p:sp>
        <p:nvSpPr>
          <p:cNvPr id="4" name="c3-shape-129">
            <a:extLst xmlns:a="http://schemas.openxmlformats.org/drawingml/2006/main">
              <a:ext uri="{FF2B5EF4-FFF2-40B4-BE49-F238E27FC236}">
                <a16:creationId xmlns:a16="http://schemas.microsoft.com/office/drawing/2014/main" id="{6A7B1FCE-55B3-414E-96BA-B060D32F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37719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5" name="c3-shape-130">
            <a:extLst xmlns:a="http://schemas.openxmlformats.org/drawingml/2006/main">
              <a:ext uri="{FF2B5EF4-FFF2-40B4-BE49-F238E27FC236}">
                <a16:creationId xmlns:a16="http://schemas.microsoft.com/office/drawing/2014/main" id="{D0475432-0B39-4A55-88CF-B6386CB1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06B"/>
          </a:solidFill>
          <a:ln xmlns:a="http://schemas.openxmlformats.org/drawingml/2006/main" w="9525">
            <a:solidFill>
              <a:srgbClr val="D9A06B"/>
            </a:solidFill>
          </a:ln>
        </p:spPr>
      </p:sp>
      <p:sp>
        <p:nvSpPr>
          <p:cNvPr id="6" name="c3-text-131">
            <a:extLst xmlns:a="http://schemas.openxmlformats.org/drawingml/2006/main">
              <a:ext uri="{FF2B5EF4-FFF2-40B4-BE49-F238E27FC236}">
                <a16:creationId xmlns:a16="http://schemas.microsoft.com/office/drawing/2014/main" id="{F35D0EBD-DF48-4E4C-BA1C-20A7B498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Notebook</a:t>
            </a:r>
          </a:p>
        </p:txBody>
      </p:sp>
      <p:sp>
        <p:nvSpPr>
          <p:cNvPr id="7" name="c3-text-132">
            <a:extLst xmlns:a="http://schemas.openxmlformats.org/drawingml/2006/main">
              <a:ext uri="{FF2B5EF4-FFF2-40B4-BE49-F238E27FC236}">
                <a16:creationId xmlns:a16="http://schemas.microsoft.com/office/drawing/2014/main" id="{D390F634-D55B-43AF-9226-7D632F7E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33909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Messages in state.</a:t>
            </a:r>
          </a:p>
          <a:p xmlns:a="http://schemas.openxmlformats.org/drawingml/2006/main"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 checkpointer saves each thread.</a:t>
            </a:r>
          </a:p>
          <a:p xmlns:a="http://schemas.openxmlformats.org/drawingml/2006/main"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model returns text.</a:t>
            </a:r>
          </a:p>
        </p:txBody>
      </p:sp>
      <p:sp>
        <p:nvSpPr>
          <p:cNvPr id="8" name="c3-shape-133">
            <a:extLst xmlns:a="http://schemas.openxmlformats.org/drawingml/2006/main">
              <a:ext uri="{FF2B5EF4-FFF2-40B4-BE49-F238E27FC236}">
                <a16:creationId xmlns:a16="http://schemas.microsoft.com/office/drawing/2014/main" id="{F4ABBFDD-0AA2-4AC2-811A-75E39A50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71625"/>
            <a:ext cx="37719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9" name="c3-shape-134">
            <a:extLst xmlns:a="http://schemas.openxmlformats.org/drawingml/2006/main">
              <a:ext uri="{FF2B5EF4-FFF2-40B4-BE49-F238E27FC236}">
                <a16:creationId xmlns:a16="http://schemas.microsoft.com/office/drawing/2014/main" id="{53384B0B-CA26-4D77-9175-67E28B0D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33550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0" name="c3-text-135">
            <a:extLst xmlns:a="http://schemas.openxmlformats.org/drawingml/2006/main">
              <a:ext uri="{FF2B5EF4-FFF2-40B4-BE49-F238E27FC236}">
                <a16:creationId xmlns:a16="http://schemas.microsoft.com/office/drawing/2014/main" id="{46E408F8-563E-4D86-A9F6-53C3EDC4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2880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Avatar agent</a:t>
            </a:r>
          </a:p>
        </p:txBody>
      </p:sp>
      <p:sp>
        <p:nvSpPr>
          <p:cNvPr id="11" name="c3-text-136">
            <a:extLst xmlns:a="http://schemas.openxmlformats.org/drawingml/2006/main">
              <a:ext uri="{FF2B5EF4-FFF2-40B4-BE49-F238E27FC236}">
                <a16:creationId xmlns:a16="http://schemas.microsoft.com/office/drawing/2014/main" id="{48C9F5C9-DB6D-4B4E-96D8-213100DA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71700"/>
            <a:ext cx="33909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Keep the same memory.</a:t>
            </a:r>
          </a:p>
          <a:p xmlns:a="http://schemas.openxmlformats.org/drawingml/2006/main"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Return ModelReply for speech, emotion, expression and gesture.</a:t>
            </a:r>
          </a:p>
        </p:txBody>
      </p:sp>
      <p:sp>
        <p:nvSpPr>
          <p:cNvPr id="12" name="c3-text-137">
            <a:hlinkClick xmlns:r="http://schemas.openxmlformats.org/officeDocument/2006/relationships" xmlns:a="http://schemas.openxmlformats.org/drawingml/2006/main" r:id="R3ef1947896184df5"/>
            <a:extLst xmlns:a="http://schemas.openxmlformats.org/drawingml/2006/main">
              <a:ext uri="{FF2B5EF4-FFF2-40B4-BE49-F238E27FC236}">
                <a16:creationId xmlns:a16="http://schemas.microsoft.com/office/drawing/2014/main" id="{3D64406C-AD4E-4180-B80E-F27CEA2A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924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575" b="0" u="sng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Open agents/Module_2/Chapter_02/langgraph_avatar_agent.py</a:t>
            </a:r>
          </a:p>
        </p:txBody>
      </p:sp>
      <p:sp>
        <p:nvSpPr>
          <p:cNvPr id="13" name="c3-text-246">
            <a:extLst xmlns:a="http://schemas.openxmlformats.org/drawingml/2006/main">
              <a:ext uri="{FF2B5EF4-FFF2-40B4-BE49-F238E27FC236}">
                <a16:creationId xmlns:a16="http://schemas.microsoft.com/office/drawing/2014/main" id="{E40FEDD3-309B-4CDD-A9E5-940C933B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61508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3-text-138">
            <a:extLst xmlns:a="http://schemas.openxmlformats.org/drawingml/2006/main">
              <a:ext uri="{FF2B5EF4-FFF2-40B4-BE49-F238E27FC236}">
                <a16:creationId xmlns:a16="http://schemas.microsoft.com/office/drawing/2014/main" id="{EDB86407-AA55-48A5-AD8F-E9A0970B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139">
            <a:extLst xmlns:a="http://schemas.openxmlformats.org/drawingml/2006/main">
              <a:ext uri="{FF2B5EF4-FFF2-40B4-BE49-F238E27FC236}">
                <a16:creationId xmlns:a16="http://schemas.microsoft.com/office/drawing/2014/main" id="{7B5AFA6C-D190-48A4-B858-591C8930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State: Messages and Reply [2]</a:t>
            </a:r>
          </a:p>
        </p:txBody>
      </p:sp>
      <p:sp>
        <p:nvSpPr>
          <p:cNvPr id="3" name="c3-text-140">
            <a:extLst xmlns:a="http://schemas.openxmlformats.org/drawingml/2006/main">
              <a:ext uri="{FF2B5EF4-FFF2-40B4-BE49-F238E27FC236}">
                <a16:creationId xmlns:a16="http://schemas.microsoft.com/office/drawing/2014/main" id="{FB903E8F-E7F8-4BF9-80DB-80A12A2C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02</a:t>
            </a:r>
          </a:p>
        </p:txBody>
      </p:sp>
      <p:sp>
        <p:nvSpPr>
          <p:cNvPr id="4" name="c3-shape-141">
            <a:extLst xmlns:a="http://schemas.openxmlformats.org/drawingml/2006/main">
              <a:ext uri="{FF2B5EF4-FFF2-40B4-BE49-F238E27FC236}">
                <a16:creationId xmlns:a16="http://schemas.microsoft.com/office/drawing/2014/main" id="{AFE5FD70-AC29-4A8E-8B93-89848BE1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79248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D1421"/>
          </a:solidFill>
          <a:ln xmlns:a="http://schemas.openxmlformats.org/drawingml/2006/main" w="9525">
            <a:solidFill>
              <a:srgbClr val="30415D"/>
            </a:solidFill>
          </a:ln>
        </p:spPr>
      </p:sp>
      <p:sp>
        <p:nvSpPr>
          <p:cNvPr id="5" name="c3-text-142">
            <a:extLst xmlns:a="http://schemas.openxmlformats.org/drawingml/2006/main">
              <a:ext uri="{FF2B5EF4-FFF2-40B4-BE49-F238E27FC236}">
                <a16:creationId xmlns:a16="http://schemas.microsoft.com/office/drawing/2014/main" id="{81274C32-4BEA-46E9-B95C-3E21E995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758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CBA6F7"/>
                </a:solidFill>
                <a:latin typeface="Consolas"/>
                <a:ea typeface="Consolas"/>
                <a:cs typeface="Consolas"/>
              </a:rPr>
              <a:t>class</a:t>
            </a:r>
            <a:r>
              <a:rPr sz="18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0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AvatarState</a:t>
            </a:r>
            <a:r>
              <a:rPr sz="18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(MessagesState):</a:t>
            </a:r>
          </a:p>
          <a:p xmlns:a="http://schemas.openxmlformats.org/drawingml/2006/main">
            <a:pPr>
              <a:defRPr sz="180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reply: dict</a:t>
            </a:r>
          </a:p>
        </p:txBody>
      </p:sp>
      <p:sp>
        <p:nvSpPr>
          <p:cNvPr id="6" name="c3-shape-143">
            <a:extLst xmlns:a="http://schemas.openxmlformats.org/drawingml/2006/main">
              <a:ext uri="{FF2B5EF4-FFF2-40B4-BE49-F238E27FC236}">
                <a16:creationId xmlns:a16="http://schemas.microsoft.com/office/drawing/2014/main" id="{ECAB3E6B-1471-4E28-AA92-DC4DE142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37719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7" name="c3-shape-144">
            <a:extLst xmlns:a="http://schemas.openxmlformats.org/drawingml/2006/main">
              <a:ext uri="{FF2B5EF4-FFF2-40B4-BE49-F238E27FC236}">
                <a16:creationId xmlns:a16="http://schemas.microsoft.com/office/drawing/2014/main" id="{FE6B0FDD-EC2B-4951-8122-41F8D74A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4322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06B"/>
          </a:solidFill>
          <a:ln xmlns:a="http://schemas.openxmlformats.org/drawingml/2006/main" w="9525">
            <a:solidFill>
              <a:srgbClr val="D9A06B"/>
            </a:solidFill>
          </a:ln>
        </p:spPr>
      </p:sp>
      <p:sp>
        <p:nvSpPr>
          <p:cNvPr id="8" name="c3-text-145">
            <a:extLst xmlns:a="http://schemas.openxmlformats.org/drawingml/2006/main">
              <a:ext uri="{FF2B5EF4-FFF2-40B4-BE49-F238E27FC236}">
                <a16:creationId xmlns:a16="http://schemas.microsoft.com/office/drawing/2014/main" id="{AD6AC854-9EE4-4699-8ECF-DF6EEAD4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384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messages</a:t>
            </a:r>
          </a:p>
        </p:txBody>
      </p:sp>
      <p:sp>
        <p:nvSpPr>
          <p:cNvPr id="9" name="c3-text-146">
            <a:extLst xmlns:a="http://schemas.openxmlformats.org/drawingml/2006/main">
              <a:ext uri="{FF2B5EF4-FFF2-40B4-BE49-F238E27FC236}">
                <a16:creationId xmlns:a16="http://schemas.microsoft.com/office/drawing/2014/main" id="{9236E993-7384-4E71-B000-6A0C7053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81375"/>
            <a:ext cx="3390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conversation, appended by the reducer.</a:t>
            </a:r>
          </a:p>
          <a:p xmlns:a="http://schemas.openxmlformats.org/drawingml/2006/main">
            <a:pPr>
              <a:defRPr sz="15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Only the spoken text is stored.</a:t>
            </a:r>
          </a:p>
        </p:txBody>
      </p:sp>
      <p:sp>
        <p:nvSpPr>
          <p:cNvPr id="10" name="c3-shape-147">
            <a:extLst xmlns:a="http://schemas.openxmlformats.org/drawingml/2006/main">
              <a:ext uri="{FF2B5EF4-FFF2-40B4-BE49-F238E27FC236}">
                <a16:creationId xmlns:a16="http://schemas.microsoft.com/office/drawing/2014/main" id="{13D09DBD-1294-4CFA-AB32-6185C6B0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81300"/>
            <a:ext cx="37719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1" name="c3-shape-148">
            <a:extLst xmlns:a="http://schemas.openxmlformats.org/drawingml/2006/main">
              <a:ext uri="{FF2B5EF4-FFF2-40B4-BE49-F238E27FC236}">
                <a16:creationId xmlns:a16="http://schemas.microsoft.com/office/drawing/2014/main" id="{AB9343E5-5C0A-4611-901E-D81C5B20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4322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2" name="c3-text-149">
            <a:extLst xmlns:a="http://schemas.openxmlformats.org/drawingml/2006/main">
              <a:ext uri="{FF2B5EF4-FFF2-40B4-BE49-F238E27FC236}">
                <a16:creationId xmlns:a16="http://schemas.microsoft.com/office/drawing/2014/main" id="{6A4BBB10-69B4-4E6F-9EA4-D96A9EFB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384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reply</a:t>
            </a:r>
          </a:p>
        </p:txBody>
      </p:sp>
      <p:sp>
        <p:nvSpPr>
          <p:cNvPr id="13" name="c3-text-150">
            <a:extLst xmlns:a="http://schemas.openxmlformats.org/drawingml/2006/main">
              <a:ext uri="{FF2B5EF4-FFF2-40B4-BE49-F238E27FC236}">
                <a16:creationId xmlns:a16="http://schemas.microsoft.com/office/drawing/2014/main" id="{7BA16845-269D-4A92-97DD-943B5BDA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81375"/>
            <a:ext cx="3390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full ModelReply:</a:t>
            </a:r>
          </a:p>
          <a:p xmlns:a="http://schemas.openxmlformats.org/drawingml/2006/main">
            <a:pPr>
              <a:defRPr sz="15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speech and avatar behaviour.</a:t>
            </a:r>
          </a:p>
        </p:txBody>
      </p:sp>
      <p:sp>
        <p:nvSpPr>
          <p:cNvPr id="14" name="c3-text-247">
            <a:extLst xmlns:a="http://schemas.openxmlformats.org/drawingml/2006/main">
              <a:ext uri="{FF2B5EF4-FFF2-40B4-BE49-F238E27FC236}">
                <a16:creationId xmlns:a16="http://schemas.microsoft.com/office/drawing/2014/main" id="{9397CC47-E729-432A-AD62-3ACB8BC1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4852030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3-text-151">
            <a:extLst xmlns:a="http://schemas.openxmlformats.org/drawingml/2006/main">
              <a:ext uri="{FF2B5EF4-FFF2-40B4-BE49-F238E27FC236}">
                <a16:creationId xmlns:a16="http://schemas.microsoft.com/office/drawing/2014/main" id="{22AA62AC-5C16-4EF5-A29E-E9F7E069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152">
            <a:extLst xmlns:a="http://schemas.openxmlformats.org/drawingml/2006/main">
              <a:ext uri="{FF2B5EF4-FFF2-40B4-BE49-F238E27FC236}">
                <a16:creationId xmlns:a16="http://schemas.microsoft.com/office/drawing/2014/main" id="{08FC71DD-8B1D-4868-B2FC-765F723C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respond Node [4]</a:t>
            </a:r>
          </a:p>
        </p:txBody>
      </p:sp>
      <p:sp>
        <p:nvSpPr>
          <p:cNvPr id="3" name="c3-text-153">
            <a:extLst xmlns:a="http://schemas.openxmlformats.org/drawingml/2006/main">
              <a:ext uri="{FF2B5EF4-FFF2-40B4-BE49-F238E27FC236}">
                <a16:creationId xmlns:a16="http://schemas.microsoft.com/office/drawing/2014/main" id="{91503D55-FF68-4B10-B94B-F87F7FFA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02</a:t>
            </a:r>
          </a:p>
        </p:txBody>
      </p:sp>
      <p:sp>
        <p:nvSpPr>
          <p:cNvPr id="4" name="c3-shape-154">
            <a:extLst xmlns:a="http://schemas.openxmlformats.org/drawingml/2006/main">
              <a:ext uri="{FF2B5EF4-FFF2-40B4-BE49-F238E27FC236}">
                <a16:creationId xmlns:a16="http://schemas.microsoft.com/office/drawing/2014/main" id="{B7A592EB-6DF6-4B1C-B21E-348B75E5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792480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0D1421"/>
          </a:solidFill>
          <a:ln xmlns:a="http://schemas.openxmlformats.org/drawingml/2006/main" w="9525">
            <a:solidFill>
              <a:srgbClr val="30415D"/>
            </a:solidFill>
          </a:ln>
        </p:spPr>
      </p:sp>
      <p:sp>
        <p:nvSpPr>
          <p:cNvPr id="5" name="c3-text-155">
            <a:extLst xmlns:a="http://schemas.openxmlformats.org/drawingml/2006/main">
              <a:ext uri="{FF2B5EF4-FFF2-40B4-BE49-F238E27FC236}">
                <a16:creationId xmlns:a16="http://schemas.microsoft.com/office/drawing/2014/main" id="{DB86CC4D-2986-4522-AE3F-B3081A91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75819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CBA6F7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35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respond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(state: AvatarState):</a:t>
            </a:r>
          </a:p>
          <a:p xmlns:a="http://schemas.openxmlformats.org/drawingml/2006/main">
            <a:pPr>
              <a:defRPr sz="13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current_time = datetime.</a:t>
            </a:r>
            <a:r>
              <a:rPr sz="135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now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().</a:t>
            </a:r>
            <a:r>
              <a:rPr sz="135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strftime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350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"%H:%M"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defRPr sz="13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answer = structured_client.</a:t>
            </a:r>
            <a:r>
              <a:rPr sz="135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invoke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</a:t>
            </a:r>
          </a:p>
          <a:p xmlns:a="http://schemas.openxmlformats.org/drawingml/2006/main">
            <a:pPr>
              <a:defRPr sz="13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    prompt.</a:t>
            </a:r>
            <a:r>
              <a:rPr sz="135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format_messages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</a:t>
            </a:r>
          </a:p>
          <a:p xmlns:a="http://schemas.openxmlformats.org/drawingml/2006/main">
            <a:pPr>
              <a:defRPr sz="13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        current_time=current_time,</a:t>
            </a:r>
          </a:p>
          <a:p xmlns:a="http://schemas.openxmlformats.org/drawingml/2006/main">
            <a:pPr>
              <a:defRPr sz="13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        messages=state[</a:t>
            </a:r>
            <a:r>
              <a:rPr sz="1350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"messages"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][-</a:t>
            </a:r>
            <a:r>
              <a:rPr sz="1350" b="0">
                <a:solidFill>
                  <a:srgbClr val="E7B983"/>
                </a:solidFill>
                <a:latin typeface="Consolas"/>
                <a:ea typeface="Consolas"/>
                <a:cs typeface="Consolas"/>
              </a:rPr>
              <a:t>MAX_MESSAGES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:]))</a:t>
            </a:r>
          </a:p>
          <a:p xmlns:a="http://schemas.openxmlformats.org/drawingml/2006/main">
            <a:pPr>
              <a:defRPr sz="13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350" b="0">
                <a:solidFill>
                  <a:srgbClr val="CBA6F7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{</a:t>
            </a:r>
            <a:r>
              <a:rPr sz="1350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"messages"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: [</a:t>
            </a:r>
            <a:r>
              <a:rPr sz="135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AIMessage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(answer.speech_text)],</a:t>
            </a:r>
          </a:p>
          <a:p xmlns:a="http://schemas.openxmlformats.org/drawingml/2006/main">
            <a:pPr>
              <a:defRPr sz="13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1350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"reply"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: answer.</a:t>
            </a:r>
            <a:r>
              <a:rPr sz="135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model_dump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()}</a:t>
            </a:r>
          </a:p>
        </p:txBody>
      </p:sp>
      <p:sp>
        <p:nvSpPr>
          <p:cNvPr id="6" name="c3-shape-156">
            <a:extLst xmlns:a="http://schemas.openxmlformats.org/drawingml/2006/main">
              <a:ext uri="{FF2B5EF4-FFF2-40B4-BE49-F238E27FC236}">
                <a16:creationId xmlns:a16="http://schemas.microsoft.com/office/drawing/2014/main" id="{C6B66BDE-5ED3-4A15-BA52-B35A95B0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9248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7" name="c3-text-157">
            <a:extLst xmlns:a="http://schemas.openxmlformats.org/drawingml/2006/main">
              <a:ext uri="{FF2B5EF4-FFF2-40B4-BE49-F238E27FC236}">
                <a16:creationId xmlns:a16="http://schemas.microsoft.com/office/drawing/2014/main" id="{BAA51420-D7CF-497A-8B52-8C884B76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76725"/>
            <a:ext cx="7543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Structured output from Module 1 + the rolling buffer we just built.</a:t>
            </a:r>
          </a:p>
        </p:txBody>
      </p:sp>
      <p:sp>
        <p:nvSpPr>
          <p:cNvPr id="8" name="c3-text-248">
            <a:extLst xmlns:a="http://schemas.openxmlformats.org/drawingml/2006/main">
              <a:ext uri="{FF2B5EF4-FFF2-40B4-BE49-F238E27FC236}">
                <a16:creationId xmlns:a16="http://schemas.microsoft.com/office/drawing/2014/main" id="{1E209FA9-0C59-42CA-BA50-59FF8C7E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87842405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3-text-158">
            <a:extLst xmlns:a="http://schemas.openxmlformats.org/drawingml/2006/main">
              <a:ext uri="{FF2B5EF4-FFF2-40B4-BE49-F238E27FC236}">
                <a16:creationId xmlns:a16="http://schemas.microsoft.com/office/drawing/2014/main" id="{0AA38790-3514-473D-9386-6F0E13D6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159">
            <a:extLst xmlns:a="http://schemas.openxmlformats.org/drawingml/2006/main">
              <a:ext uri="{FF2B5EF4-FFF2-40B4-BE49-F238E27FC236}">
                <a16:creationId xmlns:a16="http://schemas.microsoft.com/office/drawing/2014/main" id="{66709C0D-0EA4-4546-9D43-B215C531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Thread Lives in the Backend [1]</a:t>
            </a:r>
          </a:p>
        </p:txBody>
      </p:sp>
      <p:sp>
        <p:nvSpPr>
          <p:cNvPr id="3" name="c3-text-160">
            <a:extLst xmlns:a="http://schemas.openxmlformats.org/drawingml/2006/main">
              <a:ext uri="{FF2B5EF4-FFF2-40B4-BE49-F238E27FC236}">
                <a16:creationId xmlns:a16="http://schemas.microsoft.com/office/drawing/2014/main" id="{94B985AE-F085-4FA1-81C3-9E30CEE6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02</a:t>
            </a:r>
          </a:p>
        </p:txBody>
      </p:sp>
      <p:sp>
        <p:nvSpPr>
          <p:cNvPr id="4" name="c3-shape-161">
            <a:extLst xmlns:a="http://schemas.openxmlformats.org/drawingml/2006/main">
              <a:ext uri="{FF2B5EF4-FFF2-40B4-BE49-F238E27FC236}">
                <a16:creationId xmlns:a16="http://schemas.microsoft.com/office/drawing/2014/main" id="{6863F3EF-662E-406F-A675-753FD6B1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79248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1421"/>
          </a:solidFill>
          <a:ln xmlns:a="http://schemas.openxmlformats.org/drawingml/2006/main" w="9525">
            <a:solidFill>
              <a:srgbClr val="30415D"/>
            </a:solidFill>
          </a:ln>
        </p:spPr>
      </p:sp>
      <p:sp>
        <p:nvSpPr>
          <p:cNvPr id="5" name="c3-text-162">
            <a:extLst xmlns:a="http://schemas.openxmlformats.org/drawingml/2006/main">
              <a:ext uri="{FF2B5EF4-FFF2-40B4-BE49-F238E27FC236}">
                <a16:creationId xmlns:a16="http://schemas.microsoft.com/office/drawing/2014/main" id="{6FEF5C1C-D092-45A1-9F88-CDC781C9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75819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7B983"/>
                </a:solidFill>
                <a:latin typeface="Consolas"/>
                <a:ea typeface="Consolas"/>
                <a:cs typeface="Consolas"/>
              </a:rPr>
              <a:t>THREAD_ID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425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"avatar"</a:t>
            </a:r>
          </a:p>
          <a:p xmlns:a="http://schemas.openxmlformats.org/drawingml/2006/main">
            <a:pPr>
              <a:defRPr sz="1425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config = {</a:t>
            </a:r>
            <a:r>
              <a:rPr sz="1425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"configurable"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: {</a:t>
            </a:r>
            <a:r>
              <a:rPr sz="1425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"thread_id"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425" b="0">
                <a:solidFill>
                  <a:srgbClr val="E7B983"/>
                </a:solidFill>
                <a:latin typeface="Consolas"/>
                <a:ea typeface="Consolas"/>
                <a:cs typeface="Consolas"/>
              </a:rPr>
              <a:t>THREAD_ID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CBA6F7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25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response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(text: str) -&gt; AgentReply:</a:t>
            </a:r>
          </a:p>
          <a:p xmlns:a="http://schemas.openxmlformats.org/drawingml/2006/main">
            <a:pPr>
              <a:defRPr sz="1425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result = graph.</a:t>
            </a:r>
            <a:r>
              <a:rPr sz="1425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invoke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({</a:t>
            </a:r>
            <a:r>
              <a:rPr sz="1425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"messages"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: [</a:t>
            </a:r>
            <a:r>
              <a:rPr sz="1425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HumanMessage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(text)]}, config)</a:t>
            </a:r>
          </a:p>
          <a:p xmlns:a="http://schemas.openxmlformats.org/drawingml/2006/main">
            <a:pPr>
              <a:defRPr sz="1425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25" b="0">
                <a:solidFill>
                  <a:srgbClr val="CBA6F7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25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AgentReply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(**result[</a:t>
            </a:r>
            <a:r>
              <a:rPr sz="1425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"reply"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])</a:t>
            </a:r>
          </a:p>
        </p:txBody>
      </p:sp>
      <p:sp>
        <p:nvSpPr>
          <p:cNvPr id="6" name="c3-shape-163">
            <a:extLst xmlns:a="http://schemas.openxmlformats.org/drawingml/2006/main">
              <a:ext uri="{FF2B5EF4-FFF2-40B4-BE49-F238E27FC236}">
                <a16:creationId xmlns:a16="http://schemas.microsoft.com/office/drawing/2014/main" id="{28C8CD19-CC1C-4B38-99A1-7AD612AC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9248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7" name="c3-text-164">
            <a:extLst xmlns:a="http://schemas.openxmlformats.org/drawingml/2006/main">
              <a:ext uri="{FF2B5EF4-FFF2-40B4-BE49-F238E27FC236}">
                <a16:creationId xmlns:a16="http://schemas.microsoft.com/office/drawing/2014/main" id="{35B1B199-B032-4694-847F-37365443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76725"/>
            <a:ext cx="7543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browser sends only text; every request continues the same thread.</a:t>
            </a:r>
          </a:p>
        </p:txBody>
      </p:sp>
      <p:sp>
        <p:nvSpPr>
          <p:cNvPr id="8" name="c3-text-249">
            <a:extLst xmlns:a="http://schemas.openxmlformats.org/drawingml/2006/main">
              <a:ext uri="{FF2B5EF4-FFF2-40B4-BE49-F238E27FC236}">
                <a16:creationId xmlns:a16="http://schemas.microsoft.com/office/drawing/2014/main" id="{8EA8A97F-E9E2-4168-96EC-AF7D18A4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52532607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3-text-165">
            <a:extLst xmlns:a="http://schemas.openxmlformats.org/drawingml/2006/main">
              <a:ext uri="{FF2B5EF4-FFF2-40B4-BE49-F238E27FC236}">
                <a16:creationId xmlns:a16="http://schemas.microsoft.com/office/drawing/2014/main" id="{EA6C5BD2-A3BF-4137-9CF6-4506619C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166">
            <a:extLst xmlns:a="http://schemas.openxmlformats.org/drawingml/2006/main">
              <a:ext uri="{FF2B5EF4-FFF2-40B4-BE49-F238E27FC236}">
                <a16:creationId xmlns:a16="http://schemas.microsoft.com/office/drawing/2014/main" id="{55111B73-30F1-4A85-B3D4-74F9C040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Clear Conversation [1]</a:t>
            </a:r>
          </a:p>
        </p:txBody>
      </p:sp>
      <p:sp>
        <p:nvSpPr>
          <p:cNvPr id="3" name="c3-text-167">
            <a:extLst xmlns:a="http://schemas.openxmlformats.org/drawingml/2006/main">
              <a:ext uri="{FF2B5EF4-FFF2-40B4-BE49-F238E27FC236}">
                <a16:creationId xmlns:a16="http://schemas.microsoft.com/office/drawing/2014/main" id="{3C5F5960-E219-4CD6-AC90-F4700779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02</a:t>
            </a:r>
          </a:p>
        </p:txBody>
      </p:sp>
      <p:sp>
        <p:nvSpPr>
          <p:cNvPr id="4" name="c3-shape-168">
            <a:extLst xmlns:a="http://schemas.openxmlformats.org/drawingml/2006/main">
              <a:ext uri="{FF2B5EF4-FFF2-40B4-BE49-F238E27FC236}">
                <a16:creationId xmlns:a16="http://schemas.microsoft.com/office/drawing/2014/main" id="{2F27AA5A-CA65-4947-9F8F-E97C80DF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9621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5" name="c3-text-169">
            <a:extLst xmlns:a="http://schemas.openxmlformats.org/drawingml/2006/main">
              <a:ext uri="{FF2B5EF4-FFF2-40B4-BE49-F238E27FC236}">
                <a16:creationId xmlns:a16="http://schemas.microsoft.com/office/drawing/2014/main" id="{1949995E-9A29-40FE-9F7E-D88789D2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Clear button</a:t>
            </a:r>
          </a:p>
          <a:p xmlns:a="http://schemas.openxmlformats.org/drawingml/2006/main">
            <a:pPr algn="ctr">
              <a:defRPr sz="15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(browser)</a:t>
            </a:r>
          </a:p>
        </p:txBody>
      </p:sp>
      <p:sp>
        <p:nvSpPr>
          <p:cNvPr id="6" name="c3-shape-170">
            <a:extLst xmlns:a="http://schemas.openxmlformats.org/drawingml/2006/main">
              <a:ext uri="{FF2B5EF4-FFF2-40B4-BE49-F238E27FC236}">
                <a16:creationId xmlns:a16="http://schemas.microsoft.com/office/drawing/2014/main" id="{8704C86E-22F1-4080-BAFD-40EC0EAC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019300"/>
            <a:ext cx="9525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7" name="c3-shape-171">
            <a:extLst xmlns:a="http://schemas.openxmlformats.org/drawingml/2006/main">
              <a:ext uri="{FF2B5EF4-FFF2-40B4-BE49-F238E27FC236}">
                <a16:creationId xmlns:a16="http://schemas.microsoft.com/office/drawing/2014/main" id="{05B530B1-F988-479C-A7BC-A4DCA2F4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76400"/>
            <a:ext cx="19621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8" name="c3-text-172">
            <a:extLst xmlns:a="http://schemas.openxmlformats.org/drawingml/2006/main">
              <a:ext uri="{FF2B5EF4-FFF2-40B4-BE49-F238E27FC236}">
                <a16:creationId xmlns:a16="http://schemas.microsoft.com/office/drawing/2014/main" id="{3794CE31-D633-441A-BBD4-50819D2B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75260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/conversation/clear</a:t>
            </a:r>
          </a:p>
          <a:p xmlns:a="http://schemas.openxmlformats.org/drawingml/2006/main">
            <a:pPr algn="ctr">
              <a:defRPr sz="15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(server)</a:t>
            </a:r>
          </a:p>
        </p:txBody>
      </p:sp>
      <p:sp>
        <p:nvSpPr>
          <p:cNvPr id="9" name="c3-shape-173">
            <a:extLst xmlns:a="http://schemas.openxmlformats.org/drawingml/2006/main">
              <a:ext uri="{FF2B5EF4-FFF2-40B4-BE49-F238E27FC236}">
                <a16:creationId xmlns:a16="http://schemas.microsoft.com/office/drawing/2014/main" id="{B6932C9F-2E88-44E4-9EBF-179542DA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19300"/>
            <a:ext cx="9525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0" name="c3-shape-174">
            <a:extLst xmlns:a="http://schemas.openxmlformats.org/drawingml/2006/main">
              <a:ext uri="{FF2B5EF4-FFF2-40B4-BE49-F238E27FC236}">
                <a16:creationId xmlns:a16="http://schemas.microsoft.com/office/drawing/2014/main" id="{533EAD47-DDB0-4B5C-8526-CBF17CAC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76400"/>
            <a:ext cx="19621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D9A06B"/>
            </a:solidFill>
          </a:ln>
        </p:spPr>
      </p:sp>
      <p:sp>
        <p:nvSpPr>
          <p:cNvPr id="11" name="c3-text-175">
            <a:extLst xmlns:a="http://schemas.openxmlformats.org/drawingml/2006/main">
              <a:ext uri="{FF2B5EF4-FFF2-40B4-BE49-F238E27FC236}">
                <a16:creationId xmlns:a16="http://schemas.microsoft.com/office/drawing/2014/main" id="{E3FB4FF9-22D4-4FEF-91D1-8D2DD60E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5260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clear_conversation()</a:t>
            </a:r>
          </a:p>
          <a:p xmlns:a="http://schemas.openxmlformats.org/drawingml/2006/main">
            <a:pPr algn="ctr">
              <a:defRPr sz="15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(agent)</a:t>
            </a:r>
          </a:p>
        </p:txBody>
      </p:sp>
      <p:sp>
        <p:nvSpPr>
          <p:cNvPr id="12" name="c3-shape-176">
            <a:extLst xmlns:a="http://schemas.openxmlformats.org/drawingml/2006/main">
              <a:ext uri="{FF2B5EF4-FFF2-40B4-BE49-F238E27FC236}">
                <a16:creationId xmlns:a16="http://schemas.microsoft.com/office/drawing/2014/main" id="{E017F0F8-5D7C-4E78-9C77-AB095F11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79248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D1421"/>
          </a:solidFill>
          <a:ln xmlns:a="http://schemas.openxmlformats.org/drawingml/2006/main" w="9525">
            <a:solidFill>
              <a:srgbClr val="30415D"/>
            </a:solidFill>
          </a:ln>
        </p:spPr>
      </p:sp>
      <p:sp>
        <p:nvSpPr>
          <p:cNvPr id="13" name="c3-text-177">
            <a:extLst xmlns:a="http://schemas.openxmlformats.org/drawingml/2006/main">
              <a:ext uri="{FF2B5EF4-FFF2-40B4-BE49-F238E27FC236}">
                <a16:creationId xmlns:a16="http://schemas.microsoft.com/office/drawing/2014/main" id="{EBE26039-6521-4FF9-B326-7FE9CA06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758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CBA6F7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57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575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clear_conversation</a:t>
            </a:r>
            <a:r>
              <a:rPr sz="157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():</a:t>
            </a:r>
          </a:p>
          <a:p xmlns:a="http://schemas.openxmlformats.org/drawingml/2006/main">
            <a:pPr>
              <a:defRPr sz="1575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checkpointer.</a:t>
            </a:r>
            <a:r>
              <a:rPr sz="1575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delete_thread</a:t>
            </a:r>
            <a:r>
              <a:rPr sz="157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575" b="0">
                <a:solidFill>
                  <a:srgbClr val="E7B983"/>
                </a:solidFill>
                <a:latin typeface="Consolas"/>
                <a:ea typeface="Consolas"/>
                <a:cs typeface="Consolas"/>
              </a:rPr>
              <a:t>THREAD_ID</a:t>
            </a:r>
            <a:r>
              <a:rPr sz="157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4" name="c3-text-178">
            <a:extLst xmlns:a="http://schemas.openxmlformats.org/drawingml/2006/main">
              <a:ext uri="{FF2B5EF4-FFF2-40B4-BE49-F238E27FC236}">
                <a16:creationId xmlns:a16="http://schemas.microsoft.com/office/drawing/2014/main" id="{C1359AD0-C394-455F-91BB-5F111A18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792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The next message starts an empty conversation.</a:t>
            </a:r>
          </a:p>
        </p:txBody>
      </p:sp>
      <p:sp>
        <p:nvSpPr>
          <p:cNvPr id="15" name="c3-text-250">
            <a:extLst xmlns:a="http://schemas.openxmlformats.org/drawingml/2006/main">
              <a:ext uri="{FF2B5EF4-FFF2-40B4-BE49-F238E27FC236}">
                <a16:creationId xmlns:a16="http://schemas.microsoft.com/office/drawing/2014/main" id="{4B6E06F6-20D0-458D-B4DE-0FBC57AE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35863393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3-text-179">
            <a:extLst xmlns:a="http://schemas.openxmlformats.org/drawingml/2006/main">
              <a:ext uri="{FF2B5EF4-FFF2-40B4-BE49-F238E27FC236}">
                <a16:creationId xmlns:a16="http://schemas.microsoft.com/office/drawing/2014/main" id="{EBD7B99E-BE1C-47C0-B4D3-EB14BE8C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180">
            <a:extLst xmlns:a="http://schemas.openxmlformats.org/drawingml/2006/main">
              <a:ext uri="{FF2B5EF4-FFF2-40B4-BE49-F238E27FC236}">
                <a16:creationId xmlns:a16="http://schemas.microsoft.com/office/drawing/2014/main" id="{73D5BC03-E00E-402C-A330-03E66C83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Together: Clear Memory through the API</a:t>
            </a:r>
          </a:p>
        </p:txBody>
      </p:sp>
      <p:sp>
        <p:nvSpPr>
          <p:cNvPr id="3" name="c3-text-181">
            <a:extLst xmlns:a="http://schemas.openxmlformats.org/drawingml/2006/main">
              <a:ext uri="{FF2B5EF4-FFF2-40B4-BE49-F238E27FC236}">
                <a16:creationId xmlns:a16="http://schemas.microsoft.com/office/drawing/2014/main" id="{F561987F-8C91-47E4-81CC-F7C9AA63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02</a:t>
            </a:r>
          </a:p>
        </p:txBody>
      </p:sp>
      <p:sp>
        <p:nvSpPr>
          <p:cNvPr id="4" name="c3-shape-182">
            <a:extLst xmlns:a="http://schemas.openxmlformats.org/drawingml/2006/main">
              <a:ext uri="{FF2B5EF4-FFF2-40B4-BE49-F238E27FC236}">
                <a16:creationId xmlns:a16="http://schemas.microsoft.com/office/drawing/2014/main" id="{B94B0981-2208-4C1C-ACB5-1F755FE9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9248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1421"/>
          </a:solidFill>
          <a:ln xmlns:a="http://schemas.openxmlformats.org/drawingml/2006/main" w="9525">
            <a:solidFill>
              <a:srgbClr val="30415D"/>
            </a:solidFill>
          </a:ln>
        </p:spPr>
      </p:sp>
      <p:sp>
        <p:nvSpPr>
          <p:cNvPr id="5" name="c3-text-183">
            <a:extLst xmlns:a="http://schemas.openxmlformats.org/drawingml/2006/main">
              <a:ext uri="{FF2B5EF4-FFF2-40B4-BE49-F238E27FC236}">
                <a16:creationId xmlns:a16="http://schemas.microsoft.com/office/drawing/2014/main" id="{D0E01B33-1108-4AAF-8D3C-61BB38C7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7581900" cy="2162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7B983"/>
                </a:solidFill>
                <a:latin typeface="Consolas"/>
                <a:ea typeface="Consolas"/>
                <a:cs typeface="Consolas"/>
              </a:rPr>
              <a:t>@app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25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post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25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"/conversation/clear"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defRPr sz="1425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CBA6F7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25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clear_conversation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():</a:t>
            </a:r>
          </a:p>
          <a:p xmlns:a="http://schemas.openxmlformats.org/drawingml/2006/main">
            <a:pPr>
              <a:defRPr sz="1425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selected_agent = sys.modules[response.__module__]</a:t>
            </a:r>
          </a:p>
          <a:p xmlns:a="http://schemas.openxmlformats.org/drawingml/2006/main">
            <a:pPr>
              <a:defRPr sz="1425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clear_agent_memory = </a:t>
            </a:r>
            <a:r>
              <a:rPr sz="1425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getattr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</a:t>
            </a:r>
          </a:p>
          <a:p xmlns:a="http://schemas.openxmlformats.org/drawingml/2006/main">
            <a:pPr>
              <a:defRPr sz="1425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    selected_agent, </a:t>
            </a:r>
            <a:r>
              <a:rPr sz="1425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"clear_conversation"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425" b="0">
                <a:solidFill>
                  <a:srgbClr val="CBA6F7"/>
                </a:solidFill>
                <a:latin typeface="Consolas"/>
                <a:ea typeface="Consolas"/>
                <a:cs typeface="Consolas"/>
              </a:rPr>
              <a:t>None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defRPr sz="1425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25" b="0">
                <a:solidFill>
                  <a:srgbClr val="CBA6F7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25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callable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(clear_agent_memory):</a:t>
            </a:r>
          </a:p>
          <a:p xmlns:a="http://schemas.openxmlformats.org/drawingml/2006/main">
            <a:pPr>
              <a:defRPr sz="1425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425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clear_agent_memory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()</a:t>
            </a:r>
          </a:p>
          <a:p xmlns:a="http://schemas.openxmlformats.org/drawingml/2006/main">
            <a:pPr>
              <a:defRPr sz="1425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25" b="0">
                <a:solidFill>
                  <a:srgbClr val="CBA6F7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{</a:t>
            </a:r>
            <a:r>
              <a:rPr sz="1425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"status"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425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"ok"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3-text-184">
            <a:extLst xmlns:a="http://schemas.openxmlformats.org/drawingml/2006/main">
              <a:ext uri="{FF2B5EF4-FFF2-40B4-BE49-F238E27FC236}">
                <a16:creationId xmlns:a16="http://schemas.microsoft.com/office/drawing/2014/main" id="{83C7DA21-0F55-418C-9EC2-C0DBD5AB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792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Rebuild this route together, then test Clear conversation.</a:t>
            </a:r>
          </a:p>
        </p:txBody>
      </p:sp>
      <p:sp>
        <p:nvSpPr>
          <p:cNvPr id="7" name="c3-text-251">
            <a:extLst xmlns:a="http://schemas.openxmlformats.org/drawingml/2006/main">
              <a:ext uri="{FF2B5EF4-FFF2-40B4-BE49-F238E27FC236}">
                <a16:creationId xmlns:a16="http://schemas.microsoft.com/office/drawing/2014/main" id="{6F9A48CC-A21B-431F-A3AF-B08DFD3B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01740029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3-text-185">
            <a:extLst xmlns:a="http://schemas.openxmlformats.org/drawingml/2006/main">
              <a:ext uri="{FF2B5EF4-FFF2-40B4-BE49-F238E27FC236}">
                <a16:creationId xmlns:a16="http://schemas.microsoft.com/office/drawing/2014/main" id="{084F5726-A343-4971-B54A-918C18E0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186">
            <a:extLst xmlns:a="http://schemas.openxmlformats.org/drawingml/2006/main">
              <a:ext uri="{FF2B5EF4-FFF2-40B4-BE49-F238E27FC236}">
                <a16:creationId xmlns:a16="http://schemas.microsoft.com/office/drawing/2014/main" id="{FF02191F-D5F0-4366-B6DC-D13DB654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Select and Test the Avatar Agent</a:t>
            </a:r>
          </a:p>
        </p:txBody>
      </p:sp>
      <p:sp>
        <p:nvSpPr>
          <p:cNvPr id="3" name="c3-text-187">
            <a:extLst xmlns:a="http://schemas.openxmlformats.org/drawingml/2006/main">
              <a:ext uri="{FF2B5EF4-FFF2-40B4-BE49-F238E27FC236}">
                <a16:creationId xmlns:a16="http://schemas.microsoft.com/office/drawing/2014/main" id="{CA9BECAF-6C2C-4464-8CD0-1525C384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02</a:t>
            </a:r>
          </a:p>
        </p:txBody>
      </p:sp>
      <p:sp>
        <p:nvSpPr>
          <p:cNvPr id="4" name="c3-text-188">
            <a:extLst xmlns:a="http://schemas.openxmlformats.org/drawingml/2006/main">
              <a:ext uri="{FF2B5EF4-FFF2-40B4-BE49-F238E27FC236}">
                <a16:creationId xmlns:a16="http://schemas.microsoft.com/office/drawing/2014/main" id="{ADDD8DDC-6FA8-42AC-9A60-B105F77E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792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In vh_cognitive_server.py keep this response import active:</a:t>
            </a:r>
          </a:p>
        </p:txBody>
      </p:sp>
      <p:sp>
        <p:nvSpPr>
          <p:cNvPr id="5" name="c3-shape-189">
            <a:extLst xmlns:a="http://schemas.openxmlformats.org/drawingml/2006/main">
              <a:ext uri="{FF2B5EF4-FFF2-40B4-BE49-F238E27FC236}">
                <a16:creationId xmlns:a16="http://schemas.microsoft.com/office/drawing/2014/main" id="{A1AC1C3D-D45E-4C60-8A1D-4D972D4E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79248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D1421"/>
          </a:solidFill>
          <a:ln xmlns:a="http://schemas.openxmlformats.org/drawingml/2006/main" w="9525">
            <a:solidFill>
              <a:srgbClr val="30415D"/>
            </a:solidFill>
          </a:ln>
        </p:spPr>
      </p:sp>
      <p:sp>
        <p:nvSpPr>
          <p:cNvPr id="6" name="c3-text-190">
            <a:extLst xmlns:a="http://schemas.openxmlformats.org/drawingml/2006/main">
              <a:ext uri="{FF2B5EF4-FFF2-40B4-BE49-F238E27FC236}">
                <a16:creationId xmlns:a16="http://schemas.microsoft.com/office/drawing/2014/main" id="{3FA0C629-12B4-4A8B-B943-20E6F9FD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758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CBA6F7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agents.Module_2.Chapter_02.langgraph_avatar_agent </a:t>
            </a:r>
            <a:r>
              <a:rPr sz="1425" b="0">
                <a:solidFill>
                  <a:srgbClr val="CBA6F7"/>
                </a:solidFill>
                <a:latin typeface="Consolas"/>
                <a:ea typeface="Consolas"/>
                <a:cs typeface="Consolas"/>
              </a:rPr>
              <a:t>import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response</a:t>
            </a:r>
          </a:p>
        </p:txBody>
      </p:sp>
      <p:sp>
        <p:nvSpPr>
          <p:cNvPr id="7" name="c3-text-191">
            <a:extLst xmlns:a="http://schemas.openxmlformats.org/drawingml/2006/main">
              <a:ext uri="{FF2B5EF4-FFF2-40B4-BE49-F238E27FC236}">
                <a16:creationId xmlns:a16="http://schemas.microsoft.com/office/drawing/2014/main" id="{42F7EBD9-0E45-49E0-97F5-D93622F0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7924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Tell your name and favourite colour, then ask for both.</a:t>
            </a:r>
          </a:p>
          <a:p xmlns:a="http://schemas.openxmlformats.org/drawingml/2006/main"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Request a happy greeting with a raised hand.</a:t>
            </a:r>
          </a:p>
          <a:p xmlns:a="http://schemas.openxmlformats.org/drawingml/2006/main"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Clear the conversation and ask for your name again.</a:t>
            </a:r>
          </a:p>
        </p:txBody>
      </p:sp>
      <p:sp>
        <p:nvSpPr>
          <p:cNvPr id="8" name="c3-shape-192">
            <a:extLst xmlns:a="http://schemas.openxmlformats.org/drawingml/2006/main">
              <a:ext uri="{FF2B5EF4-FFF2-40B4-BE49-F238E27FC236}">
                <a16:creationId xmlns:a16="http://schemas.microsoft.com/office/drawing/2014/main" id="{0E175E3D-42C4-45F1-A2F0-0A3FED39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9248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9" name="c3-text-193">
            <a:extLst xmlns:a="http://schemas.openxmlformats.org/drawingml/2006/main">
              <a:ext uri="{FF2B5EF4-FFF2-40B4-BE49-F238E27FC236}">
                <a16:creationId xmlns:a16="http://schemas.microsoft.com/office/drawing/2014/main" id="{1E7F318F-E521-4B04-9476-5D4A4463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76725"/>
            <a:ext cx="7543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Save, then restart the cognitive server in the avatar Settings.</a:t>
            </a:r>
          </a:p>
        </p:txBody>
      </p:sp>
      <p:sp>
        <p:nvSpPr>
          <p:cNvPr id="10" name="c3-text-252">
            <a:extLst xmlns:a="http://schemas.openxmlformats.org/drawingml/2006/main">
              <a:ext uri="{FF2B5EF4-FFF2-40B4-BE49-F238E27FC236}">
                <a16:creationId xmlns:a16="http://schemas.microsoft.com/office/drawing/2014/main" id="{0F8FB775-8DEB-43E1-9AF8-167CDB8F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74883238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c3-text-194">
            <a:extLst xmlns:a="http://schemas.openxmlformats.org/drawingml/2006/main">
              <a:ext uri="{FF2B5EF4-FFF2-40B4-BE49-F238E27FC236}">
                <a16:creationId xmlns:a16="http://schemas.microsoft.com/office/drawing/2014/main" id="{266C57AD-1D7A-42E5-A205-5165C523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195">
            <a:extLst xmlns:a="http://schemas.openxmlformats.org/drawingml/2006/main">
              <a:ext uri="{FF2B5EF4-FFF2-40B4-BE49-F238E27FC236}">
                <a16:creationId xmlns:a16="http://schemas.microsoft.com/office/drawing/2014/main" id="{164369BE-5F96-49C2-8BD9-29AD49C0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Your Turn</a:t>
            </a:r>
          </a:p>
        </p:txBody>
      </p:sp>
      <p:sp>
        <p:nvSpPr>
          <p:cNvPr id="3" name="c3-text-196">
            <a:extLst xmlns:a="http://schemas.openxmlformats.org/drawingml/2006/main">
              <a:ext uri="{FF2B5EF4-FFF2-40B4-BE49-F238E27FC236}">
                <a16:creationId xmlns:a16="http://schemas.microsoft.com/office/drawing/2014/main" id="{E44C8D5A-049A-4714-B2D3-C04D89E7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02</a:t>
            </a:r>
          </a:p>
        </p:txBody>
      </p:sp>
      <p:sp>
        <p:nvSpPr>
          <p:cNvPr id="4" name="c3-shape-197">
            <a:extLst xmlns:a="http://schemas.openxmlformats.org/drawingml/2006/main">
              <a:ext uri="{FF2B5EF4-FFF2-40B4-BE49-F238E27FC236}">
                <a16:creationId xmlns:a16="http://schemas.microsoft.com/office/drawing/2014/main" id="{A0060251-1519-4D42-9876-83135A07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251460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5" name="c3-shape-198">
            <a:extLst xmlns:a="http://schemas.openxmlformats.org/drawingml/2006/main">
              <a:ext uri="{FF2B5EF4-FFF2-40B4-BE49-F238E27FC236}">
                <a16:creationId xmlns:a16="http://schemas.microsoft.com/office/drawing/2014/main" id="{A9BEDABA-52A3-42AF-99AB-FB9489A8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8592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06B"/>
          </a:solidFill>
          <a:ln xmlns:a="http://schemas.openxmlformats.org/drawingml/2006/main" w="9525">
            <a:solidFill>
              <a:srgbClr val="D9A06B"/>
            </a:solidFill>
          </a:ln>
        </p:spPr>
      </p:sp>
      <p:sp>
        <p:nvSpPr>
          <p:cNvPr id="6" name="c3-text-199">
            <a:extLst xmlns:a="http://schemas.openxmlformats.org/drawingml/2006/main">
              <a:ext uri="{FF2B5EF4-FFF2-40B4-BE49-F238E27FC236}">
                <a16:creationId xmlns:a16="http://schemas.microsoft.com/office/drawing/2014/main" id="{3A2ADA57-50E9-42E4-9DEB-5A4BFC1D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8117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Persona</a:t>
            </a:r>
          </a:p>
        </p:txBody>
      </p:sp>
      <p:sp>
        <p:nvSpPr>
          <p:cNvPr id="7" name="c3-text-200">
            <a:extLst xmlns:a="http://schemas.openxmlformats.org/drawingml/2006/main">
              <a:ext uri="{FF2B5EF4-FFF2-40B4-BE49-F238E27FC236}">
                <a16:creationId xmlns:a16="http://schemas.microsoft.com/office/drawing/2014/main" id="{CAE8F0DB-9B38-4BB9-82D6-96B939C8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24075"/>
            <a:ext cx="21336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Change the system instruction: a museum guide with its own name.</a:t>
            </a:r>
          </a:p>
        </p:txBody>
      </p:sp>
      <p:sp>
        <p:nvSpPr>
          <p:cNvPr id="8" name="c3-shape-201">
            <a:extLst xmlns:a="http://schemas.openxmlformats.org/drawingml/2006/main">
              <a:ext uri="{FF2B5EF4-FFF2-40B4-BE49-F238E27FC236}">
                <a16:creationId xmlns:a16="http://schemas.microsoft.com/office/drawing/2014/main" id="{4E9E245B-A609-40BD-B374-3EE3D5EB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24000"/>
            <a:ext cx="251460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9" name="c3-shape-202">
            <a:extLst xmlns:a="http://schemas.openxmlformats.org/drawingml/2006/main">
              <a:ext uri="{FF2B5EF4-FFF2-40B4-BE49-F238E27FC236}">
                <a16:creationId xmlns:a16="http://schemas.microsoft.com/office/drawing/2014/main" id="{1EC84915-FC79-4C90-B6FA-2001E205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68592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0" name="c3-text-203">
            <a:extLst xmlns:a="http://schemas.openxmlformats.org/drawingml/2006/main">
              <a:ext uri="{FF2B5EF4-FFF2-40B4-BE49-F238E27FC236}">
                <a16:creationId xmlns:a16="http://schemas.microsoft.com/office/drawing/2014/main" id="{0D287BA9-FC0D-45C1-A986-EA157D62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8117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Buffer</a:t>
            </a:r>
          </a:p>
        </p:txBody>
      </p:sp>
      <p:sp>
        <p:nvSpPr>
          <p:cNvPr id="11" name="c3-text-204">
            <a:extLst xmlns:a="http://schemas.openxmlformats.org/drawingml/2006/main">
              <a:ext uri="{FF2B5EF4-FFF2-40B4-BE49-F238E27FC236}">
                <a16:creationId xmlns:a16="http://schemas.microsoft.com/office/drawing/2014/main" id="{EFFB3F20-A557-4C3B-B4B2-6E06B911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24075"/>
            <a:ext cx="21336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Set MAX_MESSAGES = 4.</a:t>
            </a:r>
          </a:p>
          <a:p xmlns:a="http://schemas.openxmlformats.org/drawingml/2006/main">
            <a:pPr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Which messages reach the model?</a:t>
            </a:r>
          </a:p>
        </p:txBody>
      </p:sp>
      <p:sp>
        <p:nvSpPr>
          <p:cNvPr id="12" name="c3-shape-205">
            <a:extLst xmlns:a="http://schemas.openxmlformats.org/drawingml/2006/main">
              <a:ext uri="{FF2B5EF4-FFF2-40B4-BE49-F238E27FC236}">
                <a16:creationId xmlns:a16="http://schemas.microsoft.com/office/drawing/2014/main" id="{45B669B0-54D8-4E1F-9AC0-AA690041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524000"/>
            <a:ext cx="251460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3" name="c3-shape-206">
            <a:extLst xmlns:a="http://schemas.openxmlformats.org/drawingml/2006/main">
              <a:ext uri="{FF2B5EF4-FFF2-40B4-BE49-F238E27FC236}">
                <a16:creationId xmlns:a16="http://schemas.microsoft.com/office/drawing/2014/main" id="{167A6C52-5801-4B6F-A8E9-71DFA5B4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8592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06B"/>
          </a:solidFill>
          <a:ln xmlns:a="http://schemas.openxmlformats.org/drawingml/2006/main" w="9525">
            <a:solidFill>
              <a:srgbClr val="D9A06B"/>
            </a:solidFill>
          </a:ln>
        </p:spPr>
      </p:sp>
      <p:sp>
        <p:nvSpPr>
          <p:cNvPr id="14" name="c3-text-207">
            <a:extLst xmlns:a="http://schemas.openxmlformats.org/drawingml/2006/main">
              <a:ext uri="{FF2B5EF4-FFF2-40B4-BE49-F238E27FC236}">
                <a16:creationId xmlns:a16="http://schemas.microsoft.com/office/drawing/2014/main" id="{E8E0BCCB-2EF1-4DBF-BABD-FC8A4AED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8117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Optional</a:t>
            </a:r>
          </a:p>
        </p:txBody>
      </p:sp>
      <p:sp>
        <p:nvSpPr>
          <p:cNvPr id="15" name="c3-text-208">
            <a:extLst xmlns:a="http://schemas.openxmlformats.org/drawingml/2006/main">
              <a:ext uri="{FF2B5EF4-FFF2-40B4-BE49-F238E27FC236}">
                <a16:creationId xmlns:a16="http://schemas.microsoft.com/office/drawing/2014/main" id="{B0D481B4-02E1-4CBD-AE13-61F8DECA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24075"/>
            <a:ext cx="21336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Return a different gesture when greeting and when saying goodbye.</a:t>
            </a:r>
          </a:p>
        </p:txBody>
      </p:sp>
      <p:sp>
        <p:nvSpPr>
          <p:cNvPr id="16" name="c3-shape-209">
            <a:extLst xmlns:a="http://schemas.openxmlformats.org/drawingml/2006/main">
              <a:ext uri="{FF2B5EF4-FFF2-40B4-BE49-F238E27FC236}">
                <a16:creationId xmlns:a16="http://schemas.microsoft.com/office/drawing/2014/main" id="{9DD8FC50-9894-438E-AD5E-00449934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9248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7" name="c3-text-210">
            <a:extLst xmlns:a="http://schemas.openxmlformats.org/drawingml/2006/main">
              <a:ext uri="{FF2B5EF4-FFF2-40B4-BE49-F238E27FC236}">
                <a16:creationId xmlns:a16="http://schemas.microsoft.com/office/drawing/2014/main" id="{762DBB24-41A2-412D-AB73-BA492AD6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76725"/>
            <a:ext cx="7543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Edit the agent file, save and restart the cognitive server each time.</a:t>
            </a:r>
          </a:p>
        </p:txBody>
      </p:sp>
      <p:sp>
        <p:nvSpPr>
          <p:cNvPr id="18" name="c3-text-253">
            <a:extLst xmlns:a="http://schemas.openxmlformats.org/drawingml/2006/main">
              <a:ext uri="{FF2B5EF4-FFF2-40B4-BE49-F238E27FC236}">
                <a16:creationId xmlns:a16="http://schemas.microsoft.com/office/drawing/2014/main" id="{5BEA370A-6011-4BD0-BB70-BC417730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10749487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3-text-211">
            <a:extLst xmlns:a="http://schemas.openxmlformats.org/drawingml/2006/main">
              <a:ext uri="{FF2B5EF4-FFF2-40B4-BE49-F238E27FC236}">
                <a16:creationId xmlns:a16="http://schemas.microsoft.com/office/drawing/2014/main" id="{237265DD-F8E1-41CB-B162-FA198B31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212">
            <a:extLst xmlns:a="http://schemas.openxmlformats.org/drawingml/2006/main">
              <a:ext uri="{FF2B5EF4-FFF2-40B4-BE49-F238E27FC236}">
                <a16:creationId xmlns:a16="http://schemas.microsoft.com/office/drawing/2014/main" id="{B4DA616D-9E1B-44E3-9F29-FC7A4802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Next: Tools and Coding Agents</a:t>
            </a:r>
          </a:p>
        </p:txBody>
      </p:sp>
      <p:sp>
        <p:nvSpPr>
          <p:cNvPr id="3" name="c3-text-213">
            <a:extLst xmlns:a="http://schemas.openxmlformats.org/drawingml/2006/main">
              <a:ext uri="{FF2B5EF4-FFF2-40B4-BE49-F238E27FC236}">
                <a16:creationId xmlns:a16="http://schemas.microsoft.com/office/drawing/2014/main" id="{66A65429-84FA-4735-835D-44B12C71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02</a:t>
            </a:r>
          </a:p>
        </p:txBody>
      </p:sp>
      <p:sp>
        <p:nvSpPr>
          <p:cNvPr id="4" name="c3-text-214">
            <a:extLst xmlns:a="http://schemas.openxmlformats.org/drawingml/2006/main">
              <a:ext uri="{FF2B5EF4-FFF2-40B4-BE49-F238E27FC236}">
                <a16:creationId xmlns:a16="http://schemas.microsoft.com/office/drawing/2014/main" id="{D851D5A2-EEE9-4A9D-BE32-ED8F1638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7924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Our avatar remembers, speaks and animates.</a:t>
            </a:r>
          </a:p>
        </p:txBody>
      </p:sp>
      <p:sp>
        <p:nvSpPr>
          <p:cNvPr id="5" name="c3-text-215">
            <a:extLst xmlns:a="http://schemas.openxmlformats.org/drawingml/2006/main">
              <a:ext uri="{FF2B5EF4-FFF2-40B4-BE49-F238E27FC236}">
                <a16:creationId xmlns:a16="http://schemas.microsoft.com/office/drawing/2014/main" id="{7B70457C-5493-4C65-A119-D364F31D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924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Chapter 03 adds current weather through a tool.</a:t>
            </a:r>
          </a:p>
          <a:p xmlns:a="http://schemas.openxmlformats.org/drawingml/2006/main">
            <a:pPr>
              <a:defRPr sz="21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We use a coding agent to build and extend it.</a:t>
            </a:r>
          </a:p>
        </p:txBody>
      </p:sp>
      <p:sp>
        <p:nvSpPr>
          <p:cNvPr id="6" name="c3-text-254">
            <a:extLst xmlns:a="http://schemas.openxmlformats.org/drawingml/2006/main">
              <a:ext uri="{FF2B5EF4-FFF2-40B4-BE49-F238E27FC236}">
                <a16:creationId xmlns:a16="http://schemas.microsoft.com/office/drawing/2014/main" id="{3428C024-198C-4863-801C-B88A817B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32802219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c3-text-216">
            <a:extLst xmlns:a="http://schemas.openxmlformats.org/drawingml/2006/main">
              <a:ext uri="{FF2B5EF4-FFF2-40B4-BE49-F238E27FC236}">
                <a16:creationId xmlns:a16="http://schemas.microsoft.com/office/drawing/2014/main" id="{28B9A328-C750-4AB0-8312-0C145011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217">
            <a:extLst xmlns:a="http://schemas.openxmlformats.org/drawingml/2006/main">
              <a:ext uri="{FF2B5EF4-FFF2-40B4-BE49-F238E27FC236}">
                <a16:creationId xmlns:a16="http://schemas.microsoft.com/office/drawing/2014/main" id="{E9BF170C-EFB4-4548-95E2-871A90D6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References</a:t>
            </a:r>
          </a:p>
        </p:txBody>
      </p:sp>
      <p:sp>
        <p:nvSpPr>
          <p:cNvPr id="3" name="c3-text-218">
            <a:extLst xmlns:a="http://schemas.openxmlformats.org/drawingml/2006/main">
              <a:ext uri="{FF2B5EF4-FFF2-40B4-BE49-F238E27FC236}">
                <a16:creationId xmlns:a16="http://schemas.microsoft.com/office/drawing/2014/main" id="{17B8FF9B-45F3-4243-9665-0759DDB3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02</a:t>
            </a:r>
          </a:p>
        </p:txBody>
      </p:sp>
      <p:sp>
        <p:nvSpPr>
          <p:cNvPr id="4" name="c3-text-219">
            <a:hlinkClick xmlns:r="http://schemas.openxmlformats.org/officeDocument/2006/relationships" xmlns:a="http://schemas.openxmlformats.org/drawingml/2006/main" r:id="R187da39aa1ae4adf"/>
            <a:extLst xmlns:a="http://schemas.openxmlformats.org/drawingml/2006/main">
              <a:ext uri="{FF2B5EF4-FFF2-40B4-BE49-F238E27FC236}">
                <a16:creationId xmlns:a16="http://schemas.microsoft.com/office/drawing/2014/main" id="{9458F664-F2B0-44DE-957F-A24F96EB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377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[1] LangGraph persistence</a:t>
            </a:r>
          </a:p>
        </p:txBody>
      </p:sp>
      <p:sp>
        <p:nvSpPr>
          <p:cNvPr id="5" name="c3-text-220">
            <a:hlinkClick xmlns:r="http://schemas.openxmlformats.org/officeDocument/2006/relationships" xmlns:a="http://schemas.openxmlformats.org/drawingml/2006/main" r:id="R37fb7ad2116549ba"/>
            <a:extLst xmlns:a="http://schemas.openxmlformats.org/drawingml/2006/main">
              <a:ext uri="{FF2B5EF4-FFF2-40B4-BE49-F238E27FC236}">
                <a16:creationId xmlns:a16="http://schemas.microsoft.com/office/drawing/2014/main" id="{0C6F20D8-5958-4F0C-A61E-29DEE055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77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Checkpoints, threads and saved state</a:t>
            </a:r>
          </a:p>
        </p:txBody>
      </p:sp>
      <p:sp>
        <p:nvSpPr>
          <p:cNvPr id="6" name="c3-shape-221">
            <a:extLst xmlns:a="http://schemas.openxmlformats.org/drawingml/2006/main">
              <a:ext uri="{FF2B5EF4-FFF2-40B4-BE49-F238E27FC236}">
                <a16:creationId xmlns:a16="http://schemas.microsoft.com/office/drawing/2014/main" id="{90CA9874-7310-4566-BAC4-790564AD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458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7" name="c3-text-222">
            <a:hlinkClick xmlns:r="http://schemas.openxmlformats.org/officeDocument/2006/relationships" xmlns:a="http://schemas.openxmlformats.org/drawingml/2006/main" r:id="Rfd051a1b9e6545c0"/>
            <a:extLst xmlns:a="http://schemas.openxmlformats.org/drawingml/2006/main">
              <a:ext uri="{FF2B5EF4-FFF2-40B4-BE49-F238E27FC236}">
                <a16:creationId xmlns:a16="http://schemas.microsoft.com/office/drawing/2014/main" id="{9AC821BB-692A-494C-B9F0-DD1F65C2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377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[2] LangGraph Graph API</a:t>
            </a:r>
          </a:p>
        </p:txBody>
      </p:sp>
      <p:sp>
        <p:nvSpPr>
          <p:cNvPr id="8" name="c3-text-223">
            <a:hlinkClick xmlns:r="http://schemas.openxmlformats.org/officeDocument/2006/relationships" xmlns:a="http://schemas.openxmlformats.org/drawingml/2006/main" r:id="R097087c716314421"/>
            <a:extLst xmlns:a="http://schemas.openxmlformats.org/drawingml/2006/main">
              <a:ext uri="{FF2B5EF4-FFF2-40B4-BE49-F238E27FC236}">
                <a16:creationId xmlns:a16="http://schemas.microsoft.com/office/drawing/2014/main" id="{080B17AD-467E-4CB8-9CCE-0C3A288B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377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Reducers and MessagesState</a:t>
            </a:r>
          </a:p>
        </p:txBody>
      </p:sp>
      <p:sp>
        <p:nvSpPr>
          <p:cNvPr id="9" name="c3-shape-224">
            <a:extLst xmlns:a="http://schemas.openxmlformats.org/drawingml/2006/main">
              <a:ext uri="{FF2B5EF4-FFF2-40B4-BE49-F238E27FC236}">
                <a16:creationId xmlns:a16="http://schemas.microsoft.com/office/drawing/2014/main" id="{C29F108F-5DD1-4635-A3BB-536C9824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458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0" name="c3-text-225">
            <a:hlinkClick xmlns:r="http://schemas.openxmlformats.org/officeDocument/2006/relationships" xmlns:a="http://schemas.openxmlformats.org/drawingml/2006/main" r:id="Rcabfe806c953438c"/>
            <a:extLst xmlns:a="http://schemas.openxmlformats.org/drawingml/2006/main">
              <a:ext uri="{FF2B5EF4-FFF2-40B4-BE49-F238E27FC236}">
                <a16:creationId xmlns:a16="http://schemas.microsoft.com/office/drawing/2014/main" id="{D961603E-D1F6-4FC8-9F4F-A9BA0AF7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377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[3] LangGraph memory</a:t>
            </a:r>
          </a:p>
        </p:txBody>
      </p:sp>
      <p:sp>
        <p:nvSpPr>
          <p:cNvPr id="11" name="c3-text-226">
            <a:hlinkClick xmlns:r="http://schemas.openxmlformats.org/officeDocument/2006/relationships" xmlns:a="http://schemas.openxmlformats.org/drawingml/2006/main" r:id="Rb1339f7fd8b2446f"/>
            <a:extLst xmlns:a="http://schemas.openxmlformats.org/drawingml/2006/main">
              <a:ext uri="{FF2B5EF4-FFF2-40B4-BE49-F238E27FC236}">
                <a16:creationId xmlns:a16="http://schemas.microsoft.com/office/drawing/2014/main" id="{90480AF9-CB92-460C-B9AC-C486006B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377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Short-term memory and trimming messages</a:t>
            </a:r>
          </a:p>
        </p:txBody>
      </p:sp>
      <p:sp>
        <p:nvSpPr>
          <p:cNvPr id="12" name="c3-shape-227">
            <a:extLst xmlns:a="http://schemas.openxmlformats.org/drawingml/2006/main">
              <a:ext uri="{FF2B5EF4-FFF2-40B4-BE49-F238E27FC236}">
                <a16:creationId xmlns:a16="http://schemas.microsoft.com/office/drawing/2014/main" id="{20CCB43A-D131-4E7F-A325-71072DBE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458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3" name="c3-text-228">
            <a:hlinkClick xmlns:r="http://schemas.openxmlformats.org/officeDocument/2006/relationships" xmlns:a="http://schemas.openxmlformats.org/drawingml/2006/main" r:id="R50e4695c44674424"/>
            <a:extLst xmlns:a="http://schemas.openxmlformats.org/drawingml/2006/main">
              <a:ext uri="{FF2B5EF4-FFF2-40B4-BE49-F238E27FC236}">
                <a16:creationId xmlns:a16="http://schemas.microsoft.com/office/drawing/2014/main" id="{E44D62AF-9D23-40BA-8857-B64284D1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377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[4] ChatOllama structured output</a:t>
            </a:r>
          </a:p>
        </p:txBody>
      </p:sp>
      <p:sp>
        <p:nvSpPr>
          <p:cNvPr id="14" name="c3-text-229">
            <a:hlinkClick xmlns:r="http://schemas.openxmlformats.org/officeDocument/2006/relationships" xmlns:a="http://schemas.openxmlformats.org/drawingml/2006/main" r:id="R6217f70b5d394ff4"/>
            <a:extLst xmlns:a="http://schemas.openxmlformats.org/drawingml/2006/main">
              <a:ext uri="{FF2B5EF4-FFF2-40B4-BE49-F238E27FC236}">
                <a16:creationId xmlns:a16="http://schemas.microsoft.com/office/drawing/2014/main" id="{400BE186-69B6-489B-9663-8FDE0999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377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Structured speech and avatar behaviour</a:t>
            </a:r>
          </a:p>
        </p:txBody>
      </p:sp>
      <p:sp>
        <p:nvSpPr>
          <p:cNvPr id="15" name="c3-text-230">
            <a:hlinkClick xmlns:r="http://schemas.openxmlformats.org/officeDocument/2006/relationships" xmlns:a="http://schemas.openxmlformats.org/drawingml/2006/main" r:id="Ra37a8a4d3c7f4153"/>
            <a:extLst xmlns:a="http://schemas.openxmlformats.org/drawingml/2006/main">
              <a:ext uri="{FF2B5EF4-FFF2-40B4-BE49-F238E27FC236}">
                <a16:creationId xmlns:a16="http://schemas.microsoft.com/office/drawing/2014/main" id="{64209086-566D-496C-B5AE-37DB9046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04950"/>
            <a:ext cx="377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[5] Chat prompt templates</a:t>
            </a:r>
          </a:p>
        </p:txBody>
      </p:sp>
      <p:sp>
        <p:nvSpPr>
          <p:cNvPr id="16" name="c3-text-231">
            <a:hlinkClick xmlns:r="http://schemas.openxmlformats.org/officeDocument/2006/relationships" xmlns:a="http://schemas.openxmlformats.org/drawingml/2006/main" r:id="Re0498cfbfc68487e"/>
            <a:extLst xmlns:a="http://schemas.openxmlformats.org/drawingml/2006/main">
              <a:ext uri="{FF2B5EF4-FFF2-40B4-BE49-F238E27FC236}">
                <a16:creationId xmlns:a16="http://schemas.microsoft.com/office/drawing/2014/main" id="{1DF55681-6E1E-42F1-870C-39076E87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09750"/>
            <a:ext cx="377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System instructions and message history</a:t>
            </a:r>
          </a:p>
        </p:txBody>
      </p:sp>
      <p:sp>
        <p:nvSpPr>
          <p:cNvPr id="17" name="c3-shape-232">
            <a:extLst xmlns:a="http://schemas.openxmlformats.org/drawingml/2006/main">
              <a:ext uri="{FF2B5EF4-FFF2-40B4-BE49-F238E27FC236}">
                <a16:creationId xmlns:a16="http://schemas.microsoft.com/office/drawing/2014/main" id="{89D97568-4E1F-4FA1-B05F-635AC414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38375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458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8" name="c3-text-255">
            <a:extLst xmlns:a="http://schemas.openxmlformats.org/drawingml/2006/main">
              <a:ext uri="{FF2B5EF4-FFF2-40B4-BE49-F238E27FC236}">
                <a16:creationId xmlns:a16="http://schemas.microsoft.com/office/drawing/2014/main" id="{17E1464E-C02F-4996-92DE-0CDA4954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68580715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FFFF"/>
      </a:hlink>
      <a:folHlink>
        <a:srgbClr val="FFFFFF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2026-10-30T13:57:11.7300000Z</dcterms:created>
  <dcterms:modified xsi:type="dcterms:W3CDTF">2026-10-30T13:57:11.7310000Z</dcterms:modified>
</coreProperties>
</file>