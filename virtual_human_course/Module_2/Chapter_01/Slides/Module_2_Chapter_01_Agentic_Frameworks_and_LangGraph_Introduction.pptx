
<file path=[Content_Types].xml><?xml version="1.0" encoding="utf-8"?>
<ns0:Types xmlns:ns0="http://schemas.openxmlformats.org/package/2006/content-types">
  <ns0:Default Extension="xml" ContentType="application/vnd.openxmlformats-package.core-properties+xml"/>
  <ns0:Default Extension="jpeg" ContentType="image/jpeg"/>
  <ns0:Default Extension="png" ContentType="image/png"/>
  <ns0:Default Extension="rels" ContentType="application/vnd.openxmlformats-package.relationships+xml"/>
  <ns0:Override PartName="/docProps/app.xml" ContentType="application/vnd.openxmlformats-officedocument.extended-properties+xml"/>
  <ns0:Override PartName="/ppt/presentation.xml" ContentType="application/vnd.openxmlformats-officedocument.presentationml.presentation.main+xml"/>
  <ns0:Override PartName="/ppt/theme/theme1.xml" ContentType="application/vnd.openxmlformats-officedocument.theme+xml"/>
  <ns0:Override PartName="/ppt/slideMasters/slideMaster1.xml" ContentType="application/vnd.openxmlformats-officedocument.presentationml.slideMaster+xml"/>
  <ns0:Override PartName="/ppt/slideMasters/theme/theme2.xml" ContentType="application/vnd.openxmlformats-officedocument.theme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ableStyles.xml" ContentType="application/vnd.openxmlformats-officedocument.presentationml.tableStyles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0.xml" ContentType="application/vnd.openxmlformats-officedocument.presentationml.slide+xml"/>
  <ns0:Override PartName="/ppt/slides/slide21.xml" ContentType="application/vnd.openxmlformats-officedocument.presentationml.slide+xml"/>
  <ns0:Override PartName="/ppt/slides/slide22.xml" ContentType="application/vnd.openxmlformats-officedocument.presentationml.slide+xml"/>
  <ns0:Override PartName="/ppt/slides/slide23.xml" ContentType="application/vnd.openxmlformats-officedocument.presentationml.slide+xml"/>
</ns0: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9d2eafa4954baf" /><Relationship Type="http://schemas.openxmlformats.org/officeDocument/2006/relationships/extended-properties" Target="/docProps/app.xml" Id="Rdfcba413d9ff4944" /><Relationship Type="http://schemas.openxmlformats.org/officeDocument/2006/relationships/officeDocument" Target="/ppt/presentation.xml" Id="R0f1ed5b2b6ae44d7" /></Relationships>
</file>

<file path=ppt/presentation.xml><?xml version="1.0" encoding="utf-8"?>
<ns0:presentation xmlns:ns0="http://schemas.openxmlformats.org/presentationml/2006/main" xmlns:ns1="http://schemas.openxmlformats.org/officeDocument/2006/relationships">
  <ns0:sldMasterIdLst>
    <ns0:sldMasterId id="2147483648" ns1:id="Re79887d572d84e66"/>
  </ns0:sldMasterIdLst>
  <ns0:sldIdLst>
    <ns0:sldId id="256" ns1:id="R911b3cfcf2ff45b3"/>
    <ns0:sldId id="257" ns1:id="R1d8db4598fbc4473"/>
    <ns0:sldId id="258" ns1:id="R24203d3d55b143d6"/>
    <ns0:sldId id="259" ns1:id="R2922fd9a5fcc45e1"/>
    <ns0:sldId id="260" ns1:id="R057848462b324365"/>
    <ns0:sldId id="261" ns1:id="Ra04a8fb1b5094a54"/>
    <ns0:sldId id="262" ns1:id="Rbb20455e210a461a"/>
    <ns0:sldId id="263" ns1:id="Rcf029ede92b7441b"/>
    <ns0:sldId id="264" ns1:id="R2367db55e2624396"/>
    <ns0:sldId id="265" ns1:id="Reafd178f00a84aeb"/>
    <ns0:sldId id="266" ns1:id="R4a5d7f4c21204cbd"/>
    <ns0:sldId id="267" ns1:id="Rf6ccaf8447454eed"/>
    <ns0:sldId id="268" ns1:id="R20a0224f73474415"/>
    <ns0:sldId id="269" ns1:id="R83c708757ac0435a"/>
    <ns0:sldId id="270" ns1:id="Rd4390a12ddb04d29"/>
    <ns0:sldId id="271" ns1:id="R76d0f6f180e54705"/>
    <ns0:sldId id="272" ns1:id="R23a2e50dd0eb44d1"/>
    <ns0:sldId id="273" ns1:id="R5173e7948a8140f8"/>
    <ns0:sldId id="274" ns1:id="R73bccae86f5c47a2"/>
    <ns0:sldId id="275" ns1:id="Rb450481053c14c84"/>
    <ns0:sldId id="276" ns1:id="R9af51ab79a994c4a"/>
    <ns0:sldId id="277" ns1:id="R59db78627d274115"/>
    <ns0:sldId id="278" ns1:id="R2ca98dff4db14139"/>
  </ns0:sldIdLst>
  <ns0:sldSz cx="9144000" cy="5143500"/>
  <ns0:notesSz cx="6858000" cy="9144000"/>
</ns0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81dbdd737fcc4ef3" /><ns0:Relationship Type="http://schemas.openxmlformats.org/officeDocument/2006/relationships/slideMaster" Target="/ppt/slideMasters/slideMaster1.xml" Id="Re79887d572d84e66" /><ns0:Relationship Type="http://schemas.openxmlformats.org/officeDocument/2006/relationships/presProps" Target="/ppt/presProps.xml" Id="R8163762faaa64ee7" /><ns0:Relationship Type="http://schemas.openxmlformats.org/officeDocument/2006/relationships/viewProps" Target="/ppt/viewProps.xml" Id="R83a072969b7341ba" /><ns0:Relationship Type="http://schemas.openxmlformats.org/officeDocument/2006/relationships/tableStyles" Target="/ppt/tableStyles.xml" Id="Rbe9151affb354aaf" /><ns0:Relationship Type="http://schemas.openxmlformats.org/officeDocument/2006/relationships/slide" Target="/ppt/slides/slide1.xml" Id="R911b3cfcf2ff45b3" /><ns0:Relationship Type="http://schemas.openxmlformats.org/officeDocument/2006/relationships/slide" Target="/ppt/slides/slide2.xml" Id="R1d8db4598fbc4473" /><ns0:Relationship Type="http://schemas.openxmlformats.org/officeDocument/2006/relationships/slide" Target="/ppt/slides/slide3.xml" Id="R24203d3d55b143d6" /><ns0:Relationship Type="http://schemas.openxmlformats.org/officeDocument/2006/relationships/slide" Target="/ppt/slides/slide4.xml" Id="R2922fd9a5fcc45e1" /><ns0:Relationship Type="http://schemas.openxmlformats.org/officeDocument/2006/relationships/slide" Target="/ppt/slides/slide5.xml" Id="R057848462b324365" /><ns0:Relationship Type="http://schemas.openxmlformats.org/officeDocument/2006/relationships/slide" Target="/ppt/slides/slide6.xml" Id="Ra04a8fb1b5094a54" /><ns0:Relationship Type="http://schemas.openxmlformats.org/officeDocument/2006/relationships/slide" Target="/ppt/slides/slide7.xml" Id="Rbb20455e210a461a" /><ns0:Relationship Type="http://schemas.openxmlformats.org/officeDocument/2006/relationships/slide" Target="/ppt/slides/slide8.xml" Id="Rcf029ede92b7441b" /><ns0:Relationship Type="http://schemas.openxmlformats.org/officeDocument/2006/relationships/slide" Target="/ppt/slides/slide9.xml" Id="R2367db55e2624396" /><ns0:Relationship Type="http://schemas.openxmlformats.org/officeDocument/2006/relationships/slide" Target="/ppt/slides/slide10.xml" Id="Reafd178f00a84aeb" /><ns0:Relationship Type="http://schemas.openxmlformats.org/officeDocument/2006/relationships/slide" Target="/ppt/slides/slide11.xml" Id="R4a5d7f4c21204cbd" /><ns0:Relationship Type="http://schemas.openxmlformats.org/officeDocument/2006/relationships/slide" Target="/ppt/slides/slide12.xml" Id="Rf6ccaf8447454eed" /><ns0:Relationship Type="http://schemas.openxmlformats.org/officeDocument/2006/relationships/slide" Target="/ppt/slides/slide13.xml" Id="R20a0224f73474415" /><ns0:Relationship Type="http://schemas.openxmlformats.org/officeDocument/2006/relationships/slide" Target="/ppt/slides/slide14.xml" Id="R83c708757ac0435a" /><ns0:Relationship Type="http://schemas.openxmlformats.org/officeDocument/2006/relationships/slide" Target="/ppt/slides/slide15.xml" Id="Rd4390a12ddb04d29" /><ns0:Relationship Type="http://schemas.openxmlformats.org/officeDocument/2006/relationships/slide" Target="/ppt/slides/slide16.xml" Id="R76d0f6f180e54705" /><ns0:Relationship Type="http://schemas.openxmlformats.org/officeDocument/2006/relationships/slide" Target="/ppt/slides/slide17.xml" Id="R23a2e50dd0eb44d1" /><ns0:Relationship Type="http://schemas.openxmlformats.org/officeDocument/2006/relationships/slide" Target="/ppt/slides/slide18.xml" Id="R5173e7948a8140f8" /><ns0:Relationship Type="http://schemas.openxmlformats.org/officeDocument/2006/relationships/slide" Target="/ppt/slides/slide19.xml" Id="R73bccae86f5c47a2" /><ns0:Relationship Type="http://schemas.openxmlformats.org/officeDocument/2006/relationships/slide" Target="/ppt/slides/slide20.xml" Id="Rb450481053c14c84" /><ns0:Relationship Type="http://schemas.openxmlformats.org/officeDocument/2006/relationships/slide" Target="/ppt/slides/slide21.xml" Id="R9af51ab79a994c4a" /><ns0:Relationship Type="http://schemas.openxmlformats.org/officeDocument/2006/relationships/slide" Target="/ppt/slides/slide22.xml" Id="R59db78627d274115" /><ns0:Relationship Type="http://schemas.openxmlformats.org/officeDocument/2006/relationships/slide" Target="/ppt/slides/slide23.xml" Id="R2ca98dff4db14139" /></ns0: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e194a7cd754c1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cacb4173984c1e" /><Relationship Type="http://schemas.openxmlformats.org/officeDocument/2006/relationships/image" Target="/ppt/media/image.jpeg" Id="Rcd1ff338fc5a4a9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a5af1925764f08" /><Relationship Type="http://schemas.openxmlformats.org/officeDocument/2006/relationships/image" Target="/ppt/media/image.png" Id="Rc0d5066f0ef34dc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cc1b14278f424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fd4544b8d44b1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3bf9e43f7b421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49884fa4a64f6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b84e00678a4ede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TITLE_P1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1ff338fc5a4a9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5FC7451-64D3-4CB8-9AA0-48C8D9DA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DF34BA1-73E7-4752-8D70-4FEFC7FA2B5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TITLE_P2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d5066f0ef34dc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79BB4D8-5B9D-4F65-BBDB-8D681C9A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93FC60A-EA91-4AC7-BC18-270D3086658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>
  <p:cSld name="SECTION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2660B54-203F-42EC-A5A3-F2DC5C93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C66AC75-C800-41C1-BA5A-9761923D22A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>
  <p:cSld name="CONTENT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1450B48-B37E-42BD-8A40-552BD5F2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30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/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05E3C3A-CD83-4BD1-8F19-7D30E261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ACBE0D7-4493-47F3-A3B0-8926F89D6AD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>
  <p:cSld name="CONTENT_P1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3AF5B2E-D90D-402D-998C-27509820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PART 1 · VIRTUAL HUMANS FOUNDATIONS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4270CFE-C9FB-4344-8B2C-69291004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9532946-C1F9-48AE-995E-50C10B84284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>
  <p:cSld name="CODE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FCB2DEA-1F6F-40AE-B1E2-0531D346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HANDS-ON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FCA723F-1C94-47D6-8CBD-26D79347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2A5C3D1-AC51-4DA6-AEE4-466D7F7C1DA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>
  <p:cSld name="STATEMENT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A0ACBF4-7074-4ED0-A09E-3755A1AD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1A20153-E490-422E-8D29-B810FEAC614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59f763d94f495b" /><Relationship Type="http://schemas.openxmlformats.org/officeDocument/2006/relationships/slideLayout" Target="/ppt/slideLayouts/slideLayout1.xml" Id="R5885d5614dee4fa3" /><Relationship Type="http://schemas.openxmlformats.org/officeDocument/2006/relationships/slideLayout" Target="/ppt/slideLayouts/slideLayout2.xml" Id="Rf2d3458f74e44ad1" /><Relationship Type="http://schemas.openxmlformats.org/officeDocument/2006/relationships/slideLayout" Target="/ppt/slideLayouts/slideLayout3.xml" Id="R971dead5ca9b403d" /><Relationship Type="http://schemas.openxmlformats.org/officeDocument/2006/relationships/slideLayout" Target="/ppt/slideLayouts/slideLayout4.xml" Id="R2c3af0b2d002496b" /><Relationship Type="http://schemas.openxmlformats.org/officeDocument/2006/relationships/slideLayout" Target="/ppt/slideLayouts/slideLayout5.xml" Id="R595f59f61b394037" /><Relationship Type="http://schemas.openxmlformats.org/officeDocument/2006/relationships/slideLayout" Target="/ppt/slideLayouts/slideLayout6.xml" Id="Rf04c8b5c0d494995" /><Relationship Type="http://schemas.openxmlformats.org/officeDocument/2006/relationships/slideLayout" Target="/ppt/slideLayouts/slideLayout7.xml" Id="R72b2eca4003c458f" /><Relationship Type="http://schemas.openxmlformats.org/officeDocument/2006/relationships/slideLayout" Target="/ppt/slideLayouts/slideLayout8.xml" Id="Rcb4d3fe5b35e40b6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F40BB06-55D8-4F61-8DB4-8F5ED2A813A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>
                <a:solidFill>
                  <a:srgbClr val="FFFFFF"/>
                </a:solidFill>
              </a:rPr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85d5614dee4fa3"/>
    <p:sldLayoutId xmlns:r="http://schemas.openxmlformats.org/officeDocument/2006/relationships" id="2147483650" r:id="Rf2d3458f74e44ad1"/>
    <p:sldLayoutId xmlns:r="http://schemas.openxmlformats.org/officeDocument/2006/relationships" id="2147483651" r:id="R971dead5ca9b403d"/>
    <p:sldLayoutId xmlns:r="http://schemas.openxmlformats.org/officeDocument/2006/relationships" id="2147483652" r:id="R2c3af0b2d002496b"/>
    <p:sldLayoutId xmlns:r="http://schemas.openxmlformats.org/officeDocument/2006/relationships" id="2147483653" r:id="R595f59f61b394037"/>
    <p:sldLayoutId xmlns:r="http://schemas.openxmlformats.org/officeDocument/2006/relationships" id="2147483654" r:id="Rf04c8b5c0d494995"/>
    <p:sldLayoutId xmlns:r="http://schemas.openxmlformats.org/officeDocument/2006/relationships" id="2147483655" r:id="R72b2eca4003c458f"/>
    <p:sldLayoutId xmlns:r="http://schemas.openxmlformats.org/officeDocument/2006/relationships" id="2147483656" r:id="Rcb4d3fe5b35e40b6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3.xml" Id="R1f46ba8bcb1741a8" /><ns0:Relationship Type="http://schemas.openxmlformats.org/officeDocument/2006/relationships/image" Target="/ppt/media/image2.png" Id="Rf401662c45bd47ff" /></ns0: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1de1648e58ad4115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613680932fec4c95" /><ns0:Relationship Type="http://schemas.openxmlformats.org/officeDocument/2006/relationships/image" Target="/ppt/media/image3.png" Id="R6b70da77fabe4027" /><ns0:Relationship Type="http://schemas.openxmlformats.org/officeDocument/2006/relationships/hyperlink" Target="https://docs.langchain.com/oss/python/langgraph/overview" TargetMode="External" Id="Rdd56d5044b9f47d9" /><ns0:Relationship Type="http://schemas.openxmlformats.org/officeDocument/2006/relationships/image" Target="/ppt/media/image4.png" Id="Rb40f5b506a55462b" /><ns0:Relationship Type="http://schemas.openxmlformats.org/officeDocument/2006/relationships/hyperlink" Target="https://docs.crewai.com/en/introduction" TargetMode="External" Id="Rb477aee55f2d43bc" /><ns0:Relationship Type="http://schemas.openxmlformats.org/officeDocument/2006/relationships/image" Target="/ppt/media/image5.png" Id="R793ef76b95cf4ccf" /><ns0:Relationship Type="http://schemas.openxmlformats.org/officeDocument/2006/relationships/hyperlink" Target="https://microsoft.github.io/autogen/stable/" TargetMode="External" Id="Rd965344d6f0a4f37" /><ns0:Relationship Type="http://schemas.openxmlformats.org/officeDocument/2006/relationships/image" Target="/ppt/media/image6.png" Id="Rbe369619bc984502" /><ns0:Relationship Type="http://schemas.openxmlformats.org/officeDocument/2006/relationships/hyperlink" Target="https://learn.microsoft.com/en-us/semantic-kernel/overview/" TargetMode="External" Id="Re31b51cb3727450d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31a926deec7844dc" /><ns0:Relationship Type="http://schemas.openxmlformats.org/officeDocument/2006/relationships/image" Target="/ppt/media/image7.png" Id="R88199afc257b41eb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c5bcd259ea804750" /><ns0:Relationship Type="http://schemas.openxmlformats.org/officeDocument/2006/relationships/image" Target="/ppt/media/image8.png" Id="R331b2d84d5a84345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2814fbdf57124fcb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618a7300cbf243c0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89064bf0a82144f4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074b69a0c3a47bd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d28379d7c45a41b4" /></ns0: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6841036ed34f4cab" /></ns0:Relationships>
</file>

<file path=ppt/slides/_rels/slide1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1c5dc75b13d4b39" /></ns0:Relationships>
</file>

<file path=ppt/slides/_rels/slide1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1fa6a3fa33ed4fe8" /></ns0:Relationships>
</file>

<file path=ppt/slides/_rels/slide1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dfe7bbc08f4a493b" /><ns0:Relationship Type="http://schemas.openxmlformats.org/officeDocument/2006/relationships/hyperlink" Target="../Code/01_langgraph.ipynb" TargetMode="External" Id="Rc06b88c4888c4697" /></ns0:Relationships>
</file>

<file path=ppt/slides/_rels/slide1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2e501ebc00804d47" /></ns0:Relationships>
</file>

<file path=ppt/slides/_rels/slide1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37c1cec07d8442a7" /><ns0:Relationship Type="http://schemas.openxmlformats.org/officeDocument/2006/relationships/hyperlink" Target="../Code/01_langgraph.ipynb" TargetMode="External" Id="R83db730caff44a51" /></ns0:Relationships>
</file>

<file path=ppt/slides/_rels/slide1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e5eec4c77144520" /></ns0:Relationships>
</file>

<file path=ppt/slides/_rels/slide1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b23ed127e6bb40c0" /><ns0:Relationship Type="http://schemas.openxmlformats.org/officeDocument/2006/relationships/hyperlink" Target="../Code/01_langgraph.ipynb" TargetMode="External" Id="R4d21f7d86f4f42b0" /></ns0:Relationships>
</file>

<file path=ppt/slides/_rels/slide1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8e9f2bd88b3463b" /><ns0:Relationship Type="http://schemas.openxmlformats.org/officeDocument/2006/relationships/hyperlink" Target="../Code/01_langgraph.ipynb" TargetMode="External" Id="R2f019b7f3bef4a7f" /></ns0:Relationships>
</file>

<file path=ppt/slides/_rels/slide2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a3e665b6a3d44dff" /><ns0:Relationship Type="http://schemas.openxmlformats.org/officeDocument/2006/relationships/hyperlink" Target="../Code/01_langgraph.ipynb" TargetMode="External" Id="R3f9e9ed6517f4439" /></ns0:Relationships>
</file>

<file path=ppt/slides/_rels/slide2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f6371b9d5ddc4512" /></ns0:Relationships>
</file>

<file path=ppt/slides/_rels/slide2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a4e1798508eb4837" /><ns0:Relationship Type="http://schemas.openxmlformats.org/officeDocument/2006/relationships/hyperlink" Target="https://docs.langchain.com/oss/python/langgraph/overview" TargetMode="External" Id="R548b9d8032eb4d66" /><ns0:Relationship Type="http://schemas.openxmlformats.org/officeDocument/2006/relationships/hyperlink" Target="https://docs.langchain.com/oss/python/langgraph/overview" TargetMode="External" Id="Rdddaafd0e7174cdc" /><ns0:Relationship Type="http://schemas.openxmlformats.org/officeDocument/2006/relationships/hyperlink" Target="https://docs.crewai.com/en/introduction" TargetMode="External" Id="R76eb2cde5e384c1a" /><ns0:Relationship Type="http://schemas.openxmlformats.org/officeDocument/2006/relationships/hyperlink" Target="https://docs.crewai.com/en/introduction" TargetMode="External" Id="Rf536709f1df34645" /><ns0:Relationship Type="http://schemas.openxmlformats.org/officeDocument/2006/relationships/hyperlink" Target="https://microsoft.github.io/autogen/stable/" TargetMode="External" Id="R4ce2a95861994a97" /><ns0:Relationship Type="http://schemas.openxmlformats.org/officeDocument/2006/relationships/hyperlink" Target="https://microsoft.github.io/autogen/stable/" TargetMode="External" Id="R039332f551134de2" /><ns0:Relationship Type="http://schemas.openxmlformats.org/officeDocument/2006/relationships/hyperlink" Target="https://learn.microsoft.com/en-us/semantic-kernel/overview/" TargetMode="External" Id="Rb5241ac4bdaf4d30" /><ns0:Relationship Type="http://schemas.openxmlformats.org/officeDocument/2006/relationships/hyperlink" Target="https://learn.microsoft.com/en-us/semantic-kernel/overview/" TargetMode="External" Id="R701fc648bebd46cb" /><ns0:Relationship Type="http://schemas.openxmlformats.org/officeDocument/2006/relationships/hyperlink" Target="https://webthesis.biblio.polito.it/39944/?template=default" TargetMode="External" Id="Rc5057b76f9324a80" /><ns0:Relationship Type="http://schemas.openxmlformats.org/officeDocument/2006/relationships/hyperlink" Target="https://webthesis.biblio.polito.it/39944/?template=default" TargetMode="External" Id="R32dcdc88971b4f7b" /><ns0:Relationship Type="http://schemas.openxmlformats.org/officeDocument/2006/relationships/hyperlink" Target="https://arxiv.org/abs/2508.10146" TargetMode="External" Id="R77a6d459adbe4838" /><ns0:Relationship Type="http://schemas.openxmlformats.org/officeDocument/2006/relationships/hyperlink" Target="https://arxiv.org/abs/2508.10146" TargetMode="External" Id="Rc61a1550ce72455d" /><ns0:Relationship Type="http://schemas.openxmlformats.org/officeDocument/2006/relationships/hyperlink" Target="https://docs.langchain.com/oss/python/langgraph/persistence" TargetMode="External" Id="Rd7e38570eb8a4268" /><ns0:Relationship Type="http://schemas.openxmlformats.org/officeDocument/2006/relationships/hyperlink" Target="https://docs.langchain.com/oss/python/langgraph/persistence" TargetMode="External" Id="R66b86d228a0c49b6" /><ns0:Relationship Type="http://schemas.openxmlformats.org/officeDocument/2006/relationships/hyperlink" Target="https://docs.langchain.com/oss/python/langgraph/quickstart" TargetMode="External" Id="R9830f8bf24ad4ceb" /><ns0:Relationship Type="http://schemas.openxmlformats.org/officeDocument/2006/relationships/hyperlink" Target="https://docs.langchain.com/oss/python/langgraph/quickstart" TargetMode="External" Id="R260a15d7bf634df7" /></ns0:Relationships>
</file>

<file path=ppt/slides/_rels/slide2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c580c83b0c948c6" /><ns0:Relationship Type="http://schemas.openxmlformats.org/officeDocument/2006/relationships/hyperlink" Target="https://docs.langchain.com/oss/python/langgraph/graph-api" TargetMode="External" Id="R941cc81b167646eb" /><ns0:Relationship Type="http://schemas.openxmlformats.org/officeDocument/2006/relationships/hyperlink" Target="https://docs.langchain.com/oss/python/langgraph/graph-api" TargetMode="External" Id="Rfec3bb7d184d4eae" /><ns0:Relationship Type="http://schemas.openxmlformats.org/officeDocument/2006/relationships/hyperlink" Target="https://docs.langchain.com/oss/python/langchain/overview" TargetMode="External" Id="Rd26c75cf86554786" /><ns0:Relationship Type="http://schemas.openxmlformats.org/officeDocument/2006/relationships/hyperlink" Target="https://docs.langchain.com/oss/python/langchain/overview" TargetMode="External" Id="Rd2e878b4e36b487c" /><ns0:Relationship Type="http://schemas.openxmlformats.org/officeDocument/2006/relationships/hyperlink" Target="https://docs.langchain.com/langsmith/home" TargetMode="External" Id="R068b0a89b6e342fd" /><ns0:Relationship Type="http://schemas.openxmlformats.org/officeDocument/2006/relationships/hyperlink" Target="https://docs.langchain.com/langsmith/home" TargetMode="External" Id="R752dbcde39464763" /></ns0: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23E2CA0-25C4-4FBC-91B7-70ECAD48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0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Alessandro Emmanuel Pecora · 30 October 2026</a:t>
            </a:r>
            <a:endParaRPr sz="11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671F37A-9C3B-4F2D-951B-FB8AADDF2EF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01662c45bd47f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7" name="m0-text-1">
            <a:extLst xmlns:a="http://schemas.openxmlformats.org/drawingml/2006/main">
              <a:ext uri="{FF2B5EF4-FFF2-40B4-BE49-F238E27FC236}">
                <a16:creationId xmlns:a16="http://schemas.microsoft.com/office/drawing/2014/main" id="{42240BCB-CB11-468E-AB0E-9B00F39E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Module 2 - Chapter 01</a:t>
            </a:r>
          </a:p>
          <a:p xmlns:a="http://schemas.openxmlformats.org/drawingml/2006/main">
            <a:pPr>
              <a:buNone/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Agentic Frameworks and LangGraph</a:t>
            </a:r>
          </a:p>
        </p:txBody>
      </p:sp>
      <p:sp>
        <p:nvSpPr>
          <p:cNvPr id="29" name="m1-text-266">
            <a:extLst xmlns:a="http://schemas.openxmlformats.org/drawingml/2006/main">
              <a:ext uri="{FF2B5EF4-FFF2-40B4-BE49-F238E27FC236}">
                <a16:creationId xmlns:a16="http://schemas.microsoft.com/office/drawing/2014/main" id="{3BB0F476-8304-4F09-BB14-952D406D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14900"/>
            <a:ext cx="352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1" name="c2-text-33">
            <a:extLst xmlns:a="http://schemas.openxmlformats.org/drawingml/2006/main">
              <a:ext uri="{FF2B5EF4-FFF2-40B4-BE49-F238E27FC236}">
                <a16:creationId xmlns:a16="http://schemas.microsoft.com/office/drawing/2014/main" id="{BDE23DF7-EB72-4801-8530-87C0CD00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3" name="c2-text-151">
            <a:extLst xmlns:a="http://schemas.openxmlformats.org/drawingml/2006/main">
              <a:ext uri="{FF2B5EF4-FFF2-40B4-BE49-F238E27FC236}">
                <a16:creationId xmlns:a16="http://schemas.microsoft.com/office/drawing/2014/main" id="{6AFF5EB8-9E72-4719-9542-1566CA77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5" name="c2-text-197">
            <a:extLst xmlns:a="http://schemas.openxmlformats.org/drawingml/2006/main">
              <a:ext uri="{FF2B5EF4-FFF2-40B4-BE49-F238E27FC236}">
                <a16:creationId xmlns:a16="http://schemas.microsoft.com/office/drawing/2014/main" id="{873E902F-219A-4954-B177-DD955470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7" name="c2-text-223">
            <a:extLst xmlns:a="http://schemas.openxmlformats.org/drawingml/2006/main">
              <a:ext uri="{FF2B5EF4-FFF2-40B4-BE49-F238E27FC236}">
                <a16:creationId xmlns:a16="http://schemas.microsoft.com/office/drawing/2014/main" id="{A305475C-F33A-453B-BD1E-35E07D3E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9" name="c2-text-217">
            <a:extLst xmlns:a="http://schemas.openxmlformats.org/drawingml/2006/main">
              <a:ext uri="{FF2B5EF4-FFF2-40B4-BE49-F238E27FC236}">
                <a16:creationId xmlns:a16="http://schemas.microsoft.com/office/drawing/2014/main" id="{7B5494E3-495E-4E40-A97B-845CBC97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1" name="c2-text-198">
            <a:extLst xmlns:a="http://schemas.openxmlformats.org/drawingml/2006/main">
              <a:ext uri="{FF2B5EF4-FFF2-40B4-BE49-F238E27FC236}">
                <a16:creationId xmlns:a16="http://schemas.microsoft.com/office/drawing/2014/main" id="{70AC672E-C96B-41A3-B850-987365D0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3" name="c2-text-211">
            <a:extLst xmlns:a="http://schemas.openxmlformats.org/drawingml/2006/main">
              <a:ext uri="{FF2B5EF4-FFF2-40B4-BE49-F238E27FC236}">
                <a16:creationId xmlns:a16="http://schemas.microsoft.com/office/drawing/2014/main" id="{DCB5F5CB-2D5B-422D-B5DF-6E628156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5" name="c2-text-220">
            <a:extLst xmlns:a="http://schemas.openxmlformats.org/drawingml/2006/main">
              <a:ext uri="{FF2B5EF4-FFF2-40B4-BE49-F238E27FC236}">
                <a16:creationId xmlns:a16="http://schemas.microsoft.com/office/drawing/2014/main" id="{E51B7192-FD18-487B-8BD5-C7554404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7" name="c2-text-265">
            <a:extLst xmlns:a="http://schemas.openxmlformats.org/drawingml/2006/main">
              <a:ext uri="{FF2B5EF4-FFF2-40B4-BE49-F238E27FC236}">
                <a16:creationId xmlns:a16="http://schemas.microsoft.com/office/drawing/2014/main" id="{DDB11875-B60B-4CD9-87A5-5274469B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9" name="c2-text-282">
            <a:extLst xmlns:a="http://schemas.openxmlformats.org/drawingml/2006/main">
              <a:ext uri="{FF2B5EF4-FFF2-40B4-BE49-F238E27FC236}">
                <a16:creationId xmlns:a16="http://schemas.microsoft.com/office/drawing/2014/main" id="{F5485890-4DD9-408B-B0E0-2577FD1A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51" name="c2-text-275">
            <a:extLst xmlns:a="http://schemas.openxmlformats.org/drawingml/2006/main">
              <a:ext uri="{FF2B5EF4-FFF2-40B4-BE49-F238E27FC236}">
                <a16:creationId xmlns:a16="http://schemas.microsoft.com/office/drawing/2014/main" id="{2FADCB92-2930-4079-9725-B8A8EC75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53" name="c3-text-378">
            <a:extLst xmlns:a="http://schemas.openxmlformats.org/drawingml/2006/main">
              <a:ext uri="{FF2B5EF4-FFF2-40B4-BE49-F238E27FC236}">
                <a16:creationId xmlns:a16="http://schemas.microsoft.com/office/drawing/2014/main" id="{9F36D462-7F58-4A65-BB10-9A4258F7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486153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3-text-1">
            <a:extLst xmlns:a="http://schemas.openxmlformats.org/drawingml/2006/main">
              <a:ext uri="{FF2B5EF4-FFF2-40B4-BE49-F238E27FC236}">
                <a16:creationId xmlns:a16="http://schemas.microsoft.com/office/drawing/2014/main" id="{44104240-7374-4817-A87D-91A43F52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2">
            <a:extLst xmlns:a="http://schemas.openxmlformats.org/drawingml/2006/main">
              <a:ext uri="{FF2B5EF4-FFF2-40B4-BE49-F238E27FC236}">
                <a16:creationId xmlns:a16="http://schemas.microsoft.com/office/drawing/2014/main" id="{83B79D81-71F9-4886-8B29-33ADFDA4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Why Agentic Frameworks? [5] [6]</a:t>
            </a:r>
          </a:p>
        </p:txBody>
      </p:sp>
      <p:sp>
        <p:nvSpPr>
          <p:cNvPr id="3" name="c3-text-3">
            <a:extLst xmlns:a="http://schemas.openxmlformats.org/drawingml/2006/main">
              <a:ext uri="{FF2B5EF4-FFF2-40B4-BE49-F238E27FC236}">
                <a16:creationId xmlns:a16="http://schemas.microsoft.com/office/drawing/2014/main" id="{202E701C-BD40-45D0-8C54-0288C6E7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01</a:t>
            </a:r>
          </a:p>
        </p:txBody>
      </p:sp>
      <p:sp>
        <p:nvSpPr>
          <p:cNvPr id="4" name="c3-shape-4">
            <a:extLst xmlns:a="http://schemas.openxmlformats.org/drawingml/2006/main">
              <a:ext uri="{FF2B5EF4-FFF2-40B4-BE49-F238E27FC236}">
                <a16:creationId xmlns:a16="http://schemas.microsoft.com/office/drawing/2014/main" id="{DBA3D037-E5E5-4FB2-BEA8-43E34E17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251460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5" name="c3-shape-5">
            <a:extLst xmlns:a="http://schemas.openxmlformats.org/drawingml/2006/main">
              <a:ext uri="{FF2B5EF4-FFF2-40B4-BE49-F238E27FC236}">
                <a16:creationId xmlns:a16="http://schemas.microsoft.com/office/drawing/2014/main" id="{8A1D0112-DCFE-42B2-9F2B-8CBA7CDF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6" name="c3-text-6">
            <a:extLst xmlns:a="http://schemas.openxmlformats.org/drawingml/2006/main">
              <a:ext uri="{FF2B5EF4-FFF2-40B4-BE49-F238E27FC236}">
                <a16:creationId xmlns:a16="http://schemas.microsoft.com/office/drawing/2014/main" id="{81412C67-A9D6-4547-A88F-295E7B97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Tools and memory</a:t>
            </a:r>
          </a:p>
        </p:txBody>
      </p:sp>
      <p:sp>
        <p:nvSpPr>
          <p:cNvPr id="7" name="c3-text-7">
            <a:extLst xmlns:a="http://schemas.openxmlformats.org/drawingml/2006/main">
              <a:ext uri="{FF2B5EF4-FFF2-40B4-BE49-F238E27FC236}">
                <a16:creationId xmlns:a16="http://schemas.microsoft.com/office/drawing/2014/main" id="{39261D0A-60F6-4C92-B13E-E126188B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21336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Call external functions.</a:t>
            </a:r>
          </a:p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Keep the conversation context.</a:t>
            </a:r>
          </a:p>
        </p:txBody>
      </p:sp>
      <p:sp>
        <p:nvSpPr>
          <p:cNvPr id="8" name="c3-shape-8">
            <a:extLst xmlns:a="http://schemas.openxmlformats.org/drawingml/2006/main">
              <a:ext uri="{FF2B5EF4-FFF2-40B4-BE49-F238E27FC236}">
                <a16:creationId xmlns:a16="http://schemas.microsoft.com/office/drawing/2014/main" id="{7CD80BD1-5676-47F5-86B7-5195CCE4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85925"/>
            <a:ext cx="251460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9" name="c3-shape-9">
            <a:extLst xmlns:a="http://schemas.openxmlformats.org/drawingml/2006/main">
              <a:ext uri="{FF2B5EF4-FFF2-40B4-BE49-F238E27FC236}">
                <a16:creationId xmlns:a16="http://schemas.microsoft.com/office/drawing/2014/main" id="{DDF39FA9-3397-40EE-BB9D-C995E9D5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47850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0" name="c3-text-10">
            <a:extLst xmlns:a="http://schemas.openxmlformats.org/drawingml/2006/main">
              <a:ext uri="{FF2B5EF4-FFF2-40B4-BE49-F238E27FC236}">
                <a16:creationId xmlns:a16="http://schemas.microsoft.com/office/drawing/2014/main" id="{64D9BCF5-9ED8-4B85-9640-B758ED65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431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Communication</a:t>
            </a:r>
          </a:p>
        </p:txBody>
      </p:sp>
      <p:sp>
        <p:nvSpPr>
          <p:cNvPr id="11" name="c3-text-11">
            <a:extLst xmlns:a="http://schemas.openxmlformats.org/drawingml/2006/main">
              <a:ext uri="{FF2B5EF4-FFF2-40B4-BE49-F238E27FC236}">
                <a16:creationId xmlns:a16="http://schemas.microsoft.com/office/drawing/2014/main" id="{BC00DBB7-C8AA-48B4-A612-5F88CB9B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86000"/>
            <a:ext cx="21336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Coordinate steps, agents and the people involved.</a:t>
            </a:r>
          </a:p>
        </p:txBody>
      </p:sp>
      <p:sp>
        <p:nvSpPr>
          <p:cNvPr id="12" name="c3-shape-12">
            <a:extLst xmlns:a="http://schemas.openxmlformats.org/drawingml/2006/main">
              <a:ext uri="{FF2B5EF4-FFF2-40B4-BE49-F238E27FC236}">
                <a16:creationId xmlns:a16="http://schemas.microsoft.com/office/drawing/2014/main" id="{EEC26C9C-5CFF-4B40-8D4C-29BF7E47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85925"/>
            <a:ext cx="251460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3" name="c3-shape-13">
            <a:extLst xmlns:a="http://schemas.openxmlformats.org/drawingml/2006/main">
              <a:ext uri="{FF2B5EF4-FFF2-40B4-BE49-F238E27FC236}">
                <a16:creationId xmlns:a16="http://schemas.microsoft.com/office/drawing/2014/main" id="{156139D6-EF3E-466F-B27D-391E28A1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47850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14" name="c3-text-14">
            <a:extLst xmlns:a="http://schemas.openxmlformats.org/drawingml/2006/main">
              <a:ext uri="{FF2B5EF4-FFF2-40B4-BE49-F238E27FC236}">
                <a16:creationId xmlns:a16="http://schemas.microsoft.com/office/drawing/2014/main" id="{A2AA37E9-7E6F-4840-B52D-E30DA554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431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Reliability</a:t>
            </a:r>
          </a:p>
        </p:txBody>
      </p:sp>
      <p:sp>
        <p:nvSpPr>
          <p:cNvPr id="15" name="c3-text-15">
            <a:extLst xmlns:a="http://schemas.openxmlformats.org/drawingml/2006/main">
              <a:ext uri="{FF2B5EF4-FFF2-40B4-BE49-F238E27FC236}">
                <a16:creationId xmlns:a16="http://schemas.microsoft.com/office/drawing/2014/main" id="{EB5B2435-AB8D-4275-A427-1EA02C21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86000"/>
            <a:ext cx="21336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Checks, guardrails and recovery after failures.</a:t>
            </a:r>
          </a:p>
        </p:txBody>
      </p:sp>
      <p:sp>
        <p:nvSpPr>
          <p:cNvPr id="16" name="c3-shape-16">
            <a:extLst xmlns:a="http://schemas.openxmlformats.org/drawingml/2006/main">
              <a:ext uri="{FF2B5EF4-FFF2-40B4-BE49-F238E27FC236}">
                <a16:creationId xmlns:a16="http://schemas.microsoft.com/office/drawing/2014/main" id="{5830D326-A9AD-4B06-A19B-1AB7B519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9248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7" name="c3-text-17">
            <a:extLst xmlns:a="http://schemas.openxmlformats.org/drawingml/2006/main">
              <a:ext uri="{FF2B5EF4-FFF2-40B4-BE49-F238E27FC236}">
                <a16:creationId xmlns:a16="http://schemas.microsoft.com/office/drawing/2014/main" id="{477B126D-6D82-4D22-B373-CF63A6E5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7543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Ready-made abstractions instead of building every component from scratch.</a:t>
            </a:r>
          </a:p>
        </p:txBody>
      </p:sp>
      <p:sp>
        <p:nvSpPr>
          <p:cNvPr id="18" name="c3-text-379">
            <a:extLst xmlns:a="http://schemas.openxmlformats.org/drawingml/2006/main">
              <a:ext uri="{FF2B5EF4-FFF2-40B4-BE49-F238E27FC236}">
                <a16:creationId xmlns:a16="http://schemas.microsoft.com/office/drawing/2014/main" id="{89A6740B-74AE-4D09-B793-F683EFD5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804397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c3-text-18">
            <a:extLst xmlns:a="http://schemas.openxmlformats.org/drawingml/2006/main">
              <a:ext uri="{FF2B5EF4-FFF2-40B4-BE49-F238E27FC236}">
                <a16:creationId xmlns:a16="http://schemas.microsoft.com/office/drawing/2014/main" id="{A0784229-1898-4627-8B41-51D90B39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9">
            <a:extLst xmlns:a="http://schemas.openxmlformats.org/drawingml/2006/main">
              <a:ext uri="{FF2B5EF4-FFF2-40B4-BE49-F238E27FC236}">
                <a16:creationId xmlns:a16="http://schemas.microsoft.com/office/drawing/2014/main" id="{CE90308C-0504-4817-891A-1A9856B9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Agentic Frameworks [5] [6]</a:t>
            </a:r>
          </a:p>
        </p:txBody>
      </p:sp>
      <p:sp>
        <p:nvSpPr>
          <p:cNvPr id="3" name="c3-text-20">
            <a:extLst xmlns:a="http://schemas.openxmlformats.org/drawingml/2006/main">
              <a:ext uri="{FF2B5EF4-FFF2-40B4-BE49-F238E27FC236}">
                <a16:creationId xmlns:a16="http://schemas.microsoft.com/office/drawing/2014/main" id="{02BB7646-8859-45C0-857A-157ADA54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01</a:t>
            </a:r>
          </a:p>
        </p:txBody>
      </p:sp>
      <p:sp>
        <p:nvSpPr>
          <p:cNvPr id="4" name="c3-shape-21">
            <a:extLst xmlns:a="http://schemas.openxmlformats.org/drawingml/2006/main">
              <a:ext uri="{FF2B5EF4-FFF2-40B4-BE49-F238E27FC236}">
                <a16:creationId xmlns:a16="http://schemas.microsoft.com/office/drawing/2014/main" id="{1BFFE7EC-54E5-4533-9BA5-78D5DC69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8669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9DEE7"/>
            </a:solidFill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70da77fabe4027"/>
          <a:stretch xmlns:a="http://schemas.openxmlformats.org/drawingml/2006/main"/>
        </p:blipFill>
        <p:spPr>
          <a:xfrm xmlns:a="http://schemas.openxmlformats.org/drawingml/2006/main">
            <a:off x="742950" y="1847789"/>
            <a:ext cx="1600200" cy="343023"/>
          </a:xfrm>
          <a:prstGeom xmlns:a="http://schemas.openxmlformats.org/drawingml/2006/main" prst="rect">
            <a:avLst/>
          </a:prstGeom>
        </p:spPr>
      </p:pic>
      <p:sp>
        <p:nvSpPr>
          <p:cNvPr id="6" name="c3-text-22">
            <a:hlinkClick xmlns:r="http://schemas.openxmlformats.org/officeDocument/2006/relationships" xmlns:a="http://schemas.openxmlformats.org/drawingml/2006/main" r:id="Rdd56d5044b9f47d9"/>
            <a:extLst xmlns:a="http://schemas.openxmlformats.org/drawingml/2006/main">
              <a:ext uri="{FF2B5EF4-FFF2-40B4-BE49-F238E27FC236}">
                <a16:creationId xmlns:a16="http://schemas.microsoft.com/office/drawing/2014/main" id="{A0103470-E0D3-47F3-921E-BC346D11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75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LangGraph [1]</a:t>
            </a:r>
          </a:p>
        </p:txBody>
      </p:sp>
      <p:sp>
        <p:nvSpPr>
          <p:cNvPr id="7" name="c3-text-23">
            <a:extLst xmlns:a="http://schemas.openxmlformats.org/drawingml/2006/main">
              <a:ext uri="{FF2B5EF4-FFF2-40B4-BE49-F238E27FC236}">
                <a16:creationId xmlns:a16="http://schemas.microsoft.com/office/drawing/2014/main" id="{1F379366-A4AA-4ABD-A384-8DAC8670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State and graph</a:t>
            </a:r>
          </a:p>
        </p:txBody>
      </p:sp>
      <p:sp>
        <p:nvSpPr>
          <p:cNvPr id="8" name="c3-text-24">
            <a:extLst xmlns:a="http://schemas.openxmlformats.org/drawingml/2006/main">
              <a:ext uri="{FF2B5EF4-FFF2-40B4-BE49-F238E27FC236}">
                <a16:creationId xmlns:a16="http://schemas.microsoft.com/office/drawing/2014/main" id="{93AF0C8A-1DF7-43E9-B717-1EB0F0E9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866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Explicit loops and branching</a:t>
            </a:r>
          </a:p>
        </p:txBody>
      </p:sp>
      <p:sp>
        <p:nvSpPr>
          <p:cNvPr id="9" name="c3-shape-25">
            <a:extLst xmlns:a="http://schemas.openxmlformats.org/drawingml/2006/main">
              <a:ext uri="{FF2B5EF4-FFF2-40B4-BE49-F238E27FC236}">
                <a16:creationId xmlns:a16="http://schemas.microsoft.com/office/drawing/2014/main" id="{0DC88332-DE8B-4ACA-B585-9A37FF60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581150"/>
            <a:ext cx="18669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9DEE7"/>
            </a:solidFill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0f5b506a55462b"/>
          <a:stretch xmlns:a="http://schemas.openxmlformats.org/drawingml/2006/main"/>
        </p:blipFill>
        <p:spPr>
          <a:xfrm xmlns:a="http://schemas.openxmlformats.org/drawingml/2006/main">
            <a:off x="2762250" y="1784488"/>
            <a:ext cx="1600200" cy="469624"/>
          </a:xfrm>
          <a:prstGeom xmlns:a="http://schemas.openxmlformats.org/drawingml/2006/main" prst="rect">
            <a:avLst/>
          </a:prstGeom>
        </p:spPr>
      </p:pic>
      <p:sp>
        <p:nvSpPr>
          <p:cNvPr id="11" name="c3-text-26">
            <a:hlinkClick xmlns:r="http://schemas.openxmlformats.org/officeDocument/2006/relationships" xmlns:a="http://schemas.openxmlformats.org/drawingml/2006/main" r:id="Rb477aee55f2d43bc"/>
            <a:extLst xmlns:a="http://schemas.openxmlformats.org/drawingml/2006/main">
              <a:ext uri="{FF2B5EF4-FFF2-40B4-BE49-F238E27FC236}">
                <a16:creationId xmlns:a16="http://schemas.microsoft.com/office/drawing/2014/main" id="{FEDCCC73-A981-49E7-B649-1F0C80BA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55270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575" b="0" u="sng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CrewAI [2]</a:t>
            </a:r>
          </a:p>
        </p:txBody>
      </p:sp>
      <p:sp>
        <p:nvSpPr>
          <p:cNvPr id="12" name="c3-text-27">
            <a:extLst xmlns:a="http://schemas.openxmlformats.org/drawingml/2006/main">
              <a:ext uri="{FF2B5EF4-FFF2-40B4-BE49-F238E27FC236}">
                <a16:creationId xmlns:a16="http://schemas.microsoft.com/office/drawing/2014/main" id="{C84F0DF8-468A-4AE2-BC1B-180F8409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95600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Roles and tasks</a:t>
            </a:r>
          </a:p>
        </p:txBody>
      </p:sp>
      <p:sp>
        <p:nvSpPr>
          <p:cNvPr id="13" name="c3-text-28">
            <a:extLst xmlns:a="http://schemas.openxmlformats.org/drawingml/2006/main">
              <a:ext uri="{FF2B5EF4-FFF2-40B4-BE49-F238E27FC236}">
                <a16:creationId xmlns:a16="http://schemas.microsoft.com/office/drawing/2014/main" id="{DE96152D-A890-40FA-A323-6CFDE000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409950"/>
            <a:ext cx="1866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Coordinated agent teams</a:t>
            </a:r>
          </a:p>
        </p:txBody>
      </p:sp>
      <p:sp>
        <p:nvSpPr>
          <p:cNvPr id="14" name="c3-shape-29">
            <a:extLst xmlns:a="http://schemas.openxmlformats.org/drawingml/2006/main">
              <a:ext uri="{FF2B5EF4-FFF2-40B4-BE49-F238E27FC236}">
                <a16:creationId xmlns:a16="http://schemas.microsoft.com/office/drawing/2014/main" id="{F790D51A-603C-4FDA-83FB-00ADC1DE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581150"/>
            <a:ext cx="18669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9DEE7"/>
            </a:solidFill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3ef76b95cf4ccf"/>
          <a:stretch xmlns:a="http://schemas.openxmlformats.org/drawingml/2006/main"/>
        </p:blipFill>
        <p:spPr>
          <a:xfrm xmlns:a="http://schemas.openxmlformats.org/drawingml/2006/main">
            <a:off x="5215890" y="1695450"/>
            <a:ext cx="731520" cy="647700"/>
          </a:xfrm>
          <a:prstGeom xmlns:a="http://schemas.openxmlformats.org/drawingml/2006/main" prst="rect">
            <a:avLst/>
          </a:prstGeom>
        </p:spPr>
      </p:pic>
      <p:sp>
        <p:nvSpPr>
          <p:cNvPr id="16" name="c3-text-30">
            <a:hlinkClick xmlns:r="http://schemas.openxmlformats.org/officeDocument/2006/relationships" xmlns:a="http://schemas.openxmlformats.org/drawingml/2006/main" r:id="Rd965344d6f0a4f37"/>
            <a:extLst xmlns:a="http://schemas.openxmlformats.org/drawingml/2006/main">
              <a:ext uri="{FF2B5EF4-FFF2-40B4-BE49-F238E27FC236}">
                <a16:creationId xmlns:a16="http://schemas.microsoft.com/office/drawing/2014/main" id="{03582433-10CD-4999-AFAB-194FD058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5270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575" b="0" u="sng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AutoGen [3]</a:t>
            </a:r>
          </a:p>
        </p:txBody>
      </p:sp>
      <p:sp>
        <p:nvSpPr>
          <p:cNvPr id="17" name="c3-text-31">
            <a:extLst xmlns:a="http://schemas.openxmlformats.org/drawingml/2006/main">
              <a:ext uri="{FF2B5EF4-FFF2-40B4-BE49-F238E27FC236}">
                <a16:creationId xmlns:a16="http://schemas.microsoft.com/office/drawing/2014/main" id="{E4456C77-2556-4841-99D4-413DE65D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95600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Messages and teams</a:t>
            </a:r>
          </a:p>
        </p:txBody>
      </p:sp>
      <p:sp>
        <p:nvSpPr>
          <p:cNvPr id="18" name="c3-text-32">
            <a:extLst xmlns:a="http://schemas.openxmlformats.org/drawingml/2006/main">
              <a:ext uri="{FF2B5EF4-FFF2-40B4-BE49-F238E27FC236}">
                <a16:creationId xmlns:a16="http://schemas.microsoft.com/office/drawing/2014/main" id="{4155FB22-3D60-468B-BFC7-E5DCED89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09950"/>
            <a:ext cx="1866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Agent conversations</a:t>
            </a:r>
          </a:p>
        </p:txBody>
      </p:sp>
      <p:sp>
        <p:nvSpPr>
          <p:cNvPr id="19" name="c3-shape-33">
            <a:extLst xmlns:a="http://schemas.openxmlformats.org/drawingml/2006/main">
              <a:ext uri="{FF2B5EF4-FFF2-40B4-BE49-F238E27FC236}">
                <a16:creationId xmlns:a16="http://schemas.microsoft.com/office/drawing/2014/main" id="{AFACC0A4-0608-474E-8822-D6779682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81150"/>
            <a:ext cx="18669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9DEE7"/>
            </a:solidFill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369619bc984502"/>
          <a:stretch xmlns:a="http://schemas.openxmlformats.org/drawingml/2006/main"/>
        </p:blipFill>
        <p:spPr>
          <a:xfrm xmlns:a="http://schemas.openxmlformats.org/drawingml/2006/main">
            <a:off x="7277916" y="1695450"/>
            <a:ext cx="646069" cy="647700"/>
          </a:xfrm>
          <a:prstGeom xmlns:a="http://schemas.openxmlformats.org/drawingml/2006/main" prst="rect">
            <a:avLst/>
          </a:prstGeom>
        </p:spPr>
      </p:pic>
      <p:sp>
        <p:nvSpPr>
          <p:cNvPr id="21" name="c3-text-34">
            <a:hlinkClick xmlns:r="http://schemas.openxmlformats.org/officeDocument/2006/relationships" xmlns:a="http://schemas.openxmlformats.org/drawingml/2006/main" r:id="Re31b51cb3727450d"/>
            <a:extLst xmlns:a="http://schemas.openxmlformats.org/drawingml/2006/main">
              <a:ext uri="{FF2B5EF4-FFF2-40B4-BE49-F238E27FC236}">
                <a16:creationId xmlns:a16="http://schemas.microsoft.com/office/drawing/2014/main" id="{6BEB82DB-057B-4D3A-8084-5E2E9BAF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5270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575" b="0" u="sng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Semantic Kernel [4]</a:t>
            </a:r>
          </a:p>
        </p:txBody>
      </p:sp>
      <p:sp>
        <p:nvSpPr>
          <p:cNvPr id="22" name="c3-text-35">
            <a:extLst xmlns:a="http://schemas.openxmlformats.org/drawingml/2006/main">
              <a:ext uri="{FF2B5EF4-FFF2-40B4-BE49-F238E27FC236}">
                <a16:creationId xmlns:a16="http://schemas.microsoft.com/office/drawing/2014/main" id="{DC29A936-71ED-4F4D-96FC-28BA4F1A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95600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Plugins and functions</a:t>
            </a:r>
          </a:p>
        </p:txBody>
      </p:sp>
      <p:sp>
        <p:nvSpPr>
          <p:cNvPr id="23" name="c3-text-36">
            <a:extLst xmlns:a="http://schemas.openxmlformats.org/drawingml/2006/main">
              <a:ext uri="{FF2B5EF4-FFF2-40B4-BE49-F238E27FC236}">
                <a16:creationId xmlns:a16="http://schemas.microsoft.com/office/drawing/2014/main" id="{F4B9FD4C-8DA2-43F9-A233-78989922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09950"/>
            <a:ext cx="1866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 in existing applications</a:t>
            </a:r>
          </a:p>
        </p:txBody>
      </p:sp>
      <p:sp>
        <p:nvSpPr>
          <p:cNvPr id="24" name="c3-shape-37">
            <a:extLst xmlns:a="http://schemas.openxmlformats.org/drawingml/2006/main">
              <a:ext uri="{FF2B5EF4-FFF2-40B4-BE49-F238E27FC236}">
                <a16:creationId xmlns:a16="http://schemas.microsoft.com/office/drawing/2014/main" id="{474DE487-4E8E-4AD4-96E5-DA9C409C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9248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25" name="c3-text-38">
            <a:extLst xmlns:a="http://schemas.openxmlformats.org/drawingml/2006/main">
              <a:ext uri="{FF2B5EF4-FFF2-40B4-BE49-F238E27FC236}">
                <a16:creationId xmlns:a16="http://schemas.microsoft.com/office/drawing/2014/main" id="{08ACDAA4-B142-4A8A-B56A-6E810861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7543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Capabilities overlap; LangGraph makes state and control flow explicit.</a:t>
            </a:r>
          </a:p>
        </p:txBody>
      </p:sp>
      <p:sp>
        <p:nvSpPr>
          <p:cNvPr id="26" name="c3-text-380">
            <a:extLst xmlns:a="http://schemas.openxmlformats.org/drawingml/2006/main">
              <a:ext uri="{FF2B5EF4-FFF2-40B4-BE49-F238E27FC236}">
                <a16:creationId xmlns:a16="http://schemas.microsoft.com/office/drawing/2014/main" id="{07B3C3C6-B5E5-4A28-8A0D-C7F1AC7F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391140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c3-text-39">
            <a:extLst xmlns:a="http://schemas.openxmlformats.org/drawingml/2006/main">
              <a:ext uri="{FF2B5EF4-FFF2-40B4-BE49-F238E27FC236}">
                <a16:creationId xmlns:a16="http://schemas.microsoft.com/office/drawing/2014/main" id="{68F1E450-F7B5-40F7-91B4-8E5B187C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40">
            <a:extLst xmlns:a="http://schemas.openxmlformats.org/drawingml/2006/main">
              <a:ext uri="{FF2B5EF4-FFF2-40B4-BE49-F238E27FC236}">
                <a16:creationId xmlns:a16="http://schemas.microsoft.com/office/drawing/2014/main" id="{350F5EE7-BEBC-431D-AEB9-8DFF1B16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LangChain Components [10] [5]</a:t>
            </a:r>
          </a:p>
        </p:txBody>
      </p:sp>
      <p:sp>
        <p:nvSpPr>
          <p:cNvPr id="3" name="c3-text-41">
            <a:extLst xmlns:a="http://schemas.openxmlformats.org/drawingml/2006/main">
              <a:ext uri="{FF2B5EF4-FFF2-40B4-BE49-F238E27FC236}">
                <a16:creationId xmlns:a16="http://schemas.microsoft.com/office/drawing/2014/main" id="{A1BB81D0-9412-4F18-A882-EEE8B55C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01</a:t>
            </a:r>
          </a:p>
        </p:txBody>
      </p:sp>
      <p:sp>
        <p:nvSpPr>
          <p:cNvPr id="4" name="c3-shape-42">
            <a:extLst xmlns:a="http://schemas.openxmlformats.org/drawingml/2006/main">
              <a:ext uri="{FF2B5EF4-FFF2-40B4-BE49-F238E27FC236}">
                <a16:creationId xmlns:a16="http://schemas.microsoft.com/office/drawing/2014/main" id="{0D612607-72EA-48D8-91A6-51DDFDA6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8580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9DEE7"/>
            </a:solidFill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199afc257b41eb"/>
          <a:stretch xmlns:a="http://schemas.openxmlformats.org/drawingml/2006/main"/>
        </p:blipFill>
        <p:spPr>
          <a:xfrm xmlns:a="http://schemas.openxmlformats.org/drawingml/2006/main">
            <a:off x="6953250" y="806765"/>
            <a:ext cx="1447800" cy="310520"/>
          </a:xfrm>
          <a:prstGeom xmlns:a="http://schemas.openxmlformats.org/drawingml/2006/main" prst="rect">
            <a:avLst/>
          </a:prstGeom>
        </p:spPr>
      </p:pic>
      <p:sp>
        <p:nvSpPr>
          <p:cNvPr id="6" name="c3-shape-43">
            <a:extLst xmlns:a="http://schemas.openxmlformats.org/drawingml/2006/main">
              <a:ext uri="{FF2B5EF4-FFF2-40B4-BE49-F238E27FC236}">
                <a16:creationId xmlns:a16="http://schemas.microsoft.com/office/drawing/2014/main" id="{60B72412-FA36-4EE6-8700-DB2332D6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25146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7" name="c3-shape-44">
            <a:extLst xmlns:a="http://schemas.openxmlformats.org/drawingml/2006/main">
              <a:ext uri="{FF2B5EF4-FFF2-40B4-BE49-F238E27FC236}">
                <a16:creationId xmlns:a16="http://schemas.microsoft.com/office/drawing/2014/main" id="{F8E1BA6B-C7B0-40CE-BF8E-D78739DA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8592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8" name="c3-text-45">
            <a:extLst xmlns:a="http://schemas.openxmlformats.org/drawingml/2006/main">
              <a:ext uri="{FF2B5EF4-FFF2-40B4-BE49-F238E27FC236}">
                <a16:creationId xmlns:a16="http://schemas.microsoft.com/office/drawing/2014/main" id="{4C2D427C-7EF9-4417-88A0-12884A13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8117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Model</a:t>
            </a:r>
          </a:p>
        </p:txBody>
      </p:sp>
      <p:sp>
        <p:nvSpPr>
          <p:cNvPr id="9" name="c3-text-46">
            <a:extLst xmlns:a="http://schemas.openxmlformats.org/drawingml/2006/main">
              <a:ext uri="{FF2B5EF4-FFF2-40B4-BE49-F238E27FC236}">
                <a16:creationId xmlns:a16="http://schemas.microsoft.com/office/drawing/2014/main" id="{EC9976F9-3DAB-4D88-87C7-27102DCD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24075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One interface for many providers.</a:t>
            </a:r>
          </a:p>
        </p:txBody>
      </p:sp>
      <p:sp>
        <p:nvSpPr>
          <p:cNvPr id="10" name="c3-shape-47">
            <a:extLst xmlns:a="http://schemas.openxmlformats.org/drawingml/2006/main">
              <a:ext uri="{FF2B5EF4-FFF2-40B4-BE49-F238E27FC236}">
                <a16:creationId xmlns:a16="http://schemas.microsoft.com/office/drawing/2014/main" id="{5F2948E6-B435-48B2-8C3E-D5E06DC5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24000"/>
            <a:ext cx="25146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1" name="c3-shape-48">
            <a:extLst xmlns:a="http://schemas.openxmlformats.org/drawingml/2006/main">
              <a:ext uri="{FF2B5EF4-FFF2-40B4-BE49-F238E27FC236}">
                <a16:creationId xmlns:a16="http://schemas.microsoft.com/office/drawing/2014/main" id="{D7428EDB-ED1E-47E6-BF26-59A2B550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8592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2" name="c3-text-49">
            <a:extLst xmlns:a="http://schemas.openxmlformats.org/drawingml/2006/main">
              <a:ext uri="{FF2B5EF4-FFF2-40B4-BE49-F238E27FC236}">
                <a16:creationId xmlns:a16="http://schemas.microsoft.com/office/drawing/2014/main" id="{E781A93E-6693-4800-A97D-AB698DEA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8117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Prompt</a:t>
            </a:r>
          </a:p>
        </p:txBody>
      </p:sp>
      <p:sp>
        <p:nvSpPr>
          <p:cNvPr id="13" name="c3-text-50">
            <a:extLst xmlns:a="http://schemas.openxmlformats.org/drawingml/2006/main">
              <a:ext uri="{FF2B5EF4-FFF2-40B4-BE49-F238E27FC236}">
                <a16:creationId xmlns:a16="http://schemas.microsoft.com/office/drawing/2014/main" id="{76C58DC7-D182-4DE6-973E-2EC54389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24075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Reusable templates for model input.</a:t>
            </a:r>
          </a:p>
        </p:txBody>
      </p:sp>
      <p:sp>
        <p:nvSpPr>
          <p:cNvPr id="14" name="c3-shape-51">
            <a:extLst xmlns:a="http://schemas.openxmlformats.org/drawingml/2006/main">
              <a:ext uri="{FF2B5EF4-FFF2-40B4-BE49-F238E27FC236}">
                <a16:creationId xmlns:a16="http://schemas.microsoft.com/office/drawing/2014/main" id="{C1B9551D-11D8-42D4-86D8-A499B918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524000"/>
            <a:ext cx="25146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5" name="c3-shape-52">
            <a:extLst xmlns:a="http://schemas.openxmlformats.org/drawingml/2006/main">
              <a:ext uri="{FF2B5EF4-FFF2-40B4-BE49-F238E27FC236}">
                <a16:creationId xmlns:a16="http://schemas.microsoft.com/office/drawing/2014/main" id="{E0A29FF1-2F1A-4DDE-85EB-0576C0CC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8592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16" name="c3-text-53">
            <a:extLst xmlns:a="http://schemas.openxmlformats.org/drawingml/2006/main">
              <a:ext uri="{FF2B5EF4-FFF2-40B4-BE49-F238E27FC236}">
                <a16:creationId xmlns:a16="http://schemas.microsoft.com/office/drawing/2014/main" id="{BBD1E884-9052-41F5-AD4A-0BC005F8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8117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Tool</a:t>
            </a:r>
          </a:p>
        </p:txBody>
      </p:sp>
      <p:sp>
        <p:nvSpPr>
          <p:cNvPr id="17" name="c3-text-54">
            <a:extLst xmlns:a="http://schemas.openxmlformats.org/drawingml/2006/main">
              <a:ext uri="{FF2B5EF4-FFF2-40B4-BE49-F238E27FC236}">
                <a16:creationId xmlns:a16="http://schemas.microsoft.com/office/drawing/2014/main" id="{FE0793E0-E6FA-4D37-8E13-A073E7F1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Functions the model can call.</a:t>
            </a:r>
          </a:p>
        </p:txBody>
      </p:sp>
      <p:sp>
        <p:nvSpPr>
          <p:cNvPr id="18" name="c3-shape-55">
            <a:extLst xmlns:a="http://schemas.openxmlformats.org/drawingml/2006/main">
              <a:ext uri="{FF2B5EF4-FFF2-40B4-BE49-F238E27FC236}">
                <a16:creationId xmlns:a16="http://schemas.microsoft.com/office/drawing/2014/main" id="{91A16EEC-BA10-460D-B090-088ADD9D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25146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9" name="c3-shape-56">
            <a:extLst xmlns:a="http://schemas.openxmlformats.org/drawingml/2006/main">
              <a:ext uri="{FF2B5EF4-FFF2-40B4-BE49-F238E27FC236}">
                <a16:creationId xmlns:a16="http://schemas.microsoft.com/office/drawing/2014/main" id="{1703AD60-8606-4726-ADC1-85BE30AE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8132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20" name="c3-text-57">
            <a:extLst xmlns:a="http://schemas.openxmlformats.org/drawingml/2006/main">
              <a:ext uri="{FF2B5EF4-FFF2-40B4-BE49-F238E27FC236}">
                <a16:creationId xmlns:a16="http://schemas.microsoft.com/office/drawing/2014/main" id="{5DA6064B-1C6E-4A9A-AFD8-DD166B55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7657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Memory</a:t>
            </a:r>
          </a:p>
        </p:txBody>
      </p:sp>
      <p:sp>
        <p:nvSpPr>
          <p:cNvPr id="21" name="c3-text-58">
            <a:extLst xmlns:a="http://schemas.openxmlformats.org/drawingml/2006/main">
              <a:ext uri="{FF2B5EF4-FFF2-40B4-BE49-F238E27FC236}">
                <a16:creationId xmlns:a16="http://schemas.microsoft.com/office/drawing/2014/main" id="{ECC592B9-31A9-4E19-9FE6-0E9059B1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Short-term and long-term context.</a:t>
            </a:r>
          </a:p>
        </p:txBody>
      </p:sp>
      <p:sp>
        <p:nvSpPr>
          <p:cNvPr id="22" name="c3-shape-59">
            <a:extLst xmlns:a="http://schemas.openxmlformats.org/drawingml/2006/main">
              <a:ext uri="{FF2B5EF4-FFF2-40B4-BE49-F238E27FC236}">
                <a16:creationId xmlns:a16="http://schemas.microsoft.com/office/drawing/2014/main" id="{5045391C-CC55-4B87-A502-CC99050B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19400"/>
            <a:ext cx="25146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23" name="c3-shape-60">
            <a:extLst xmlns:a="http://schemas.openxmlformats.org/drawingml/2006/main">
              <a:ext uri="{FF2B5EF4-FFF2-40B4-BE49-F238E27FC236}">
                <a16:creationId xmlns:a16="http://schemas.microsoft.com/office/drawing/2014/main" id="{3C4B8109-ED12-4ECA-80C4-C501DB7C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8132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24" name="c3-text-61">
            <a:extLst xmlns:a="http://schemas.openxmlformats.org/drawingml/2006/main">
              <a:ext uri="{FF2B5EF4-FFF2-40B4-BE49-F238E27FC236}">
                <a16:creationId xmlns:a16="http://schemas.microsoft.com/office/drawing/2014/main" id="{F396B728-BFC6-4C69-B76F-2DFEC605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7657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Agent</a:t>
            </a:r>
          </a:p>
        </p:txBody>
      </p:sp>
      <p:sp>
        <p:nvSpPr>
          <p:cNvPr id="25" name="c3-text-62">
            <a:extLst xmlns:a="http://schemas.openxmlformats.org/drawingml/2006/main">
              <a:ext uri="{FF2B5EF4-FFF2-40B4-BE49-F238E27FC236}">
                <a16:creationId xmlns:a16="http://schemas.microsoft.com/office/drawing/2014/main" id="{41BEF885-FFDB-4A6D-A920-DB0D71B2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19475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 model-driven decision loop.</a:t>
            </a:r>
          </a:p>
        </p:txBody>
      </p:sp>
      <p:sp>
        <p:nvSpPr>
          <p:cNvPr id="26" name="c3-shape-63">
            <a:extLst xmlns:a="http://schemas.openxmlformats.org/drawingml/2006/main">
              <a:ext uri="{FF2B5EF4-FFF2-40B4-BE49-F238E27FC236}">
                <a16:creationId xmlns:a16="http://schemas.microsoft.com/office/drawing/2014/main" id="{30B38882-0654-4019-958F-170DB62F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19400"/>
            <a:ext cx="25146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27" name="c3-shape-64">
            <a:extLst xmlns:a="http://schemas.openxmlformats.org/drawingml/2006/main">
              <a:ext uri="{FF2B5EF4-FFF2-40B4-BE49-F238E27FC236}">
                <a16:creationId xmlns:a16="http://schemas.microsoft.com/office/drawing/2014/main" id="{ED8437F4-56BA-48B1-B962-6620BCB1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8132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28" name="c3-text-65">
            <a:extLst xmlns:a="http://schemas.openxmlformats.org/drawingml/2006/main">
              <a:ext uri="{FF2B5EF4-FFF2-40B4-BE49-F238E27FC236}">
                <a16:creationId xmlns:a16="http://schemas.microsoft.com/office/drawing/2014/main" id="{A4BA86D7-33C6-4407-917A-02D18C85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7657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Output parser</a:t>
            </a:r>
          </a:p>
        </p:txBody>
      </p:sp>
      <p:sp>
        <p:nvSpPr>
          <p:cNvPr id="29" name="c3-text-66">
            <a:extLst xmlns:a="http://schemas.openxmlformats.org/drawingml/2006/main">
              <a:ext uri="{FF2B5EF4-FFF2-40B4-BE49-F238E27FC236}">
                <a16:creationId xmlns:a16="http://schemas.microsoft.com/office/drawing/2014/main" id="{606858A0-94B6-4261-AC83-E7EEF71D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19475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Raw text to structured data.</a:t>
            </a:r>
          </a:p>
        </p:txBody>
      </p:sp>
      <p:sp>
        <p:nvSpPr>
          <p:cNvPr id="30" name="c3-shape-67">
            <a:extLst xmlns:a="http://schemas.openxmlformats.org/drawingml/2006/main">
              <a:ext uri="{FF2B5EF4-FFF2-40B4-BE49-F238E27FC236}">
                <a16:creationId xmlns:a16="http://schemas.microsoft.com/office/drawing/2014/main" id="{35826316-6689-4348-A745-087FA704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9248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31" name="c3-text-68">
            <a:extLst xmlns:a="http://schemas.openxmlformats.org/drawingml/2006/main">
              <a:ext uri="{FF2B5EF4-FFF2-40B4-BE49-F238E27FC236}">
                <a16:creationId xmlns:a16="http://schemas.microsoft.com/office/drawing/2014/main" id="{C711B9D2-04C3-4D1F-ADB0-EBBDC5E4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7543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Runnables compose with LCEL: prompt | model | parser, as in Module 1.</a:t>
            </a:r>
          </a:p>
        </p:txBody>
      </p:sp>
      <p:sp>
        <p:nvSpPr>
          <p:cNvPr id="32" name="c3-text-381">
            <a:extLst xmlns:a="http://schemas.openxmlformats.org/drawingml/2006/main">
              <a:ext uri="{FF2B5EF4-FFF2-40B4-BE49-F238E27FC236}">
                <a16:creationId xmlns:a16="http://schemas.microsoft.com/office/drawing/2014/main" id="{AA531CE6-D264-44C9-BAC0-754903DA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191184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c3-text-69">
            <a:extLst xmlns:a="http://schemas.openxmlformats.org/drawingml/2006/main">
              <a:ext uri="{FF2B5EF4-FFF2-40B4-BE49-F238E27FC236}">
                <a16:creationId xmlns:a16="http://schemas.microsoft.com/office/drawing/2014/main" id="{770C6BE2-88C6-461A-9DF1-3999F4FA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70">
            <a:extLst xmlns:a="http://schemas.openxmlformats.org/drawingml/2006/main">
              <a:ext uri="{FF2B5EF4-FFF2-40B4-BE49-F238E27FC236}">
                <a16:creationId xmlns:a16="http://schemas.microsoft.com/office/drawing/2014/main" id="{44044FB9-90F2-43A4-B451-FF1EB835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LangGraph Building Blocks [1] [5]</a:t>
            </a:r>
          </a:p>
        </p:txBody>
      </p:sp>
      <p:sp>
        <p:nvSpPr>
          <p:cNvPr id="3" name="c3-text-71">
            <a:extLst xmlns:a="http://schemas.openxmlformats.org/drawingml/2006/main">
              <a:ext uri="{FF2B5EF4-FFF2-40B4-BE49-F238E27FC236}">
                <a16:creationId xmlns:a16="http://schemas.microsoft.com/office/drawing/2014/main" id="{570D690D-DB4C-4F89-8FF4-A90DAFF2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01</a:t>
            </a:r>
          </a:p>
        </p:txBody>
      </p:sp>
      <p:sp>
        <p:nvSpPr>
          <p:cNvPr id="4" name="c3-shape-72">
            <a:extLst xmlns:a="http://schemas.openxmlformats.org/drawingml/2006/main">
              <a:ext uri="{FF2B5EF4-FFF2-40B4-BE49-F238E27FC236}">
                <a16:creationId xmlns:a16="http://schemas.microsoft.com/office/drawing/2014/main" id="{25ED191E-DCB9-4050-B3EF-71226307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8580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9DEE7"/>
            </a:solidFill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1b2d84d5a84345"/>
          <a:stretch xmlns:a="http://schemas.openxmlformats.org/drawingml/2006/main"/>
        </p:blipFill>
        <p:spPr>
          <a:xfrm xmlns:a="http://schemas.openxmlformats.org/drawingml/2006/main">
            <a:off x="6953250" y="806848"/>
            <a:ext cx="1447800" cy="310354"/>
          </a:xfrm>
          <a:prstGeom xmlns:a="http://schemas.openxmlformats.org/drawingml/2006/main" prst="rect">
            <a:avLst/>
          </a:prstGeom>
        </p:spPr>
      </p:pic>
      <p:sp>
        <p:nvSpPr>
          <p:cNvPr id="6" name="c3-shape-73">
            <a:extLst xmlns:a="http://schemas.openxmlformats.org/drawingml/2006/main">
              <a:ext uri="{FF2B5EF4-FFF2-40B4-BE49-F238E27FC236}">
                <a16:creationId xmlns:a16="http://schemas.microsoft.com/office/drawing/2014/main" id="{7BBB42FF-44FD-479A-AF40-9D49E8D7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25146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7" name="c3-shape-74">
            <a:extLst xmlns:a="http://schemas.openxmlformats.org/drawingml/2006/main">
              <a:ext uri="{FF2B5EF4-FFF2-40B4-BE49-F238E27FC236}">
                <a16:creationId xmlns:a16="http://schemas.microsoft.com/office/drawing/2014/main" id="{77B78E59-9D90-42F8-89CC-2D83B443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8592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8" name="c3-text-75">
            <a:extLst xmlns:a="http://schemas.openxmlformats.org/drawingml/2006/main">
              <a:ext uri="{FF2B5EF4-FFF2-40B4-BE49-F238E27FC236}">
                <a16:creationId xmlns:a16="http://schemas.microsoft.com/office/drawing/2014/main" id="{C10F0E88-44EB-469F-AC9D-16038F36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8117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Graph</a:t>
            </a:r>
          </a:p>
        </p:txBody>
      </p:sp>
      <p:sp>
        <p:nvSpPr>
          <p:cNvPr id="9" name="c3-text-76">
            <a:extLst xmlns:a="http://schemas.openxmlformats.org/drawingml/2006/main">
              <a:ext uri="{FF2B5EF4-FFF2-40B4-BE49-F238E27FC236}">
                <a16:creationId xmlns:a16="http://schemas.microsoft.com/office/drawing/2014/main" id="{9E6F5DE0-1E7F-4BBC-8AFB-8E6ED879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24075"/>
            <a:ext cx="2133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flow of steps: directed, possibly cyclic.</a:t>
            </a:r>
          </a:p>
        </p:txBody>
      </p:sp>
      <p:sp>
        <p:nvSpPr>
          <p:cNvPr id="10" name="c3-shape-77">
            <a:extLst xmlns:a="http://schemas.openxmlformats.org/drawingml/2006/main">
              <a:ext uri="{FF2B5EF4-FFF2-40B4-BE49-F238E27FC236}">
                <a16:creationId xmlns:a16="http://schemas.microsoft.com/office/drawing/2014/main" id="{021AEA2C-43D0-40D7-AF35-3EFC1FF3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24000"/>
            <a:ext cx="25146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1" name="c3-shape-78">
            <a:extLst xmlns:a="http://schemas.openxmlformats.org/drawingml/2006/main">
              <a:ext uri="{FF2B5EF4-FFF2-40B4-BE49-F238E27FC236}">
                <a16:creationId xmlns:a16="http://schemas.microsoft.com/office/drawing/2014/main" id="{CC1B8198-1F87-475B-B924-59D370E9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8592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2" name="c3-text-79">
            <a:extLst xmlns:a="http://schemas.openxmlformats.org/drawingml/2006/main">
              <a:ext uri="{FF2B5EF4-FFF2-40B4-BE49-F238E27FC236}">
                <a16:creationId xmlns:a16="http://schemas.microsoft.com/office/drawing/2014/main" id="{4D1E8FF5-2169-4DC1-B008-BD76C66F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8117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State</a:t>
            </a:r>
          </a:p>
        </p:txBody>
      </p:sp>
      <p:sp>
        <p:nvSpPr>
          <p:cNvPr id="13" name="c3-text-80">
            <a:extLst xmlns:a="http://schemas.openxmlformats.org/drawingml/2006/main">
              <a:ext uri="{FF2B5EF4-FFF2-40B4-BE49-F238E27FC236}">
                <a16:creationId xmlns:a16="http://schemas.microsoft.com/office/drawing/2014/main" id="{9CABCEA7-7967-4EF7-B827-49F28B33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24075"/>
            <a:ext cx="2133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Shared data that every node reads and updates.</a:t>
            </a:r>
          </a:p>
        </p:txBody>
      </p:sp>
      <p:sp>
        <p:nvSpPr>
          <p:cNvPr id="14" name="c3-shape-81">
            <a:extLst xmlns:a="http://schemas.openxmlformats.org/drawingml/2006/main">
              <a:ext uri="{FF2B5EF4-FFF2-40B4-BE49-F238E27FC236}">
                <a16:creationId xmlns:a16="http://schemas.microsoft.com/office/drawing/2014/main" id="{FA08ACAF-5BDE-45C6-803F-89B68D84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524000"/>
            <a:ext cx="25146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5" name="c3-shape-82">
            <a:extLst xmlns:a="http://schemas.openxmlformats.org/drawingml/2006/main">
              <a:ext uri="{FF2B5EF4-FFF2-40B4-BE49-F238E27FC236}">
                <a16:creationId xmlns:a16="http://schemas.microsoft.com/office/drawing/2014/main" id="{D165871B-A226-45E2-A3F8-85A4FF36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8592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16" name="c3-text-83">
            <a:extLst xmlns:a="http://schemas.openxmlformats.org/drawingml/2006/main">
              <a:ext uri="{FF2B5EF4-FFF2-40B4-BE49-F238E27FC236}">
                <a16:creationId xmlns:a16="http://schemas.microsoft.com/office/drawing/2014/main" id="{052CACE8-C95D-4F38-8EEB-F0DD8CAB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8117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Nodes</a:t>
            </a:r>
          </a:p>
        </p:txBody>
      </p:sp>
      <p:sp>
        <p:nvSpPr>
          <p:cNvPr id="17" name="c3-text-84">
            <a:extLst xmlns:a="http://schemas.openxmlformats.org/drawingml/2006/main">
              <a:ext uri="{FF2B5EF4-FFF2-40B4-BE49-F238E27FC236}">
                <a16:creationId xmlns:a16="http://schemas.microsoft.com/office/drawing/2014/main" id="{2CE90C4A-9E4F-450C-83C1-0C1AB0F6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2133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Units of work: Python code, model or tool calls.</a:t>
            </a:r>
          </a:p>
        </p:txBody>
      </p:sp>
      <p:sp>
        <p:nvSpPr>
          <p:cNvPr id="18" name="c3-shape-85">
            <a:extLst xmlns:a="http://schemas.openxmlformats.org/drawingml/2006/main">
              <a:ext uri="{FF2B5EF4-FFF2-40B4-BE49-F238E27FC236}">
                <a16:creationId xmlns:a16="http://schemas.microsoft.com/office/drawing/2014/main" id="{7D989323-54B1-4675-82A9-FFE261AE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37719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9" name="c3-shape-86">
            <a:extLst xmlns:a="http://schemas.openxmlformats.org/drawingml/2006/main">
              <a:ext uri="{FF2B5EF4-FFF2-40B4-BE49-F238E27FC236}">
                <a16:creationId xmlns:a16="http://schemas.microsoft.com/office/drawing/2014/main" id="{3DCCD584-7BE7-4B6F-BAEB-B32E70FE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9562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20" name="c3-text-87">
            <a:extLst xmlns:a="http://schemas.openxmlformats.org/drawingml/2006/main">
              <a:ext uri="{FF2B5EF4-FFF2-40B4-BE49-F238E27FC236}">
                <a16:creationId xmlns:a16="http://schemas.microsoft.com/office/drawing/2014/main" id="{7DFA8E20-1051-4BEB-9BBC-D667229C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908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Edges</a:t>
            </a:r>
          </a:p>
        </p:txBody>
      </p:sp>
      <p:sp>
        <p:nvSpPr>
          <p:cNvPr id="21" name="c3-text-88">
            <a:extLst xmlns:a="http://schemas.openxmlformats.org/drawingml/2006/main">
              <a:ext uri="{FF2B5EF4-FFF2-40B4-BE49-F238E27FC236}">
                <a16:creationId xmlns:a16="http://schemas.microsoft.com/office/drawing/2014/main" id="{BD98B735-C311-46A1-88A8-43075797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33775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Sequential, conditional or cyclic transitions between nodes.</a:t>
            </a:r>
          </a:p>
        </p:txBody>
      </p:sp>
      <p:sp>
        <p:nvSpPr>
          <p:cNvPr id="22" name="c3-shape-89">
            <a:extLst xmlns:a="http://schemas.openxmlformats.org/drawingml/2006/main">
              <a:ext uri="{FF2B5EF4-FFF2-40B4-BE49-F238E27FC236}">
                <a16:creationId xmlns:a16="http://schemas.microsoft.com/office/drawing/2014/main" id="{E85B034E-89F4-47C5-80D9-5F225FC8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33700"/>
            <a:ext cx="37719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23" name="c3-shape-90">
            <a:extLst xmlns:a="http://schemas.openxmlformats.org/drawingml/2006/main">
              <a:ext uri="{FF2B5EF4-FFF2-40B4-BE49-F238E27FC236}">
                <a16:creationId xmlns:a16="http://schemas.microsoft.com/office/drawing/2014/main" id="{5E28D163-19D6-4249-AC24-E4ABF7E1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9562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24" name="c3-text-91">
            <a:extLst xmlns:a="http://schemas.openxmlformats.org/drawingml/2006/main">
              <a:ext uri="{FF2B5EF4-FFF2-40B4-BE49-F238E27FC236}">
                <a16:creationId xmlns:a16="http://schemas.microsoft.com/office/drawing/2014/main" id="{43D1F3EC-A731-4AC0-A59C-253624F5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908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Checkpointer</a:t>
            </a:r>
          </a:p>
        </p:txBody>
      </p:sp>
      <p:sp>
        <p:nvSpPr>
          <p:cNvPr id="25" name="c3-text-92">
            <a:extLst xmlns:a="http://schemas.openxmlformats.org/drawingml/2006/main">
              <a:ext uri="{FF2B5EF4-FFF2-40B4-BE49-F238E27FC236}">
                <a16:creationId xmlns:a16="http://schemas.microsoft.com/office/drawing/2014/main" id="{DF609B05-8955-452F-9EC9-13D03973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33775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Saves the state between runs, so a conversation can resume.</a:t>
            </a:r>
          </a:p>
        </p:txBody>
      </p:sp>
      <p:sp>
        <p:nvSpPr>
          <p:cNvPr id="26" name="c3-shape-93">
            <a:extLst xmlns:a="http://schemas.openxmlformats.org/drawingml/2006/main">
              <a:ext uri="{FF2B5EF4-FFF2-40B4-BE49-F238E27FC236}">
                <a16:creationId xmlns:a16="http://schemas.microsoft.com/office/drawing/2014/main" id="{BA025E01-EEE1-452F-8A5F-D04D7C1D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9248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27" name="c3-text-94">
            <a:extLst xmlns:a="http://schemas.openxmlformats.org/drawingml/2006/main">
              <a:ext uri="{FF2B5EF4-FFF2-40B4-BE49-F238E27FC236}">
                <a16:creationId xmlns:a16="http://schemas.microsoft.com/office/drawing/2014/main" id="{03D4D258-91AA-4772-BA23-03E4716D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7543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Today: graph, state, nodes and edges. Chapter 02: the checkpointer.</a:t>
            </a:r>
          </a:p>
        </p:txBody>
      </p:sp>
      <p:sp>
        <p:nvSpPr>
          <p:cNvPr id="28" name="c3-text-382">
            <a:extLst xmlns:a="http://schemas.openxmlformats.org/drawingml/2006/main">
              <a:ext uri="{FF2B5EF4-FFF2-40B4-BE49-F238E27FC236}">
                <a16:creationId xmlns:a16="http://schemas.microsoft.com/office/drawing/2014/main" id="{F4F3281E-645F-4E41-8C03-A74BB3B9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554854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3-text-95">
            <a:extLst xmlns:a="http://schemas.openxmlformats.org/drawingml/2006/main">
              <a:ext uri="{FF2B5EF4-FFF2-40B4-BE49-F238E27FC236}">
                <a16:creationId xmlns:a16="http://schemas.microsoft.com/office/drawing/2014/main" id="{E690CFA1-8EAE-4D98-AFD4-87E3366C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96">
            <a:extLst xmlns:a="http://schemas.openxmlformats.org/drawingml/2006/main">
              <a:ext uri="{FF2B5EF4-FFF2-40B4-BE49-F238E27FC236}">
                <a16:creationId xmlns:a16="http://schemas.microsoft.com/office/drawing/2014/main" id="{CE4C0259-418F-44A2-9F80-A0F62ECC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Why LangGraph for a Virtual Human [1] [5] [11]</a:t>
            </a:r>
          </a:p>
        </p:txBody>
      </p:sp>
      <p:sp>
        <p:nvSpPr>
          <p:cNvPr id="3" name="c3-text-97">
            <a:extLst xmlns:a="http://schemas.openxmlformats.org/drawingml/2006/main">
              <a:ext uri="{FF2B5EF4-FFF2-40B4-BE49-F238E27FC236}">
                <a16:creationId xmlns:a16="http://schemas.microsoft.com/office/drawing/2014/main" id="{2BEE9FF4-64FE-47EE-90DD-542C39A9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01</a:t>
            </a:r>
          </a:p>
        </p:txBody>
      </p:sp>
      <p:sp>
        <p:nvSpPr>
          <p:cNvPr id="4" name="c3-shape-98">
            <a:extLst xmlns:a="http://schemas.openxmlformats.org/drawingml/2006/main">
              <a:ext uri="{FF2B5EF4-FFF2-40B4-BE49-F238E27FC236}">
                <a16:creationId xmlns:a16="http://schemas.microsoft.com/office/drawing/2014/main" id="{87748A52-DAAC-46A0-A559-FD3FB8A8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4762500" cy="255270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5" name="c3-shape-99">
            <a:extLst xmlns:a="http://schemas.openxmlformats.org/drawingml/2006/main">
              <a:ext uri="{FF2B5EF4-FFF2-40B4-BE49-F238E27FC236}">
                <a16:creationId xmlns:a16="http://schemas.microsoft.com/office/drawing/2014/main" id="{399D13B6-48EE-42A4-9577-9741479C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8592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6" name="c3-text-100">
            <a:extLst xmlns:a="http://schemas.openxmlformats.org/drawingml/2006/main">
              <a:ext uri="{FF2B5EF4-FFF2-40B4-BE49-F238E27FC236}">
                <a16:creationId xmlns:a16="http://schemas.microsoft.com/office/drawing/2014/main" id="{D890A32F-7C34-4C62-A920-59C81C7E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811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Strengths</a:t>
            </a:r>
          </a:p>
        </p:txBody>
      </p:sp>
      <p:sp>
        <p:nvSpPr>
          <p:cNvPr id="7" name="c3-text-101">
            <a:extLst xmlns:a="http://schemas.openxmlformats.org/drawingml/2006/main">
              <a:ext uri="{FF2B5EF4-FFF2-40B4-BE49-F238E27FC236}">
                <a16:creationId xmlns:a16="http://schemas.microsoft.com/office/drawing/2014/main" id="{B73EFF2C-56F2-4CEE-8E5F-404E816E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24075"/>
            <a:ext cx="43815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Explicit branches, loops and fallbacks.</a:t>
            </a:r>
          </a:p>
          <a:p xmlns:a="http://schemas.openxmlformats.org/drawingml/2006/main"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State shared across conversation turns.</a:t>
            </a:r>
          </a:p>
          <a:p xmlns:a="http://schemas.openxmlformats.org/drawingml/2006/main"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Checkpoints to resume a conversation.</a:t>
            </a:r>
          </a:p>
          <a:p xmlns:a="http://schemas.openxmlformats.org/drawingml/2006/main"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Human-in-the-loop pauses and streaming.</a:t>
            </a:r>
          </a:p>
        </p:txBody>
      </p:sp>
      <p:sp>
        <p:nvSpPr>
          <p:cNvPr id="8" name="c3-shape-102">
            <a:extLst xmlns:a="http://schemas.openxmlformats.org/drawingml/2006/main">
              <a:ext uri="{FF2B5EF4-FFF2-40B4-BE49-F238E27FC236}">
                <a16:creationId xmlns:a16="http://schemas.microsoft.com/office/drawing/2014/main" id="{C9B32F97-2CEF-46E3-A5C5-2840CC49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524000"/>
            <a:ext cx="2971800" cy="255270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9" name="c3-shape-103">
            <a:extLst xmlns:a="http://schemas.openxmlformats.org/drawingml/2006/main">
              <a:ext uri="{FF2B5EF4-FFF2-40B4-BE49-F238E27FC236}">
                <a16:creationId xmlns:a16="http://schemas.microsoft.com/office/drawing/2014/main" id="{1BE39DD2-EBAD-4B29-848E-B548F3A1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8592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0" name="c3-text-104">
            <a:extLst xmlns:a="http://schemas.openxmlformats.org/drawingml/2006/main">
              <a:ext uri="{FF2B5EF4-FFF2-40B4-BE49-F238E27FC236}">
                <a16:creationId xmlns:a16="http://schemas.microsoft.com/office/drawing/2014/main" id="{79869CB3-6774-490A-874B-68852F5D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81175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Costs</a:t>
            </a:r>
          </a:p>
        </p:txBody>
      </p:sp>
      <p:sp>
        <p:nvSpPr>
          <p:cNvPr id="11" name="c3-text-105">
            <a:extLst xmlns:a="http://schemas.openxmlformats.org/drawingml/2006/main">
              <a:ext uri="{FF2B5EF4-FFF2-40B4-BE49-F238E27FC236}">
                <a16:creationId xmlns:a16="http://schemas.microsoft.com/office/drawing/2014/main" id="{D45BE634-8AD5-47C5-9AA4-B74D4E29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124075"/>
            <a:ext cx="25908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More design work.</a:t>
            </a:r>
          </a:p>
          <a:p xmlns:a="http://schemas.openxmlformats.org/drawingml/2006/main"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 steeper learning curve.</a:t>
            </a:r>
          </a:p>
          <a:p xmlns:a="http://schemas.openxmlformats.org/drawingml/2006/main"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Too much for simple prototypes.</a:t>
            </a:r>
          </a:p>
        </p:txBody>
      </p:sp>
      <p:sp>
        <p:nvSpPr>
          <p:cNvPr id="12" name="c3-shape-106">
            <a:extLst xmlns:a="http://schemas.openxmlformats.org/drawingml/2006/main">
              <a:ext uri="{FF2B5EF4-FFF2-40B4-BE49-F238E27FC236}">
                <a16:creationId xmlns:a16="http://schemas.microsoft.com/office/drawing/2014/main" id="{7A3B2150-5E2C-48E7-AA88-F18257AC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9248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3" name="c3-text-107">
            <a:extLst xmlns:a="http://schemas.openxmlformats.org/drawingml/2006/main">
              <a:ext uri="{FF2B5EF4-FFF2-40B4-BE49-F238E27FC236}">
                <a16:creationId xmlns:a16="http://schemas.microsoft.com/office/drawing/2014/main" id="{F1B9F47E-EE4A-4981-8BD5-9B177E36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7543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Tracing and monitoring: LangSmith [11], in the same ecosystem.</a:t>
            </a:r>
          </a:p>
        </p:txBody>
      </p:sp>
      <p:sp>
        <p:nvSpPr>
          <p:cNvPr id="14" name="c3-text-383">
            <a:extLst xmlns:a="http://schemas.openxmlformats.org/drawingml/2006/main">
              <a:ext uri="{FF2B5EF4-FFF2-40B4-BE49-F238E27FC236}">
                <a16:creationId xmlns:a16="http://schemas.microsoft.com/office/drawing/2014/main" id="{8EDB8A94-BE83-4FE2-959D-A91F6730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372898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3-text-108">
            <a:extLst xmlns:a="http://schemas.openxmlformats.org/drawingml/2006/main">
              <a:ext uri="{FF2B5EF4-FFF2-40B4-BE49-F238E27FC236}">
                <a16:creationId xmlns:a16="http://schemas.microsoft.com/office/drawing/2014/main" id="{D4F915EC-D44A-4FEF-9A28-A3A4D54C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09">
            <a:extLst xmlns:a="http://schemas.openxmlformats.org/drawingml/2006/main">
              <a:ext uri="{FF2B5EF4-FFF2-40B4-BE49-F238E27FC236}">
                <a16:creationId xmlns:a16="http://schemas.microsoft.com/office/drawing/2014/main" id="{D418E8F3-D2E0-4CFF-A001-6E1580F6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Conversation History and State [1] [7]</a:t>
            </a:r>
          </a:p>
        </p:txBody>
      </p:sp>
      <p:sp>
        <p:nvSpPr>
          <p:cNvPr id="3" name="c3-text-110">
            <a:extLst xmlns:a="http://schemas.openxmlformats.org/drawingml/2006/main">
              <a:ext uri="{FF2B5EF4-FFF2-40B4-BE49-F238E27FC236}">
                <a16:creationId xmlns:a16="http://schemas.microsoft.com/office/drawing/2014/main" id="{4FFF4C5A-146C-447B-9316-3C0B48A5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01</a:t>
            </a:r>
          </a:p>
        </p:txBody>
      </p:sp>
      <p:sp>
        <p:nvSpPr>
          <p:cNvPr id="4" name="c3-shape-111">
            <a:extLst xmlns:a="http://schemas.openxmlformats.org/drawingml/2006/main">
              <a:ext uri="{FF2B5EF4-FFF2-40B4-BE49-F238E27FC236}">
                <a16:creationId xmlns:a16="http://schemas.microsoft.com/office/drawing/2014/main" id="{2D1227BC-F6AF-4DEC-8E0F-0517E61D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377190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5" name="c3-shape-112">
            <a:extLst xmlns:a="http://schemas.openxmlformats.org/drawingml/2006/main">
              <a:ext uri="{FF2B5EF4-FFF2-40B4-BE49-F238E27FC236}">
                <a16:creationId xmlns:a16="http://schemas.microsoft.com/office/drawing/2014/main" id="{4281BDB5-8507-4DC2-9072-CAA0B48C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6" name="c3-text-113">
            <a:extLst xmlns:a="http://schemas.openxmlformats.org/drawingml/2006/main">
              <a:ext uri="{FF2B5EF4-FFF2-40B4-BE49-F238E27FC236}">
                <a16:creationId xmlns:a16="http://schemas.microsoft.com/office/drawing/2014/main" id="{7A2F991A-038E-4ADF-83F9-BEF192BF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764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Your list exercise</a:t>
            </a:r>
          </a:p>
        </p:txBody>
      </p:sp>
      <p:sp>
        <p:nvSpPr>
          <p:cNvPr id="7" name="c3-text-114">
            <a:extLst xmlns:a="http://schemas.openxmlformats.org/drawingml/2006/main">
              <a:ext uri="{FF2B5EF4-FFF2-40B4-BE49-F238E27FC236}">
                <a16:creationId xmlns:a16="http://schemas.microsoft.com/office/drawing/2014/main" id="{AED96D3A-CC5B-4254-8652-098D0051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33909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Keep human and AI messages.</a:t>
            </a:r>
          </a:p>
          <a:p xmlns:a="http://schemas.openxmlformats.org/drawingml/2006/main"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Send the history on each call.</a:t>
            </a:r>
          </a:p>
        </p:txBody>
      </p:sp>
      <p:sp>
        <p:nvSpPr>
          <p:cNvPr id="8" name="c3-shape-115">
            <a:extLst xmlns:a="http://schemas.openxmlformats.org/drawingml/2006/main">
              <a:ext uri="{FF2B5EF4-FFF2-40B4-BE49-F238E27FC236}">
                <a16:creationId xmlns:a16="http://schemas.microsoft.com/office/drawing/2014/main" id="{D19FEF36-EEF6-470E-B884-36EF81BA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19300"/>
            <a:ext cx="377190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9" name="c3-shape-116">
            <a:extLst xmlns:a="http://schemas.openxmlformats.org/drawingml/2006/main">
              <a:ext uri="{FF2B5EF4-FFF2-40B4-BE49-F238E27FC236}">
                <a16:creationId xmlns:a16="http://schemas.microsoft.com/office/drawing/2014/main" id="{2067D872-5ACE-47D3-B7E5-8474E15A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8122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0" name="c3-text-117">
            <a:extLst xmlns:a="http://schemas.openxmlformats.org/drawingml/2006/main">
              <a:ext uri="{FF2B5EF4-FFF2-40B4-BE49-F238E27FC236}">
                <a16:creationId xmlns:a16="http://schemas.microsoft.com/office/drawing/2014/main" id="{6DE2A618-422C-4901-A81A-4960093F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764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Graph state</a:t>
            </a:r>
          </a:p>
        </p:txBody>
      </p:sp>
      <p:sp>
        <p:nvSpPr>
          <p:cNvPr id="11" name="c3-text-118">
            <a:extLst xmlns:a="http://schemas.openxmlformats.org/drawingml/2006/main">
              <a:ext uri="{FF2B5EF4-FFF2-40B4-BE49-F238E27FC236}">
                <a16:creationId xmlns:a16="http://schemas.microsoft.com/office/drawing/2014/main" id="{144DF518-5E20-4A5A-8FE3-14377ACE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19375"/>
            <a:ext cx="33909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 dictionary holds the data used by the workflow.</a:t>
            </a:r>
          </a:p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Messages can be one of its fields.</a:t>
            </a:r>
          </a:p>
        </p:txBody>
      </p:sp>
      <p:sp>
        <p:nvSpPr>
          <p:cNvPr id="12" name="c3-shape-119">
            <a:extLst xmlns:a="http://schemas.openxmlformats.org/drawingml/2006/main">
              <a:ext uri="{FF2B5EF4-FFF2-40B4-BE49-F238E27FC236}">
                <a16:creationId xmlns:a16="http://schemas.microsoft.com/office/drawing/2014/main" id="{6FE04B03-C454-48EA-AF72-3F9897F9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9248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3" name="c3-text-120">
            <a:extLst xmlns:a="http://schemas.openxmlformats.org/drawingml/2006/main">
              <a:ext uri="{FF2B5EF4-FFF2-40B4-BE49-F238E27FC236}">
                <a16:creationId xmlns:a16="http://schemas.microsoft.com/office/drawing/2014/main" id="{C7DC0BD3-45C5-4C71-8BC0-9C181D88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7543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history can still be a list inside the state.</a:t>
            </a:r>
          </a:p>
        </p:txBody>
      </p:sp>
      <p:sp>
        <p:nvSpPr>
          <p:cNvPr id="14" name="c3-text-384">
            <a:extLst xmlns:a="http://schemas.openxmlformats.org/drawingml/2006/main">
              <a:ext uri="{FF2B5EF4-FFF2-40B4-BE49-F238E27FC236}">
                <a16:creationId xmlns:a16="http://schemas.microsoft.com/office/drawing/2014/main" id="{DA8B19B9-FCF6-4D0B-A90D-0790BDF9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742978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3-text-121">
            <a:extLst xmlns:a="http://schemas.openxmlformats.org/drawingml/2006/main">
              <a:ext uri="{FF2B5EF4-FFF2-40B4-BE49-F238E27FC236}">
                <a16:creationId xmlns:a16="http://schemas.microsoft.com/office/drawing/2014/main" id="{6B592062-5D48-4B81-AD57-D72B06B8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22">
            <a:extLst xmlns:a="http://schemas.openxmlformats.org/drawingml/2006/main">
              <a:ext uri="{FF2B5EF4-FFF2-40B4-BE49-F238E27FC236}">
                <a16:creationId xmlns:a16="http://schemas.microsoft.com/office/drawing/2014/main" id="{59CF0736-8ECC-4C3F-97AF-6740D302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LangChain and LangGraph [1]</a:t>
            </a:r>
          </a:p>
        </p:txBody>
      </p:sp>
      <p:sp>
        <p:nvSpPr>
          <p:cNvPr id="3" name="c3-text-123">
            <a:extLst xmlns:a="http://schemas.openxmlformats.org/drawingml/2006/main">
              <a:ext uri="{FF2B5EF4-FFF2-40B4-BE49-F238E27FC236}">
                <a16:creationId xmlns:a16="http://schemas.microsoft.com/office/drawing/2014/main" id="{C5B12CBB-D435-457B-9329-B48F614F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01</a:t>
            </a:r>
          </a:p>
        </p:txBody>
      </p:sp>
      <p:sp>
        <p:nvSpPr>
          <p:cNvPr id="4" name="c3-shape-124">
            <a:extLst xmlns:a="http://schemas.openxmlformats.org/drawingml/2006/main">
              <a:ext uri="{FF2B5EF4-FFF2-40B4-BE49-F238E27FC236}">
                <a16:creationId xmlns:a16="http://schemas.microsoft.com/office/drawing/2014/main" id="{A1789C9E-CD9B-419C-A0CA-16A043C1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771900" cy="1971675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5" name="c3-shape-125">
            <a:extLst xmlns:a="http://schemas.openxmlformats.org/drawingml/2006/main">
              <a:ext uri="{FF2B5EF4-FFF2-40B4-BE49-F238E27FC236}">
                <a16:creationId xmlns:a16="http://schemas.microsoft.com/office/drawing/2014/main" id="{8C457D88-F967-489B-A32D-77F3DE24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8597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6" name="c3-text-126">
            <a:extLst xmlns:a="http://schemas.openxmlformats.org/drawingml/2006/main">
              <a:ext uri="{FF2B5EF4-FFF2-40B4-BE49-F238E27FC236}">
                <a16:creationId xmlns:a16="http://schemas.microsoft.com/office/drawing/2014/main" id="{8C9DA5CE-0E25-4183-838C-1C5524A8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LangChain components</a:t>
            </a:r>
          </a:p>
        </p:txBody>
      </p:sp>
      <p:sp>
        <p:nvSpPr>
          <p:cNvPr id="7" name="c3-text-127">
            <a:extLst xmlns:a="http://schemas.openxmlformats.org/drawingml/2006/main">
              <a:ext uri="{FF2B5EF4-FFF2-40B4-BE49-F238E27FC236}">
                <a16:creationId xmlns:a16="http://schemas.microsoft.com/office/drawing/2014/main" id="{5B006A09-4A36-468C-BCFA-C165C843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24125"/>
            <a:ext cx="33909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Prompts, messages, models and structured responses.</a:t>
            </a:r>
          </a:p>
        </p:txBody>
      </p:sp>
      <p:sp>
        <p:nvSpPr>
          <p:cNvPr id="8" name="c3-shape-128">
            <a:extLst xmlns:a="http://schemas.openxmlformats.org/drawingml/2006/main">
              <a:ext uri="{FF2B5EF4-FFF2-40B4-BE49-F238E27FC236}">
                <a16:creationId xmlns:a16="http://schemas.microsoft.com/office/drawing/2014/main" id="{E53072B9-3AAA-409D-BB54-47C741AA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24050"/>
            <a:ext cx="3771900" cy="1971675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9" name="c3-shape-129">
            <a:extLst xmlns:a="http://schemas.openxmlformats.org/drawingml/2006/main">
              <a:ext uri="{FF2B5EF4-FFF2-40B4-BE49-F238E27FC236}">
                <a16:creationId xmlns:a16="http://schemas.microsoft.com/office/drawing/2014/main" id="{B0269EF1-426B-4E53-ACE6-CB737DEA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8597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0" name="c3-text-130">
            <a:extLst xmlns:a="http://schemas.openxmlformats.org/drawingml/2006/main">
              <a:ext uri="{FF2B5EF4-FFF2-40B4-BE49-F238E27FC236}">
                <a16:creationId xmlns:a16="http://schemas.microsoft.com/office/drawing/2014/main" id="{EF9AE5C6-68B9-4347-A7EF-8F5C7B11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8122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LangGraph execution</a:t>
            </a:r>
          </a:p>
        </p:txBody>
      </p:sp>
      <p:sp>
        <p:nvSpPr>
          <p:cNvPr id="11" name="c3-text-131">
            <a:extLst xmlns:a="http://schemas.openxmlformats.org/drawingml/2006/main">
              <a:ext uri="{FF2B5EF4-FFF2-40B4-BE49-F238E27FC236}">
                <a16:creationId xmlns:a16="http://schemas.microsoft.com/office/drawing/2014/main" id="{2D7C5E32-F383-483A-92D3-A0FBAFED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24125"/>
            <a:ext cx="33909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State, execution order, branches and loops.</a:t>
            </a:r>
          </a:p>
        </p:txBody>
      </p:sp>
      <p:sp>
        <p:nvSpPr>
          <p:cNvPr id="12" name="c3-shape-132">
            <a:extLst xmlns:a="http://schemas.openxmlformats.org/drawingml/2006/main">
              <a:ext uri="{FF2B5EF4-FFF2-40B4-BE49-F238E27FC236}">
                <a16:creationId xmlns:a16="http://schemas.microsoft.com/office/drawing/2014/main" id="{759FA36E-B093-4C20-88CD-D45BBA7B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9248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3" name="c3-text-133">
            <a:extLst xmlns:a="http://schemas.openxmlformats.org/drawingml/2006/main">
              <a:ext uri="{FF2B5EF4-FFF2-40B4-BE49-F238E27FC236}">
                <a16:creationId xmlns:a16="http://schemas.microsoft.com/office/drawing/2014/main" id="{F1A5C1D7-F0BB-49C1-B0AE-A89F29D1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7543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 graph node can call a chain or run ordinary Python code.</a:t>
            </a:r>
          </a:p>
        </p:txBody>
      </p:sp>
      <p:sp>
        <p:nvSpPr>
          <p:cNvPr id="14" name="c3-text-385">
            <a:extLst xmlns:a="http://schemas.openxmlformats.org/drawingml/2006/main">
              <a:ext uri="{FF2B5EF4-FFF2-40B4-BE49-F238E27FC236}">
                <a16:creationId xmlns:a16="http://schemas.microsoft.com/office/drawing/2014/main" id="{6468E335-B3B5-4D4A-9252-FEE45A62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566336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c3-text-134">
            <a:extLst xmlns:a="http://schemas.openxmlformats.org/drawingml/2006/main">
              <a:ext uri="{FF2B5EF4-FFF2-40B4-BE49-F238E27FC236}">
                <a16:creationId xmlns:a16="http://schemas.microsoft.com/office/drawing/2014/main" id="{99C28683-7E2A-49C8-9841-2E9B80D6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35">
            <a:extLst xmlns:a="http://schemas.openxmlformats.org/drawingml/2006/main">
              <a:ext uri="{FF2B5EF4-FFF2-40B4-BE49-F238E27FC236}">
                <a16:creationId xmlns:a16="http://schemas.microsoft.com/office/drawing/2014/main" id="{59E98DE6-4676-4EC3-BA24-908D0FC0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State, Nodes and Directed Edges [9]</a:t>
            </a:r>
          </a:p>
        </p:txBody>
      </p:sp>
      <p:sp>
        <p:nvSpPr>
          <p:cNvPr id="3" name="c3-text-136">
            <a:extLst xmlns:a="http://schemas.openxmlformats.org/drawingml/2006/main">
              <a:ext uri="{FF2B5EF4-FFF2-40B4-BE49-F238E27FC236}">
                <a16:creationId xmlns:a16="http://schemas.microsoft.com/office/drawing/2014/main" id="{6DFB716B-6CF8-4B7B-BAF1-86E7B1DC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01</a:t>
            </a:r>
          </a:p>
        </p:txBody>
      </p:sp>
      <p:sp>
        <p:nvSpPr>
          <p:cNvPr id="4" name="c3-shape-137">
            <a:extLst xmlns:a="http://schemas.openxmlformats.org/drawingml/2006/main">
              <a:ext uri="{FF2B5EF4-FFF2-40B4-BE49-F238E27FC236}">
                <a16:creationId xmlns:a16="http://schemas.microsoft.com/office/drawing/2014/main" id="{9A05F890-993F-44F8-8D86-FB5571E9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52625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5" name="c3-text-138">
            <a:extLst xmlns:a="http://schemas.openxmlformats.org/drawingml/2006/main">
              <a:ext uri="{FF2B5EF4-FFF2-40B4-BE49-F238E27FC236}">
                <a16:creationId xmlns:a16="http://schemas.microsoft.com/office/drawing/2014/main" id="{4795C030-29CA-4532-A6A4-AF85D4F6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28825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Node A</a:t>
            </a:r>
          </a:p>
        </p:txBody>
      </p:sp>
      <p:sp>
        <p:nvSpPr>
          <p:cNvPr id="6" name="c3-shape-139">
            <a:extLst xmlns:a="http://schemas.openxmlformats.org/drawingml/2006/main">
              <a:ext uri="{FF2B5EF4-FFF2-40B4-BE49-F238E27FC236}">
                <a16:creationId xmlns:a16="http://schemas.microsoft.com/office/drawing/2014/main" id="{8480244E-B863-45E5-8132-44D669B1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90750"/>
            <a:ext cx="11906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7" name="c3-shape-140">
            <a:extLst xmlns:a="http://schemas.openxmlformats.org/drawingml/2006/main">
              <a:ext uri="{FF2B5EF4-FFF2-40B4-BE49-F238E27FC236}">
                <a16:creationId xmlns:a16="http://schemas.microsoft.com/office/drawing/2014/main" id="{2A5FD251-A314-4E44-95EE-1D1A230A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1952625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8" name="c3-text-141">
            <a:extLst xmlns:a="http://schemas.openxmlformats.org/drawingml/2006/main">
              <a:ext uri="{FF2B5EF4-FFF2-40B4-BE49-F238E27FC236}">
                <a16:creationId xmlns:a16="http://schemas.microsoft.com/office/drawing/2014/main" id="{99CC2847-E3F6-4541-9063-4CFB7578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028825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Node B</a:t>
            </a:r>
          </a:p>
        </p:txBody>
      </p:sp>
      <p:sp>
        <p:nvSpPr>
          <p:cNvPr id="9" name="c3-text-142">
            <a:extLst xmlns:a="http://schemas.openxmlformats.org/drawingml/2006/main">
              <a:ext uri="{FF2B5EF4-FFF2-40B4-BE49-F238E27FC236}">
                <a16:creationId xmlns:a16="http://schemas.microsoft.com/office/drawing/2014/main" id="{C6D6CB9A-371C-467B-AC9D-395A5A14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14625"/>
            <a:ext cx="64103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 directed edge runs from A to B.</a:t>
            </a:r>
          </a:p>
        </p:txBody>
      </p:sp>
      <p:sp>
        <p:nvSpPr>
          <p:cNvPr id="10" name="c3-shape-143">
            <a:extLst xmlns:a="http://schemas.openxmlformats.org/drawingml/2006/main">
              <a:ext uri="{FF2B5EF4-FFF2-40B4-BE49-F238E27FC236}">
                <a16:creationId xmlns:a16="http://schemas.microsoft.com/office/drawing/2014/main" id="{31289857-244F-474D-B628-24039527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2514600" cy="1343025"/>
          </a:xfrm>
          <a:prstGeom xmlns:a="http://schemas.openxmlformats.org/drawingml/2006/main" prst="roundRect">
            <a:avLst>
              <a:gd name="adj" fmla="val 567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1" name="c3-shape-144">
            <a:extLst xmlns:a="http://schemas.openxmlformats.org/drawingml/2006/main">
              <a:ext uri="{FF2B5EF4-FFF2-40B4-BE49-F238E27FC236}">
                <a16:creationId xmlns:a16="http://schemas.microsoft.com/office/drawing/2014/main" id="{CDA5FC10-7DB5-44C9-9E1D-801AA7F4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5757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12" name="c3-text-145">
            <a:extLst xmlns:a="http://schemas.openxmlformats.org/drawingml/2006/main">
              <a:ext uri="{FF2B5EF4-FFF2-40B4-BE49-F238E27FC236}">
                <a16:creationId xmlns:a16="http://schemas.microsoft.com/office/drawing/2014/main" id="{5BAEADE1-B830-4298-882E-3DB5557C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State</a:t>
            </a:r>
          </a:p>
        </p:txBody>
      </p:sp>
      <p:sp>
        <p:nvSpPr>
          <p:cNvPr id="13" name="c3-text-146">
            <a:extLst xmlns:a="http://schemas.openxmlformats.org/drawingml/2006/main">
              <a:ext uri="{FF2B5EF4-FFF2-40B4-BE49-F238E27FC236}">
                <a16:creationId xmlns:a16="http://schemas.microsoft.com/office/drawing/2014/main" id="{724C5262-2C19-42A8-BBE2-632A5C7B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95725"/>
            <a:ext cx="2133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Data available to the nodes.</a:t>
            </a:r>
          </a:p>
        </p:txBody>
      </p:sp>
      <p:sp>
        <p:nvSpPr>
          <p:cNvPr id="14" name="c3-shape-147">
            <a:extLst xmlns:a="http://schemas.openxmlformats.org/drawingml/2006/main">
              <a:ext uri="{FF2B5EF4-FFF2-40B4-BE49-F238E27FC236}">
                <a16:creationId xmlns:a16="http://schemas.microsoft.com/office/drawing/2014/main" id="{850C3A5A-248A-4C22-8B07-9EA47896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95650"/>
            <a:ext cx="2514600" cy="1343025"/>
          </a:xfrm>
          <a:prstGeom xmlns:a="http://schemas.openxmlformats.org/drawingml/2006/main" prst="roundRect">
            <a:avLst>
              <a:gd name="adj" fmla="val 567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5" name="c3-shape-148">
            <a:extLst xmlns:a="http://schemas.openxmlformats.org/drawingml/2006/main">
              <a:ext uri="{FF2B5EF4-FFF2-40B4-BE49-F238E27FC236}">
                <a16:creationId xmlns:a16="http://schemas.microsoft.com/office/drawing/2014/main" id="{9C37A3A4-1A50-40FA-B5A2-E0595F72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5757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16" name="c3-text-149">
            <a:extLst xmlns:a="http://schemas.openxmlformats.org/drawingml/2006/main">
              <a:ext uri="{FF2B5EF4-FFF2-40B4-BE49-F238E27FC236}">
                <a16:creationId xmlns:a16="http://schemas.microsoft.com/office/drawing/2014/main" id="{1C133EA9-7388-486A-B0E5-2E91C00C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5282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Nodes</a:t>
            </a:r>
          </a:p>
        </p:txBody>
      </p:sp>
      <p:sp>
        <p:nvSpPr>
          <p:cNvPr id="17" name="c3-text-150">
            <a:extLst xmlns:a="http://schemas.openxmlformats.org/drawingml/2006/main">
              <a:ext uri="{FF2B5EF4-FFF2-40B4-BE49-F238E27FC236}">
                <a16:creationId xmlns:a16="http://schemas.microsoft.com/office/drawing/2014/main" id="{5C459926-8E79-4DF2-974B-F52093FE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95725"/>
            <a:ext cx="2133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Functions that do the work.</a:t>
            </a:r>
          </a:p>
        </p:txBody>
      </p:sp>
      <p:sp>
        <p:nvSpPr>
          <p:cNvPr id="18" name="c3-shape-151">
            <a:extLst xmlns:a="http://schemas.openxmlformats.org/drawingml/2006/main">
              <a:ext uri="{FF2B5EF4-FFF2-40B4-BE49-F238E27FC236}">
                <a16:creationId xmlns:a16="http://schemas.microsoft.com/office/drawing/2014/main" id="{54805A26-BEC7-4A86-8F65-63ED8159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95650"/>
            <a:ext cx="2514600" cy="1343025"/>
          </a:xfrm>
          <a:prstGeom xmlns:a="http://schemas.openxmlformats.org/drawingml/2006/main" prst="roundRect">
            <a:avLst>
              <a:gd name="adj" fmla="val 567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9" name="c3-shape-152">
            <a:extLst xmlns:a="http://schemas.openxmlformats.org/drawingml/2006/main">
              <a:ext uri="{FF2B5EF4-FFF2-40B4-BE49-F238E27FC236}">
                <a16:creationId xmlns:a16="http://schemas.microsoft.com/office/drawing/2014/main" id="{1C01D5F5-2E78-4657-9510-A75182D1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5757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20" name="c3-text-153">
            <a:extLst xmlns:a="http://schemas.openxmlformats.org/drawingml/2006/main">
              <a:ext uri="{FF2B5EF4-FFF2-40B4-BE49-F238E27FC236}">
                <a16:creationId xmlns:a16="http://schemas.microsoft.com/office/drawing/2014/main" id="{72322A83-CF77-4E82-8375-7F940764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5282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Edges</a:t>
            </a:r>
          </a:p>
        </p:txBody>
      </p:sp>
      <p:sp>
        <p:nvSpPr>
          <p:cNvPr id="21" name="c3-text-154">
            <a:extLst xmlns:a="http://schemas.openxmlformats.org/drawingml/2006/main">
              <a:ext uri="{FF2B5EF4-FFF2-40B4-BE49-F238E27FC236}">
                <a16:creationId xmlns:a16="http://schemas.microsoft.com/office/drawing/2014/main" id="{68F790DB-0A9B-49F3-B227-9555DE8D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95725"/>
            <a:ext cx="2133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Where execution goes next.</a:t>
            </a:r>
          </a:p>
        </p:txBody>
      </p:sp>
      <p:sp>
        <p:nvSpPr>
          <p:cNvPr id="22" name="c3-text-386">
            <a:extLst xmlns:a="http://schemas.openxmlformats.org/drawingml/2006/main">
              <a:ext uri="{FF2B5EF4-FFF2-40B4-BE49-F238E27FC236}">
                <a16:creationId xmlns:a16="http://schemas.microsoft.com/office/drawing/2014/main" id="{C142E133-03E0-4051-AE8E-0DBABB32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343095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3-text-155">
            <a:extLst xmlns:a="http://schemas.openxmlformats.org/drawingml/2006/main">
              <a:ext uri="{FF2B5EF4-FFF2-40B4-BE49-F238E27FC236}">
                <a16:creationId xmlns:a16="http://schemas.microsoft.com/office/drawing/2014/main" id="{3F59E780-8105-441B-A32E-A6C170E0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56">
            <a:extLst xmlns:a="http://schemas.openxmlformats.org/drawingml/2006/main">
              <a:ext uri="{FF2B5EF4-FFF2-40B4-BE49-F238E27FC236}">
                <a16:creationId xmlns:a16="http://schemas.microsoft.com/office/drawing/2014/main" id="{D9D13972-E541-48C8-96C4-762ED9FA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State: a Dictionary [9]</a:t>
            </a:r>
          </a:p>
        </p:txBody>
      </p:sp>
      <p:sp>
        <p:nvSpPr>
          <p:cNvPr id="3" name="c3-text-157">
            <a:extLst xmlns:a="http://schemas.openxmlformats.org/drawingml/2006/main">
              <a:ext uri="{FF2B5EF4-FFF2-40B4-BE49-F238E27FC236}">
                <a16:creationId xmlns:a16="http://schemas.microsoft.com/office/drawing/2014/main" id="{7A44EB27-FDA0-4F59-AA7B-E2426312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01</a:t>
            </a:r>
          </a:p>
        </p:txBody>
      </p:sp>
      <p:sp>
        <p:nvSpPr>
          <p:cNvPr id="4" name="c3-shape-158">
            <a:extLst xmlns:a="http://schemas.openxmlformats.org/drawingml/2006/main">
              <a:ext uri="{FF2B5EF4-FFF2-40B4-BE49-F238E27FC236}">
                <a16:creationId xmlns:a16="http://schemas.microsoft.com/office/drawing/2014/main" id="{ED794952-147A-4A87-AB38-169A3241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4429125" cy="2162175"/>
          </a:xfrm>
          <a:prstGeom xmlns:a="http://schemas.openxmlformats.org/drawingml/2006/main" prst="roundRect">
            <a:avLst>
              <a:gd name="adj" fmla="val 3524"/>
            </a:avLst>
          </a:prstGeom>
          <a:solidFill xmlns:a="http://schemas.openxmlformats.org/drawingml/2006/main">
            <a:srgbClr val="0D1421"/>
          </a:solidFill>
          <a:ln xmlns:a="http://schemas.openxmlformats.org/drawingml/2006/main" w="9525">
            <a:solidFill>
              <a:srgbClr val="30415D"/>
            </a:solidFill>
          </a:ln>
        </p:spPr>
      </p:sp>
      <p:sp>
        <p:nvSpPr>
          <p:cNvPr id="5" name="c3-text-159">
            <a:extLst xmlns:a="http://schemas.openxmlformats.org/drawingml/2006/main">
              <a:ext uri="{FF2B5EF4-FFF2-40B4-BE49-F238E27FC236}">
                <a16:creationId xmlns:a16="http://schemas.microsoft.com/office/drawing/2014/main" id="{65697CE7-AD90-4B36-AB47-445B3C66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4086225" cy="189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class</a:t>
            </a: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VisitorState</a:t>
            </a: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(TypedDict):</a:t>
            </a:r>
          </a:p>
          <a:p xmlns:a="http://schemas.openxmlformats.org/drawingml/2006/main">
            <a:pPr>
              <a:defRPr sz="16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visitor: str</a:t>
            </a:r>
          </a:p>
          <a:p xmlns:a="http://schemas.openxmlformats.org/drawingml/2006/main">
            <a:pPr>
              <a:defRPr sz="16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greeting: str</a:t>
            </a:r>
          </a:p>
          <a:p xmlns:a="http://schemas.openxmlformats.org/drawingml/2006/main">
            <a:pPr>
              <a:defRPr sz="16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opening_hours: str</a:t>
            </a:r>
          </a:p>
          <a:p xmlns:a="http://schemas.openxmlformats.org/drawingml/2006/main">
            <a:pPr>
              <a:defRPr sz="16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answer: str</a:t>
            </a:r>
          </a:p>
        </p:txBody>
      </p:sp>
      <p:sp>
        <p:nvSpPr>
          <p:cNvPr id="6" name="c3-text-160">
            <a:extLst xmlns:a="http://schemas.openxmlformats.org/drawingml/2006/main">
              <a:ext uri="{FF2B5EF4-FFF2-40B4-BE49-F238E27FC236}">
                <a16:creationId xmlns:a16="http://schemas.microsoft.com/office/drawing/2014/main" id="{1D09F591-CF82-4036-B1CE-2C0A13CE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771650"/>
            <a:ext cx="3181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Input</a:t>
            </a:r>
          </a:p>
          <a:p xmlns:a="http://schemas.openxmlformats.org/drawingml/2006/main">
            <a:pPr>
              <a:defRPr sz="18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{"visitor": "Lea"}</a:t>
            </a:r>
          </a:p>
        </p:txBody>
      </p:sp>
      <p:sp>
        <p:nvSpPr>
          <p:cNvPr id="7" name="c3-text-161">
            <a:extLst xmlns:a="http://schemas.openxmlformats.org/drawingml/2006/main">
              <a:ext uri="{FF2B5EF4-FFF2-40B4-BE49-F238E27FC236}">
                <a16:creationId xmlns:a16="http://schemas.microsoft.com/office/drawing/2014/main" id="{6F5AA76A-A015-4BAC-A5A1-998C6359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762250"/>
            <a:ext cx="3181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Nodes fill the remaining fields as the graph runs.</a:t>
            </a:r>
          </a:p>
        </p:txBody>
      </p:sp>
      <p:sp>
        <p:nvSpPr>
          <p:cNvPr id="8" name="c3-shape-162">
            <a:extLst xmlns:a="http://schemas.openxmlformats.org/drawingml/2006/main">
              <a:ext uri="{FF2B5EF4-FFF2-40B4-BE49-F238E27FC236}">
                <a16:creationId xmlns:a16="http://schemas.microsoft.com/office/drawing/2014/main" id="{59110639-137C-450C-B4C7-61CADCF8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9248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9" name="c3-text-163">
            <a:extLst xmlns:a="http://schemas.openxmlformats.org/drawingml/2006/main">
              <a:ext uri="{FF2B5EF4-FFF2-40B4-BE49-F238E27FC236}">
                <a16:creationId xmlns:a16="http://schemas.microsoft.com/office/drawing/2014/main" id="{857DF52C-9D7E-4BC9-9CEF-0B244E95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7543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TypedDict describes keys and types; it does not validate values.</a:t>
            </a:r>
          </a:p>
        </p:txBody>
      </p:sp>
      <p:sp>
        <p:nvSpPr>
          <p:cNvPr id="10" name="c3-text-387">
            <a:extLst xmlns:a="http://schemas.openxmlformats.org/drawingml/2006/main">
              <a:ext uri="{FF2B5EF4-FFF2-40B4-BE49-F238E27FC236}">
                <a16:creationId xmlns:a16="http://schemas.microsoft.com/office/drawing/2014/main" id="{227432C7-1537-4EA1-B466-954FFB84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938668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3-text-164">
            <a:extLst xmlns:a="http://schemas.openxmlformats.org/drawingml/2006/main">
              <a:ext uri="{FF2B5EF4-FFF2-40B4-BE49-F238E27FC236}">
                <a16:creationId xmlns:a16="http://schemas.microsoft.com/office/drawing/2014/main" id="{2E83983D-2186-4B12-B2B8-4B338C16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65">
            <a:extLst xmlns:a="http://schemas.openxmlformats.org/drawingml/2006/main">
              <a:ext uri="{FF2B5EF4-FFF2-40B4-BE49-F238E27FC236}">
                <a16:creationId xmlns:a16="http://schemas.microsoft.com/office/drawing/2014/main" id="{1EED8911-2EE7-4527-A6CA-2AFAE8AE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Nodes Return State Updates [9]</a:t>
            </a:r>
          </a:p>
        </p:txBody>
      </p:sp>
      <p:sp>
        <p:nvSpPr>
          <p:cNvPr id="3" name="c3-text-166">
            <a:extLst xmlns:a="http://schemas.openxmlformats.org/drawingml/2006/main">
              <a:ext uri="{FF2B5EF4-FFF2-40B4-BE49-F238E27FC236}">
                <a16:creationId xmlns:a16="http://schemas.microsoft.com/office/drawing/2014/main" id="{A4CC9C42-8B1C-40C9-A345-D8C448F9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01</a:t>
            </a:r>
          </a:p>
        </p:txBody>
      </p:sp>
      <p:sp>
        <p:nvSpPr>
          <p:cNvPr id="4" name="c3-shape-167">
            <a:extLst xmlns:a="http://schemas.openxmlformats.org/drawingml/2006/main">
              <a:ext uri="{FF2B5EF4-FFF2-40B4-BE49-F238E27FC236}">
                <a16:creationId xmlns:a16="http://schemas.microsoft.com/office/drawing/2014/main" id="{4437FE9B-E365-4141-940C-DE3B5C5E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79248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D1421"/>
          </a:solidFill>
          <a:ln xmlns:a="http://schemas.openxmlformats.org/drawingml/2006/main" w="9525">
            <a:solidFill>
              <a:srgbClr val="30415D"/>
            </a:solidFill>
          </a:ln>
        </p:spPr>
      </p:sp>
      <p:sp>
        <p:nvSpPr>
          <p:cNvPr id="5" name="c3-text-168">
            <a:extLst xmlns:a="http://schemas.openxmlformats.org/drawingml/2006/main">
              <a:ext uri="{FF2B5EF4-FFF2-40B4-BE49-F238E27FC236}">
                <a16:creationId xmlns:a16="http://schemas.microsoft.com/office/drawing/2014/main" id="{0655C0C5-2B6D-4E43-9490-4BC974E9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75819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5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575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greet</a:t>
            </a:r>
            <a:r>
              <a:rPr sz="15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(state: VisitorState):</a:t>
            </a:r>
          </a:p>
          <a:p xmlns:a="http://schemas.openxmlformats.org/drawingml/2006/main">
            <a:pPr>
              <a:defRPr sz="157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575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5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{</a:t>
            </a:r>
            <a:r>
              <a:rPr sz="157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"greeting"</a:t>
            </a:r>
            <a:r>
              <a:rPr sz="15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: f</a:t>
            </a:r>
            <a:r>
              <a:rPr sz="157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"Hello {state['visitor']}!"</a:t>
            </a:r>
            <a:r>
              <a:rPr sz="15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3-shape-169">
            <a:extLst xmlns:a="http://schemas.openxmlformats.org/drawingml/2006/main">
              <a:ext uri="{FF2B5EF4-FFF2-40B4-BE49-F238E27FC236}">
                <a16:creationId xmlns:a16="http://schemas.microsoft.com/office/drawing/2014/main" id="{537C6EF8-6A0D-4519-BA25-9C869790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7" name="c3-text-170">
            <a:extLst xmlns:a="http://schemas.openxmlformats.org/drawingml/2006/main">
              <a:ext uri="{FF2B5EF4-FFF2-40B4-BE49-F238E27FC236}">
                <a16:creationId xmlns:a16="http://schemas.microsoft.com/office/drawing/2014/main" id="{EC103322-C7E6-49E2-8D24-5160FBC3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52775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visitor: "Lea"</a:t>
            </a:r>
          </a:p>
        </p:txBody>
      </p:sp>
      <p:sp>
        <p:nvSpPr>
          <p:cNvPr id="8" name="c3-shape-171">
            <a:extLst xmlns:a="http://schemas.openxmlformats.org/drawingml/2006/main">
              <a:ext uri="{FF2B5EF4-FFF2-40B4-BE49-F238E27FC236}">
                <a16:creationId xmlns:a16="http://schemas.microsoft.com/office/drawing/2014/main" id="{DC387D3A-366D-4016-9832-AD1334D4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352800"/>
            <a:ext cx="5905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9" name="c3-shape-172">
            <a:extLst xmlns:a="http://schemas.openxmlformats.org/drawingml/2006/main">
              <a:ext uri="{FF2B5EF4-FFF2-40B4-BE49-F238E27FC236}">
                <a16:creationId xmlns:a16="http://schemas.microsoft.com/office/drawing/2014/main" id="{AB558727-E6AE-4641-A552-DCDC3370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71800"/>
            <a:ext cx="4591050" cy="942975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10" name="c3-text-173">
            <a:extLst xmlns:a="http://schemas.openxmlformats.org/drawingml/2006/main">
              <a:ext uri="{FF2B5EF4-FFF2-40B4-BE49-F238E27FC236}">
                <a16:creationId xmlns:a16="http://schemas.microsoft.com/office/drawing/2014/main" id="{6B1A2088-182D-4A91-94C2-D4002FAA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48000"/>
            <a:ext cx="43624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visitor: "Lea"</a:t>
            </a:r>
          </a:p>
          <a:p xmlns:a="http://schemas.openxmlformats.org/drawingml/2006/main">
            <a:pPr algn="ctr"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greeting: "Hello Lea!"</a:t>
            </a:r>
          </a:p>
        </p:txBody>
      </p:sp>
      <p:sp>
        <p:nvSpPr>
          <p:cNvPr id="11" name="c3-shape-174">
            <a:extLst xmlns:a="http://schemas.openxmlformats.org/drawingml/2006/main">
              <a:ext uri="{FF2B5EF4-FFF2-40B4-BE49-F238E27FC236}">
                <a16:creationId xmlns:a16="http://schemas.microsoft.com/office/drawing/2014/main" id="{7C2950D6-DC94-4ADF-A2A2-4B976233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9248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2" name="c3-text-175">
            <a:extLst xmlns:a="http://schemas.openxmlformats.org/drawingml/2006/main">
              <a:ext uri="{FF2B5EF4-FFF2-40B4-BE49-F238E27FC236}">
                <a16:creationId xmlns:a16="http://schemas.microsoft.com/office/drawing/2014/main" id="{3AECB310-0DA0-4A6F-9174-2E4EFD61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7543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Return changed fields. Other fields remain in the state.</a:t>
            </a:r>
          </a:p>
        </p:txBody>
      </p:sp>
      <p:sp>
        <p:nvSpPr>
          <p:cNvPr id="13" name="c3-text-388">
            <a:extLst xmlns:a="http://schemas.openxmlformats.org/drawingml/2006/main">
              <a:ext uri="{FF2B5EF4-FFF2-40B4-BE49-F238E27FC236}">
                <a16:creationId xmlns:a16="http://schemas.microsoft.com/office/drawing/2014/main" id="{01951442-862F-4A17-9A70-0EFACC76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09838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c3-text-176">
            <a:extLst xmlns:a="http://schemas.openxmlformats.org/drawingml/2006/main">
              <a:ext uri="{FF2B5EF4-FFF2-40B4-BE49-F238E27FC236}">
                <a16:creationId xmlns:a16="http://schemas.microsoft.com/office/drawing/2014/main" id="{3013257B-E273-4E2D-82FB-3D45E73D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177">
            <a:extLst xmlns:a="http://schemas.openxmlformats.org/drawingml/2006/main">
              <a:ext uri="{FF2B5EF4-FFF2-40B4-BE49-F238E27FC236}">
                <a16:creationId xmlns:a16="http://schemas.microsoft.com/office/drawing/2014/main" id="{22AD947F-A618-40A1-A14D-05112116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 Sequential Graph [9]</a:t>
            </a:r>
          </a:p>
        </p:txBody>
      </p:sp>
      <p:sp>
        <p:nvSpPr>
          <p:cNvPr id="3" name="c3-text-178">
            <a:extLst xmlns:a="http://schemas.openxmlformats.org/drawingml/2006/main">
              <a:ext uri="{FF2B5EF4-FFF2-40B4-BE49-F238E27FC236}">
                <a16:creationId xmlns:a16="http://schemas.microsoft.com/office/drawing/2014/main" id="{25CCF490-42C5-4B67-99E7-8512E0DA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7924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Greet the visitor, get opening hours, then compose the answer.</a:t>
            </a:r>
          </a:p>
        </p:txBody>
      </p:sp>
      <p:sp>
        <p:nvSpPr>
          <p:cNvPr id="4" name="c3-text-179">
            <a:extLst xmlns:a="http://schemas.openxmlformats.org/drawingml/2006/main">
              <a:ext uri="{FF2B5EF4-FFF2-40B4-BE49-F238E27FC236}">
                <a16:creationId xmlns:a16="http://schemas.microsoft.com/office/drawing/2014/main" id="{2C0A9956-AEC0-42A0-B29F-04FD26A4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01</a:t>
            </a:r>
          </a:p>
        </p:txBody>
      </p:sp>
      <p:sp>
        <p:nvSpPr>
          <p:cNvPr id="5" name="c3-shape-180">
            <a:extLst xmlns:a="http://schemas.openxmlformats.org/drawingml/2006/main">
              <a:ext uri="{FF2B5EF4-FFF2-40B4-BE49-F238E27FC236}">
                <a16:creationId xmlns:a16="http://schemas.microsoft.com/office/drawing/2014/main" id="{12EE216A-5D92-49F1-ABFC-AE34D655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12395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6" name="c3-text-181">
            <a:extLst xmlns:a="http://schemas.openxmlformats.org/drawingml/2006/main">
              <a:ext uri="{FF2B5EF4-FFF2-40B4-BE49-F238E27FC236}">
                <a16:creationId xmlns:a16="http://schemas.microsoft.com/office/drawing/2014/main" id="{AB43C915-F30D-4F97-AEFE-33726AB9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8953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START</a:t>
            </a:r>
          </a:p>
        </p:txBody>
      </p:sp>
      <p:sp>
        <p:nvSpPr>
          <p:cNvPr id="7" name="c3-shape-182">
            <a:extLst xmlns:a="http://schemas.openxmlformats.org/drawingml/2006/main">
              <a:ext uri="{FF2B5EF4-FFF2-40B4-BE49-F238E27FC236}">
                <a16:creationId xmlns:a16="http://schemas.microsoft.com/office/drawing/2014/main" id="{EBC2D40F-361F-44CA-B5BD-C562E031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38425"/>
            <a:ext cx="1905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8" name="c3-shape-183">
            <a:extLst xmlns:a="http://schemas.openxmlformats.org/drawingml/2006/main">
              <a:ext uri="{FF2B5EF4-FFF2-40B4-BE49-F238E27FC236}">
                <a16:creationId xmlns:a16="http://schemas.microsoft.com/office/drawing/2014/main" id="{33C758B2-B6DE-4F97-B8A0-6C23239F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400300"/>
            <a:ext cx="135255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9" name="c3-text-184">
            <a:extLst xmlns:a="http://schemas.openxmlformats.org/drawingml/2006/main">
              <a:ext uri="{FF2B5EF4-FFF2-40B4-BE49-F238E27FC236}">
                <a16:creationId xmlns:a16="http://schemas.microsoft.com/office/drawing/2014/main" id="{F28431A6-FB1C-46E8-BF69-BDC5047A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76500"/>
            <a:ext cx="11239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greet</a:t>
            </a:r>
          </a:p>
        </p:txBody>
      </p:sp>
      <p:sp>
        <p:nvSpPr>
          <p:cNvPr id="10" name="c3-shape-185">
            <a:extLst xmlns:a="http://schemas.openxmlformats.org/drawingml/2006/main">
              <a:ext uri="{FF2B5EF4-FFF2-40B4-BE49-F238E27FC236}">
                <a16:creationId xmlns:a16="http://schemas.microsoft.com/office/drawing/2014/main" id="{EE1F2969-6666-4678-A2F9-C2E9CD93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38425"/>
            <a:ext cx="1905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1" name="c3-shape-186">
            <a:extLst xmlns:a="http://schemas.openxmlformats.org/drawingml/2006/main">
              <a:ext uri="{FF2B5EF4-FFF2-40B4-BE49-F238E27FC236}">
                <a16:creationId xmlns:a16="http://schemas.microsoft.com/office/drawing/2014/main" id="{D67E8F70-ABF9-424A-86DC-995330F5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00300"/>
            <a:ext cx="135255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2" name="c3-text-187">
            <a:extLst xmlns:a="http://schemas.openxmlformats.org/drawingml/2006/main">
              <a:ext uri="{FF2B5EF4-FFF2-40B4-BE49-F238E27FC236}">
                <a16:creationId xmlns:a16="http://schemas.microsoft.com/office/drawing/2014/main" id="{55E66AE1-AC7D-4C87-B15C-D048A71B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76500"/>
            <a:ext cx="11239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hours</a:t>
            </a:r>
          </a:p>
        </p:txBody>
      </p:sp>
      <p:sp>
        <p:nvSpPr>
          <p:cNvPr id="13" name="c3-shape-188">
            <a:extLst xmlns:a="http://schemas.openxmlformats.org/drawingml/2006/main">
              <a:ext uri="{FF2B5EF4-FFF2-40B4-BE49-F238E27FC236}">
                <a16:creationId xmlns:a16="http://schemas.microsoft.com/office/drawing/2014/main" id="{C67F57BB-ACA3-41F8-BBAE-2E43853F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38425"/>
            <a:ext cx="1905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4" name="c3-shape-189">
            <a:extLst xmlns:a="http://schemas.openxmlformats.org/drawingml/2006/main">
              <a:ext uri="{FF2B5EF4-FFF2-40B4-BE49-F238E27FC236}">
                <a16:creationId xmlns:a16="http://schemas.microsoft.com/office/drawing/2014/main" id="{ED81280C-FC3B-4968-AD0B-49E4C791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00300"/>
            <a:ext cx="177165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5" name="c3-text-190">
            <a:extLst xmlns:a="http://schemas.openxmlformats.org/drawingml/2006/main">
              <a:ext uri="{FF2B5EF4-FFF2-40B4-BE49-F238E27FC236}">
                <a16:creationId xmlns:a16="http://schemas.microsoft.com/office/drawing/2014/main" id="{F2253A10-1087-4A3D-B767-2A3243B7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476500"/>
            <a:ext cx="15430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compose</a:t>
            </a:r>
          </a:p>
        </p:txBody>
      </p:sp>
      <p:sp>
        <p:nvSpPr>
          <p:cNvPr id="16" name="c3-shape-191">
            <a:extLst xmlns:a="http://schemas.openxmlformats.org/drawingml/2006/main">
              <a:ext uri="{FF2B5EF4-FFF2-40B4-BE49-F238E27FC236}">
                <a16:creationId xmlns:a16="http://schemas.microsoft.com/office/drawing/2014/main" id="{16EFEFD2-C7F0-4C9F-BB3B-C584656D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38425"/>
            <a:ext cx="1905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7" name="c3-shape-192">
            <a:extLst xmlns:a="http://schemas.openxmlformats.org/drawingml/2006/main">
              <a:ext uri="{FF2B5EF4-FFF2-40B4-BE49-F238E27FC236}">
                <a16:creationId xmlns:a16="http://schemas.microsoft.com/office/drawing/2014/main" id="{0C07D7C3-6177-4D93-BADD-D137E012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00300"/>
            <a:ext cx="95250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8" name="c3-text-193">
            <a:extLst xmlns:a="http://schemas.openxmlformats.org/drawingml/2006/main">
              <a:ext uri="{FF2B5EF4-FFF2-40B4-BE49-F238E27FC236}">
                <a16:creationId xmlns:a16="http://schemas.microsoft.com/office/drawing/2014/main" id="{2E30F1BF-5576-486A-9765-251BEBE7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76500"/>
            <a:ext cx="723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END</a:t>
            </a:r>
          </a:p>
        </p:txBody>
      </p:sp>
      <p:sp>
        <p:nvSpPr>
          <p:cNvPr id="19" name="c3-text-194">
            <a:extLst xmlns:a="http://schemas.openxmlformats.org/drawingml/2006/main">
              <a:ext uri="{FF2B5EF4-FFF2-40B4-BE49-F238E27FC236}">
                <a16:creationId xmlns:a16="http://schemas.microsoft.com/office/drawing/2014/main" id="{3C86FBC9-D3AD-4121-9754-0E7B5994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19450"/>
            <a:ext cx="135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greeting</a:t>
            </a:r>
          </a:p>
        </p:txBody>
      </p:sp>
      <p:sp>
        <p:nvSpPr>
          <p:cNvPr id="20" name="c3-text-195">
            <a:extLst xmlns:a="http://schemas.openxmlformats.org/drawingml/2006/main">
              <a:ext uri="{FF2B5EF4-FFF2-40B4-BE49-F238E27FC236}">
                <a16:creationId xmlns:a16="http://schemas.microsoft.com/office/drawing/2014/main" id="{B6F290CA-0825-42AA-B810-804B87E4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21945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opening_hours</a:t>
            </a:r>
          </a:p>
        </p:txBody>
      </p:sp>
      <p:sp>
        <p:nvSpPr>
          <p:cNvPr id="21" name="c3-text-196">
            <a:extLst xmlns:a="http://schemas.openxmlformats.org/drawingml/2006/main">
              <a:ext uri="{FF2B5EF4-FFF2-40B4-BE49-F238E27FC236}">
                <a16:creationId xmlns:a16="http://schemas.microsoft.com/office/drawing/2014/main" id="{E5908CAE-2466-4162-A70D-124ADB80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1945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answer</a:t>
            </a:r>
          </a:p>
        </p:txBody>
      </p:sp>
      <p:sp>
        <p:nvSpPr>
          <p:cNvPr id="22" name="c3-shape-197">
            <a:extLst xmlns:a="http://schemas.openxmlformats.org/drawingml/2006/main">
              <a:ext uri="{FF2B5EF4-FFF2-40B4-BE49-F238E27FC236}">
                <a16:creationId xmlns:a16="http://schemas.microsoft.com/office/drawing/2014/main" id="{72625C3D-8A26-4C6A-8C81-E78D0ACC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9248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23" name="c3-text-198">
            <a:extLst xmlns:a="http://schemas.openxmlformats.org/drawingml/2006/main">
              <a:ext uri="{FF2B5EF4-FFF2-40B4-BE49-F238E27FC236}">
                <a16:creationId xmlns:a16="http://schemas.microsoft.com/office/drawing/2014/main" id="{E44CDBE5-6067-4C7E-A04A-A31BA150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7543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Hello Lea! The museum opens at 10:00.</a:t>
            </a:r>
          </a:p>
        </p:txBody>
      </p:sp>
      <p:sp>
        <p:nvSpPr>
          <p:cNvPr id="24" name="c3-text-389">
            <a:extLst xmlns:a="http://schemas.openxmlformats.org/drawingml/2006/main">
              <a:ext uri="{FF2B5EF4-FFF2-40B4-BE49-F238E27FC236}">
                <a16:creationId xmlns:a16="http://schemas.microsoft.com/office/drawing/2014/main" id="{08856802-AD03-4532-8671-C28CD3C3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884318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3-text-199">
            <a:extLst xmlns:a="http://schemas.openxmlformats.org/drawingml/2006/main">
              <a:ext uri="{FF2B5EF4-FFF2-40B4-BE49-F238E27FC236}">
                <a16:creationId xmlns:a16="http://schemas.microsoft.com/office/drawing/2014/main" id="{B3157D8B-4DE5-4714-B012-03C0C7B0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200">
            <a:extLst xmlns:a="http://schemas.openxmlformats.org/drawingml/2006/main">
              <a:ext uri="{FF2B5EF4-FFF2-40B4-BE49-F238E27FC236}">
                <a16:creationId xmlns:a16="http://schemas.microsoft.com/office/drawing/2014/main" id="{35031014-249D-4005-89D2-381ED04B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Build and Compile [8] [9]</a:t>
            </a:r>
          </a:p>
        </p:txBody>
      </p:sp>
      <p:sp>
        <p:nvSpPr>
          <p:cNvPr id="3" name="c3-text-201">
            <a:extLst xmlns:a="http://schemas.openxmlformats.org/drawingml/2006/main">
              <a:ext uri="{FF2B5EF4-FFF2-40B4-BE49-F238E27FC236}">
                <a16:creationId xmlns:a16="http://schemas.microsoft.com/office/drawing/2014/main" id="{B799B816-E4D7-469B-9107-8A9DE435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01</a:t>
            </a:r>
          </a:p>
        </p:txBody>
      </p:sp>
      <p:sp>
        <p:nvSpPr>
          <p:cNvPr id="4" name="c3-shape-202">
            <a:extLst xmlns:a="http://schemas.openxmlformats.org/drawingml/2006/main">
              <a:ext uri="{FF2B5EF4-FFF2-40B4-BE49-F238E27FC236}">
                <a16:creationId xmlns:a16="http://schemas.microsoft.com/office/drawing/2014/main" id="{966D696D-74B7-46FC-A0D0-BC162CD9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7924800" cy="3114675"/>
          </a:xfrm>
          <a:prstGeom xmlns:a="http://schemas.openxmlformats.org/drawingml/2006/main" prst="roundRect">
            <a:avLst>
              <a:gd name="adj" fmla="val 2446"/>
            </a:avLst>
          </a:prstGeom>
          <a:solidFill xmlns:a="http://schemas.openxmlformats.org/drawingml/2006/main">
            <a:srgbClr val="0D1421"/>
          </a:solidFill>
          <a:ln xmlns:a="http://schemas.openxmlformats.org/drawingml/2006/main" w="9525">
            <a:solidFill>
              <a:srgbClr val="30415D"/>
            </a:solidFill>
          </a:ln>
        </p:spPr>
      </p:sp>
      <p:sp>
        <p:nvSpPr>
          <p:cNvPr id="5" name="c3-text-203">
            <a:extLst xmlns:a="http://schemas.openxmlformats.org/drawingml/2006/main">
              <a:ext uri="{FF2B5EF4-FFF2-40B4-BE49-F238E27FC236}">
                <a16:creationId xmlns:a16="http://schemas.microsoft.com/office/drawing/2014/main" id="{8D6CBB7D-C9A7-412E-9F1C-FC0CBB86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47825"/>
            <a:ext cx="7581900" cy="2847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builder = </a:t>
            </a:r>
            <a:r>
              <a:rPr sz="1575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StateGraph</a:t>
            </a:r>
            <a:r>
              <a:rPr sz="15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(VisitorState)</a:t>
            </a:r>
          </a:p>
          <a:p xmlns:a="http://schemas.openxmlformats.org/drawingml/2006/main">
            <a:pPr>
              <a:defRPr sz="157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builder.</a:t>
            </a:r>
            <a:r>
              <a:rPr sz="1575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add_node</a:t>
            </a:r>
            <a:r>
              <a:rPr sz="15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57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"greet"</a:t>
            </a:r>
            <a:r>
              <a:rPr sz="15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, greet)</a:t>
            </a:r>
          </a:p>
          <a:p xmlns:a="http://schemas.openxmlformats.org/drawingml/2006/main">
            <a:pPr>
              <a:defRPr sz="157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builder.</a:t>
            </a:r>
            <a:r>
              <a:rPr sz="1575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add_node</a:t>
            </a:r>
            <a:r>
              <a:rPr sz="15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57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"hours"</a:t>
            </a:r>
            <a:r>
              <a:rPr sz="15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, hours)</a:t>
            </a:r>
          </a:p>
          <a:p xmlns:a="http://schemas.openxmlformats.org/drawingml/2006/main">
            <a:pPr>
              <a:defRPr sz="157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builder.</a:t>
            </a:r>
            <a:r>
              <a:rPr sz="1575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add_node</a:t>
            </a:r>
            <a:r>
              <a:rPr sz="15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57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"compose"</a:t>
            </a:r>
            <a:r>
              <a:rPr sz="15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, compose)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builder.</a:t>
            </a:r>
            <a:r>
              <a:rPr sz="1575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add_edge</a:t>
            </a:r>
            <a:r>
              <a:rPr sz="15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575" b="0">
                <a:solidFill>
                  <a:srgbClr val="E7B983"/>
                </a:solidFill>
                <a:latin typeface="Consolas"/>
                <a:ea typeface="Consolas"/>
                <a:cs typeface="Consolas"/>
              </a:rPr>
              <a:t>START</a:t>
            </a:r>
            <a:r>
              <a:rPr sz="15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57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"greet"</a:t>
            </a:r>
            <a:r>
              <a:rPr sz="15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defRPr sz="157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builder.</a:t>
            </a:r>
            <a:r>
              <a:rPr sz="1575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add_edge</a:t>
            </a:r>
            <a:r>
              <a:rPr sz="15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57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"greet"</a:t>
            </a:r>
            <a:r>
              <a:rPr sz="15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57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"hours"</a:t>
            </a:r>
            <a:r>
              <a:rPr sz="15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defRPr sz="157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builder.</a:t>
            </a:r>
            <a:r>
              <a:rPr sz="1575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add_edge</a:t>
            </a:r>
            <a:r>
              <a:rPr sz="15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57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"hours"</a:t>
            </a:r>
            <a:r>
              <a:rPr sz="15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57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"compose"</a:t>
            </a:r>
            <a:r>
              <a:rPr sz="15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defRPr sz="157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builder.</a:t>
            </a:r>
            <a:r>
              <a:rPr sz="1575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add_edge</a:t>
            </a:r>
            <a:r>
              <a:rPr sz="15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57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"compose"</a:t>
            </a:r>
            <a:r>
              <a:rPr sz="15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575" b="0">
                <a:solidFill>
                  <a:srgbClr val="E7B983"/>
                </a:solidFill>
                <a:latin typeface="Consolas"/>
                <a:ea typeface="Consolas"/>
                <a:cs typeface="Consolas"/>
              </a:rPr>
              <a:t>END</a:t>
            </a:r>
            <a:r>
              <a:rPr sz="15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graph = builder.</a:t>
            </a:r>
            <a:r>
              <a:rPr sz="1575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compile</a:t>
            </a:r>
            <a:r>
              <a:rPr sz="157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()</a:t>
            </a:r>
          </a:p>
        </p:txBody>
      </p:sp>
      <p:sp>
        <p:nvSpPr>
          <p:cNvPr id="6" name="c3-text-390">
            <a:extLst xmlns:a="http://schemas.openxmlformats.org/drawingml/2006/main">
              <a:ext uri="{FF2B5EF4-FFF2-40B4-BE49-F238E27FC236}">
                <a16:creationId xmlns:a16="http://schemas.microsoft.com/office/drawing/2014/main" id="{2E4AA56C-CF06-47A2-B58C-4EC73ED0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876663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3-text-204">
            <a:extLst xmlns:a="http://schemas.openxmlformats.org/drawingml/2006/main">
              <a:ext uri="{FF2B5EF4-FFF2-40B4-BE49-F238E27FC236}">
                <a16:creationId xmlns:a16="http://schemas.microsoft.com/office/drawing/2014/main" id="{F9EFBC51-09A4-4E18-AA93-7CACF572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205">
            <a:extLst xmlns:a="http://schemas.openxmlformats.org/drawingml/2006/main">
              <a:ext uri="{FF2B5EF4-FFF2-40B4-BE49-F238E27FC236}">
                <a16:creationId xmlns:a16="http://schemas.microsoft.com/office/drawing/2014/main" id="{1527674B-3F15-4603-9E41-A1E81684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Invoke the Graph [9]</a:t>
            </a:r>
          </a:p>
        </p:txBody>
      </p:sp>
      <p:sp>
        <p:nvSpPr>
          <p:cNvPr id="3" name="c3-text-206">
            <a:extLst xmlns:a="http://schemas.openxmlformats.org/drawingml/2006/main">
              <a:ext uri="{FF2B5EF4-FFF2-40B4-BE49-F238E27FC236}">
                <a16:creationId xmlns:a16="http://schemas.microsoft.com/office/drawing/2014/main" id="{9DA2C784-9435-4B7F-85BE-D06998FA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01</a:t>
            </a:r>
          </a:p>
        </p:txBody>
      </p:sp>
      <p:sp>
        <p:nvSpPr>
          <p:cNvPr id="4" name="c3-shape-207">
            <a:extLst xmlns:a="http://schemas.openxmlformats.org/drawingml/2006/main">
              <a:ext uri="{FF2B5EF4-FFF2-40B4-BE49-F238E27FC236}">
                <a16:creationId xmlns:a16="http://schemas.microsoft.com/office/drawing/2014/main" id="{EC66FFE0-F559-47E7-96B7-86C6C5D7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7924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1421"/>
          </a:solidFill>
          <a:ln xmlns:a="http://schemas.openxmlformats.org/drawingml/2006/main" w="9525">
            <a:solidFill>
              <a:srgbClr val="30415D"/>
            </a:solidFill>
          </a:ln>
        </p:spPr>
      </p:sp>
      <p:sp>
        <p:nvSpPr>
          <p:cNvPr id="5" name="c3-text-208">
            <a:extLst xmlns:a="http://schemas.openxmlformats.org/drawingml/2006/main">
              <a:ext uri="{FF2B5EF4-FFF2-40B4-BE49-F238E27FC236}">
                <a16:creationId xmlns:a16="http://schemas.microsoft.com/office/drawing/2014/main" id="{D906798C-616A-4C16-A6D3-BD58B49B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19275"/>
            <a:ext cx="7581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result = graph.</a:t>
            </a:r>
            <a:r>
              <a:rPr sz="1725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invoke</a:t>
            </a:r>
            <a:r>
              <a:rPr sz="17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({</a:t>
            </a:r>
            <a:r>
              <a:rPr sz="172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"visitor"</a:t>
            </a:r>
            <a:r>
              <a:rPr sz="17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72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"Lea"</a:t>
            </a:r>
            <a:r>
              <a:rPr sz="17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})</a:t>
            </a:r>
          </a:p>
          <a:p xmlns:a="http://schemas.openxmlformats.org/drawingml/2006/main">
            <a:pPr>
              <a:defRPr sz="1725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7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(result[</a:t>
            </a:r>
            <a:r>
              <a:rPr sz="1725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"answer"</a:t>
            </a:r>
            <a:r>
              <a:rPr sz="1725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])</a:t>
            </a:r>
          </a:p>
        </p:txBody>
      </p:sp>
      <p:sp>
        <p:nvSpPr>
          <p:cNvPr id="6" name="c3-shape-209">
            <a:extLst xmlns:a="http://schemas.openxmlformats.org/drawingml/2006/main">
              <a:ext uri="{FF2B5EF4-FFF2-40B4-BE49-F238E27FC236}">
                <a16:creationId xmlns:a16="http://schemas.microsoft.com/office/drawing/2014/main" id="{A402A898-E1B5-470B-ACB8-857FBF82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37719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7" name="c3-shape-210">
            <a:extLst xmlns:a="http://schemas.openxmlformats.org/drawingml/2006/main">
              <a:ext uri="{FF2B5EF4-FFF2-40B4-BE49-F238E27FC236}">
                <a16:creationId xmlns:a16="http://schemas.microsoft.com/office/drawing/2014/main" id="{2A0B085E-B0EA-447F-AF34-57EAA407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8" name="c3-text-211">
            <a:extLst xmlns:a="http://schemas.openxmlformats.org/drawingml/2006/main">
              <a:ext uri="{FF2B5EF4-FFF2-40B4-BE49-F238E27FC236}">
                <a16:creationId xmlns:a16="http://schemas.microsoft.com/office/drawing/2014/main" id="{2C5D739D-081B-4746-9652-9E6BD860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Input dictionary</a:t>
            </a:r>
          </a:p>
        </p:txBody>
      </p:sp>
      <p:sp>
        <p:nvSpPr>
          <p:cNvPr id="9" name="c3-text-212">
            <a:extLst xmlns:a="http://schemas.openxmlformats.org/drawingml/2006/main">
              <a:ext uri="{FF2B5EF4-FFF2-40B4-BE49-F238E27FC236}">
                <a16:creationId xmlns:a16="http://schemas.microsoft.com/office/drawing/2014/main" id="{448B06B9-F27B-4387-B7DA-0B03F77E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339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values supplied at the start of this run.</a:t>
            </a:r>
          </a:p>
        </p:txBody>
      </p:sp>
      <p:sp>
        <p:nvSpPr>
          <p:cNvPr id="10" name="c3-shape-213">
            <a:extLst xmlns:a="http://schemas.openxmlformats.org/drawingml/2006/main">
              <a:ext uri="{FF2B5EF4-FFF2-40B4-BE49-F238E27FC236}">
                <a16:creationId xmlns:a16="http://schemas.microsoft.com/office/drawing/2014/main" id="{1EB820A9-D4AC-4A2D-9FF6-2071E31A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00375"/>
            <a:ext cx="37719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1" name="c3-shape-214">
            <a:extLst xmlns:a="http://schemas.openxmlformats.org/drawingml/2006/main">
              <a:ext uri="{FF2B5EF4-FFF2-40B4-BE49-F238E27FC236}">
                <a16:creationId xmlns:a16="http://schemas.microsoft.com/office/drawing/2014/main" id="{50359D50-9D07-4231-BDA8-7E8BBCD1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62300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2" name="c3-text-215">
            <a:extLst xmlns:a="http://schemas.openxmlformats.org/drawingml/2006/main">
              <a:ext uri="{FF2B5EF4-FFF2-40B4-BE49-F238E27FC236}">
                <a16:creationId xmlns:a16="http://schemas.microsoft.com/office/drawing/2014/main" id="{B6C4538B-E93A-4A3B-B898-D145F84C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5755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Output dictionary</a:t>
            </a:r>
          </a:p>
        </p:txBody>
      </p:sp>
      <p:sp>
        <p:nvSpPr>
          <p:cNvPr id="13" name="c3-text-216">
            <a:extLst xmlns:a="http://schemas.openxmlformats.org/drawingml/2006/main">
              <a:ext uri="{FF2B5EF4-FFF2-40B4-BE49-F238E27FC236}">
                <a16:creationId xmlns:a16="http://schemas.microsoft.com/office/drawing/2014/main" id="{1FEECF20-D9CE-48F2-8D4D-1F9A4A42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00450"/>
            <a:ext cx="339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final state, including the answer.</a:t>
            </a:r>
          </a:p>
        </p:txBody>
      </p:sp>
      <p:sp>
        <p:nvSpPr>
          <p:cNvPr id="14" name="c3-text-217">
            <a:hlinkClick xmlns:r="http://schemas.openxmlformats.org/officeDocument/2006/relationships" xmlns:a="http://schemas.openxmlformats.org/drawingml/2006/main" r:id="Rc06b88c4888c4697"/>
            <a:extLst xmlns:a="http://schemas.openxmlformats.org/drawingml/2006/main">
              <a:ext uri="{FF2B5EF4-FFF2-40B4-BE49-F238E27FC236}">
                <a16:creationId xmlns:a16="http://schemas.microsoft.com/office/drawing/2014/main" id="{43324F64-FB35-439F-A34C-24C370F5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792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Open 01_langgraph.ipynb: 1. A sequential graph</a:t>
            </a:r>
          </a:p>
        </p:txBody>
      </p:sp>
      <p:sp>
        <p:nvSpPr>
          <p:cNvPr id="15" name="c3-text-391">
            <a:extLst xmlns:a="http://schemas.openxmlformats.org/drawingml/2006/main">
              <a:ext uri="{FF2B5EF4-FFF2-40B4-BE49-F238E27FC236}">
                <a16:creationId xmlns:a16="http://schemas.microsoft.com/office/drawing/2014/main" id="{CDE99C61-6BDA-4B5A-BA1C-5A7406DB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197276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c3-text-218">
            <a:extLst xmlns:a="http://schemas.openxmlformats.org/drawingml/2006/main">
              <a:ext uri="{FF2B5EF4-FFF2-40B4-BE49-F238E27FC236}">
                <a16:creationId xmlns:a16="http://schemas.microsoft.com/office/drawing/2014/main" id="{2EEEDA56-16E1-4015-9D11-40E3FAD6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219">
            <a:extLst xmlns:a="http://schemas.openxmlformats.org/drawingml/2006/main">
              <a:ext uri="{FF2B5EF4-FFF2-40B4-BE49-F238E27FC236}">
                <a16:creationId xmlns:a16="http://schemas.microsoft.com/office/drawing/2014/main" id="{6E42A400-1CAA-4A5D-A252-750DC5B1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Conditional Paths [9]</a:t>
            </a:r>
          </a:p>
        </p:txBody>
      </p:sp>
      <p:sp>
        <p:nvSpPr>
          <p:cNvPr id="3" name="c3-text-220">
            <a:extLst xmlns:a="http://schemas.openxmlformats.org/drawingml/2006/main">
              <a:ext uri="{FF2B5EF4-FFF2-40B4-BE49-F238E27FC236}">
                <a16:creationId xmlns:a16="http://schemas.microsoft.com/office/drawing/2014/main" id="{1144F6A4-C069-4473-B8CF-B1C6A516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7924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Choose one greeting using the language in the input.</a:t>
            </a:r>
          </a:p>
        </p:txBody>
      </p:sp>
      <p:sp>
        <p:nvSpPr>
          <p:cNvPr id="4" name="c3-text-221">
            <a:extLst xmlns:a="http://schemas.openxmlformats.org/drawingml/2006/main">
              <a:ext uri="{FF2B5EF4-FFF2-40B4-BE49-F238E27FC236}">
                <a16:creationId xmlns:a16="http://schemas.microsoft.com/office/drawing/2014/main" id="{341997E0-0361-4452-9677-FD477311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01</a:t>
            </a:r>
          </a:p>
        </p:txBody>
      </p:sp>
      <p:sp>
        <p:nvSpPr>
          <p:cNvPr id="5" name="c3-shape-222">
            <a:extLst xmlns:a="http://schemas.openxmlformats.org/drawingml/2006/main">
              <a:ext uri="{FF2B5EF4-FFF2-40B4-BE49-F238E27FC236}">
                <a16:creationId xmlns:a16="http://schemas.microsoft.com/office/drawing/2014/main" id="{36B93B17-C539-40BE-A588-8CD9C374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13716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6" name="c3-text-223">
            <a:extLst xmlns:a="http://schemas.openxmlformats.org/drawingml/2006/main">
              <a:ext uri="{FF2B5EF4-FFF2-40B4-BE49-F238E27FC236}">
                <a16:creationId xmlns:a16="http://schemas.microsoft.com/office/drawing/2014/main" id="{44697ADD-AEE7-4F0B-B5B8-9C410440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1143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START</a:t>
            </a:r>
          </a:p>
        </p:txBody>
      </p:sp>
      <p:sp>
        <p:nvSpPr>
          <p:cNvPr id="7" name="c3-shape-224">
            <a:extLst xmlns:a="http://schemas.openxmlformats.org/drawingml/2006/main">
              <a:ext uri="{FF2B5EF4-FFF2-40B4-BE49-F238E27FC236}">
                <a16:creationId xmlns:a16="http://schemas.microsoft.com/office/drawing/2014/main" id="{88A7BAED-C1A2-4744-86A1-D17E3F12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209800"/>
            <a:ext cx="190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8" name="c3-shape-225">
            <a:extLst xmlns:a="http://schemas.openxmlformats.org/drawingml/2006/main">
              <a:ext uri="{FF2B5EF4-FFF2-40B4-BE49-F238E27FC236}">
                <a16:creationId xmlns:a16="http://schemas.microsoft.com/office/drawing/2014/main" id="{C26DA6E5-00CB-489C-A45C-3AEB6AB0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000375"/>
            <a:ext cx="228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9" name="c3-shape-226">
            <a:extLst xmlns:a="http://schemas.openxmlformats.org/drawingml/2006/main">
              <a:ext uri="{FF2B5EF4-FFF2-40B4-BE49-F238E27FC236}">
                <a16:creationId xmlns:a16="http://schemas.microsoft.com/office/drawing/2014/main" id="{8D9E9FE4-3C4C-4EFC-AD22-2C4AEBFA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209800"/>
            <a:ext cx="82867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0" name="c3-shape-227">
            <a:extLst xmlns:a="http://schemas.openxmlformats.org/drawingml/2006/main">
              <a:ext uri="{FF2B5EF4-FFF2-40B4-BE49-F238E27FC236}">
                <a16:creationId xmlns:a16="http://schemas.microsoft.com/office/drawing/2014/main" id="{79CAE32D-01CD-4BBA-8DB5-0F650728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638550"/>
            <a:ext cx="82867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1" name="c3-shape-228">
            <a:extLst xmlns:a="http://schemas.openxmlformats.org/drawingml/2006/main">
              <a:ext uri="{FF2B5EF4-FFF2-40B4-BE49-F238E27FC236}">
                <a16:creationId xmlns:a16="http://schemas.microsoft.com/office/drawing/2014/main" id="{26590AAB-9374-4AF0-89BF-76C55384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971675"/>
            <a:ext cx="247650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2" name="c3-text-229">
            <a:extLst xmlns:a="http://schemas.openxmlformats.org/drawingml/2006/main">
              <a:ext uri="{FF2B5EF4-FFF2-40B4-BE49-F238E27FC236}">
                <a16:creationId xmlns:a16="http://schemas.microsoft.com/office/drawing/2014/main" id="{321E62CC-6E64-4137-8DB7-45B92B2D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047875"/>
            <a:ext cx="2247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english</a:t>
            </a:r>
          </a:p>
        </p:txBody>
      </p:sp>
      <p:sp>
        <p:nvSpPr>
          <p:cNvPr id="13" name="c3-shape-230">
            <a:extLst xmlns:a="http://schemas.openxmlformats.org/drawingml/2006/main">
              <a:ext uri="{FF2B5EF4-FFF2-40B4-BE49-F238E27FC236}">
                <a16:creationId xmlns:a16="http://schemas.microsoft.com/office/drawing/2014/main" id="{299DC557-538B-4663-9237-68736611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400425"/>
            <a:ext cx="247650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4" name="c3-text-231">
            <a:extLst xmlns:a="http://schemas.openxmlformats.org/drawingml/2006/main">
              <a:ext uri="{FF2B5EF4-FFF2-40B4-BE49-F238E27FC236}">
                <a16:creationId xmlns:a16="http://schemas.microsoft.com/office/drawing/2014/main" id="{DE76B8A8-0981-4376-960D-4CBB46C8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476625"/>
            <a:ext cx="2247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italian</a:t>
            </a:r>
          </a:p>
        </p:txBody>
      </p:sp>
      <p:sp>
        <p:nvSpPr>
          <p:cNvPr id="15" name="c3-text-232">
            <a:extLst xmlns:a="http://schemas.openxmlformats.org/drawingml/2006/main">
              <a:ext uri="{FF2B5EF4-FFF2-40B4-BE49-F238E27FC236}">
                <a16:creationId xmlns:a16="http://schemas.microsoft.com/office/drawing/2014/main" id="{F2008874-1786-466B-8564-E826D2A1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288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en</a:t>
            </a:r>
          </a:p>
        </p:txBody>
      </p:sp>
      <p:sp>
        <p:nvSpPr>
          <p:cNvPr id="16" name="c3-text-233">
            <a:extLst xmlns:a="http://schemas.openxmlformats.org/drawingml/2006/main">
              <a:ext uri="{FF2B5EF4-FFF2-40B4-BE49-F238E27FC236}">
                <a16:creationId xmlns:a16="http://schemas.microsoft.com/office/drawing/2014/main" id="{44BA1820-BEB4-4687-AADD-916EE2CE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5755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it</a:t>
            </a:r>
          </a:p>
        </p:txBody>
      </p:sp>
      <p:sp>
        <p:nvSpPr>
          <p:cNvPr id="17" name="c3-shape-234">
            <a:extLst xmlns:a="http://schemas.openxmlformats.org/drawingml/2006/main">
              <a:ext uri="{FF2B5EF4-FFF2-40B4-BE49-F238E27FC236}">
                <a16:creationId xmlns:a16="http://schemas.microsoft.com/office/drawing/2014/main" id="{71429697-338A-4DB5-9624-84E4E862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286000"/>
            <a:ext cx="828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8" name="c3-shape-235">
            <a:extLst xmlns:a="http://schemas.openxmlformats.org/drawingml/2006/main">
              <a:ext uri="{FF2B5EF4-FFF2-40B4-BE49-F238E27FC236}">
                <a16:creationId xmlns:a16="http://schemas.microsoft.com/office/drawing/2014/main" id="{2C96A374-7C70-4474-8654-2F73551F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714750"/>
            <a:ext cx="828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9" name="c3-shape-236">
            <a:extLst xmlns:a="http://schemas.openxmlformats.org/drawingml/2006/main">
              <a:ext uri="{FF2B5EF4-FFF2-40B4-BE49-F238E27FC236}">
                <a16:creationId xmlns:a16="http://schemas.microsoft.com/office/drawing/2014/main" id="{66255BE2-8BD7-4C9B-B6F9-06C91D9A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286000"/>
            <a:ext cx="190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20" name="c3-shape-237">
            <a:extLst xmlns:a="http://schemas.openxmlformats.org/drawingml/2006/main">
              <a:ext uri="{FF2B5EF4-FFF2-40B4-BE49-F238E27FC236}">
                <a16:creationId xmlns:a16="http://schemas.microsoft.com/office/drawing/2014/main" id="{7FC48BCE-AD9A-4DD2-B126-4909CBE4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24175"/>
            <a:ext cx="5810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21" name="c3-shape-238">
            <a:extLst xmlns:a="http://schemas.openxmlformats.org/drawingml/2006/main">
              <a:ext uri="{FF2B5EF4-FFF2-40B4-BE49-F238E27FC236}">
                <a16:creationId xmlns:a16="http://schemas.microsoft.com/office/drawing/2014/main" id="{71CB05DB-2F9D-43F3-9C36-927FC5EB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695575"/>
            <a:ext cx="124777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22" name="c3-text-239">
            <a:extLst xmlns:a="http://schemas.openxmlformats.org/drawingml/2006/main">
              <a:ext uri="{FF2B5EF4-FFF2-40B4-BE49-F238E27FC236}">
                <a16:creationId xmlns:a16="http://schemas.microsoft.com/office/drawing/2014/main" id="{85B52533-2CE6-4356-AE94-3E0ADFA9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771775"/>
            <a:ext cx="10191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END</a:t>
            </a:r>
          </a:p>
        </p:txBody>
      </p:sp>
      <p:sp>
        <p:nvSpPr>
          <p:cNvPr id="23" name="c3-text-392">
            <a:extLst xmlns:a="http://schemas.openxmlformats.org/drawingml/2006/main">
              <a:ext uri="{FF2B5EF4-FFF2-40B4-BE49-F238E27FC236}">
                <a16:creationId xmlns:a16="http://schemas.microsoft.com/office/drawing/2014/main" id="{9A826F86-52F7-407E-BF8F-D467EA52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219486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3-text-240">
            <a:extLst xmlns:a="http://schemas.openxmlformats.org/drawingml/2006/main">
              <a:ext uri="{FF2B5EF4-FFF2-40B4-BE49-F238E27FC236}">
                <a16:creationId xmlns:a16="http://schemas.microsoft.com/office/drawing/2014/main" id="{1F26CC7C-8CF9-4559-80D0-E9D64ECB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241">
            <a:extLst xmlns:a="http://schemas.openxmlformats.org/drawingml/2006/main">
              <a:ext uri="{FF2B5EF4-FFF2-40B4-BE49-F238E27FC236}">
                <a16:creationId xmlns:a16="http://schemas.microsoft.com/office/drawing/2014/main" id="{C8B61FFE-905D-4814-BA54-C1925BC0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Routing from State [9]</a:t>
            </a:r>
          </a:p>
        </p:txBody>
      </p:sp>
      <p:sp>
        <p:nvSpPr>
          <p:cNvPr id="3" name="c3-text-242">
            <a:extLst xmlns:a="http://schemas.openxmlformats.org/drawingml/2006/main">
              <a:ext uri="{FF2B5EF4-FFF2-40B4-BE49-F238E27FC236}">
                <a16:creationId xmlns:a16="http://schemas.microsoft.com/office/drawing/2014/main" id="{A83DD054-FCAE-48B1-A599-64B79BB0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01</a:t>
            </a:r>
          </a:p>
        </p:txBody>
      </p:sp>
      <p:sp>
        <p:nvSpPr>
          <p:cNvPr id="4" name="c3-shape-243">
            <a:extLst xmlns:a="http://schemas.openxmlformats.org/drawingml/2006/main">
              <a:ext uri="{FF2B5EF4-FFF2-40B4-BE49-F238E27FC236}">
                <a16:creationId xmlns:a16="http://schemas.microsoft.com/office/drawing/2014/main" id="{FC01B941-609F-450A-8A4A-6EB46972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7924800" cy="2200275"/>
          </a:xfrm>
          <a:prstGeom xmlns:a="http://schemas.openxmlformats.org/drawingml/2006/main" prst="roundRect">
            <a:avLst>
              <a:gd name="adj" fmla="val 3463"/>
            </a:avLst>
          </a:prstGeom>
          <a:solidFill xmlns:a="http://schemas.openxmlformats.org/drawingml/2006/main">
            <a:srgbClr val="0D1421"/>
          </a:solidFill>
          <a:ln xmlns:a="http://schemas.openxmlformats.org/drawingml/2006/main" w="9525">
            <a:solidFill>
              <a:srgbClr val="30415D"/>
            </a:solidFill>
          </a:ln>
        </p:spPr>
      </p:sp>
      <p:sp>
        <p:nvSpPr>
          <p:cNvPr id="5" name="c3-text-244">
            <a:extLst xmlns:a="http://schemas.openxmlformats.org/drawingml/2006/main">
              <a:ext uri="{FF2B5EF4-FFF2-40B4-BE49-F238E27FC236}">
                <a16:creationId xmlns:a16="http://schemas.microsoft.com/office/drawing/2014/main" id="{41236042-3FF4-4EDD-A326-ADD14A91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24025"/>
            <a:ext cx="7581900" cy="193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select_language</a:t>
            </a: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(state: LanguageState):</a:t>
            </a:r>
          </a:p>
          <a:p xmlns:a="http://schemas.openxmlformats.org/drawingml/2006/main">
            <a:pPr>
              <a:defRPr sz="16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650" b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state[</a:t>
            </a:r>
            <a:r>
              <a:rPr sz="165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"language"</a:t>
            </a: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builder.</a:t>
            </a:r>
            <a:r>
              <a:rPr sz="165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add_conditional_edges</a:t>
            </a: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</a:t>
            </a:r>
          </a:p>
          <a:p xmlns:a="http://schemas.openxmlformats.org/drawingml/2006/main">
            <a:pPr>
              <a:defRPr sz="16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650" b="0">
                <a:solidFill>
                  <a:srgbClr val="E7B983"/>
                </a:solidFill>
                <a:latin typeface="Consolas"/>
                <a:ea typeface="Consolas"/>
                <a:cs typeface="Consolas"/>
              </a:rPr>
              <a:t>START</a:t>
            </a: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, select_language,</a:t>
            </a:r>
          </a:p>
          <a:p xmlns:a="http://schemas.openxmlformats.org/drawingml/2006/main">
            <a:pPr>
              <a:defRPr sz="16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    {</a:t>
            </a:r>
            <a:r>
              <a:rPr sz="165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"en"</a:t>
            </a: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65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"english"</a:t>
            </a: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65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"it"</a:t>
            </a: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65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"italian"</a:t>
            </a: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>
              <a:defRPr sz="16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6" name="c3-text-245">
            <a:extLst xmlns:a="http://schemas.openxmlformats.org/drawingml/2006/main">
              <a:ext uri="{FF2B5EF4-FFF2-40B4-BE49-F238E27FC236}">
                <a16:creationId xmlns:a16="http://schemas.microsoft.com/office/drawing/2014/main" id="{2C6C6109-E583-4FD1-9EC4-AA5A1976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792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Try English and Italian. Then add a French greeting.</a:t>
            </a:r>
          </a:p>
        </p:txBody>
      </p:sp>
      <p:sp>
        <p:nvSpPr>
          <p:cNvPr id="7" name="c3-text-246">
            <a:hlinkClick xmlns:r="http://schemas.openxmlformats.org/officeDocument/2006/relationships" xmlns:a="http://schemas.openxmlformats.org/drawingml/2006/main" r:id="R83db730caff44a51"/>
            <a:extLst xmlns:a="http://schemas.openxmlformats.org/drawingml/2006/main">
              <a:ext uri="{FF2B5EF4-FFF2-40B4-BE49-F238E27FC236}">
                <a16:creationId xmlns:a16="http://schemas.microsoft.com/office/drawing/2014/main" id="{FC700F4F-6A5F-46D3-B0EB-B9C8945E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792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Open 01_langgraph.ipynb: 2. A conditional path</a:t>
            </a:r>
          </a:p>
        </p:txBody>
      </p:sp>
      <p:sp>
        <p:nvSpPr>
          <p:cNvPr id="8" name="c3-text-393">
            <a:extLst xmlns:a="http://schemas.openxmlformats.org/drawingml/2006/main">
              <a:ext uri="{FF2B5EF4-FFF2-40B4-BE49-F238E27FC236}">
                <a16:creationId xmlns:a16="http://schemas.microsoft.com/office/drawing/2014/main" id="{5021B735-FE31-4EB3-B945-F561149B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16924016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c3-text-247">
            <a:extLst xmlns:a="http://schemas.openxmlformats.org/drawingml/2006/main">
              <a:ext uri="{FF2B5EF4-FFF2-40B4-BE49-F238E27FC236}">
                <a16:creationId xmlns:a16="http://schemas.microsoft.com/office/drawing/2014/main" id="{DBA318A7-EC4C-4729-9B84-042AE694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248">
            <a:extLst xmlns:a="http://schemas.openxmlformats.org/drawingml/2006/main">
              <a:ext uri="{FF2B5EF4-FFF2-40B4-BE49-F238E27FC236}">
                <a16:creationId xmlns:a16="http://schemas.microsoft.com/office/drawing/2014/main" id="{7F3B8F70-E545-4B13-BBB2-ABF4B9C3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Parallel Paths [9]</a:t>
            </a:r>
          </a:p>
        </p:txBody>
      </p:sp>
      <p:sp>
        <p:nvSpPr>
          <p:cNvPr id="3" name="c3-text-249">
            <a:extLst xmlns:a="http://schemas.openxmlformats.org/drawingml/2006/main">
              <a:ext uri="{FF2B5EF4-FFF2-40B4-BE49-F238E27FC236}">
                <a16:creationId xmlns:a16="http://schemas.microsoft.com/office/drawing/2014/main" id="{E5ACEC8F-499F-4D88-8A92-1CF4FBE6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7924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Independent nodes can run in the same step.</a:t>
            </a:r>
          </a:p>
        </p:txBody>
      </p:sp>
      <p:sp>
        <p:nvSpPr>
          <p:cNvPr id="4" name="c3-text-250">
            <a:extLst xmlns:a="http://schemas.openxmlformats.org/drawingml/2006/main">
              <a:ext uri="{FF2B5EF4-FFF2-40B4-BE49-F238E27FC236}">
                <a16:creationId xmlns:a16="http://schemas.microsoft.com/office/drawing/2014/main" id="{9D1F5238-EADB-482F-9661-EDAC7F58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01</a:t>
            </a:r>
          </a:p>
        </p:txBody>
      </p:sp>
      <p:sp>
        <p:nvSpPr>
          <p:cNvPr id="5" name="c3-shape-251">
            <a:extLst xmlns:a="http://schemas.openxmlformats.org/drawingml/2006/main">
              <a:ext uri="{FF2B5EF4-FFF2-40B4-BE49-F238E27FC236}">
                <a16:creationId xmlns:a16="http://schemas.microsoft.com/office/drawing/2014/main" id="{885537DC-85A4-4AD5-80F9-16BDB268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20015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6" name="c3-text-252">
            <a:extLst xmlns:a="http://schemas.openxmlformats.org/drawingml/2006/main">
              <a:ext uri="{FF2B5EF4-FFF2-40B4-BE49-F238E27FC236}">
                <a16:creationId xmlns:a16="http://schemas.microsoft.com/office/drawing/2014/main" id="{A365CF56-C2FE-4FA7-A599-BC0AEB77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971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START</a:t>
            </a:r>
          </a:p>
        </p:txBody>
      </p:sp>
      <p:sp>
        <p:nvSpPr>
          <p:cNvPr id="7" name="c3-shape-253">
            <a:extLst xmlns:a="http://schemas.openxmlformats.org/drawingml/2006/main">
              <a:ext uri="{FF2B5EF4-FFF2-40B4-BE49-F238E27FC236}">
                <a16:creationId xmlns:a16="http://schemas.microsoft.com/office/drawing/2014/main" id="{9B8459A9-930B-4DF2-A8EB-F7B20AE5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71800"/>
            <a:ext cx="314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8" name="c3-shape-254">
            <a:extLst xmlns:a="http://schemas.openxmlformats.org/drawingml/2006/main">
              <a:ext uri="{FF2B5EF4-FFF2-40B4-BE49-F238E27FC236}">
                <a16:creationId xmlns:a16="http://schemas.microsoft.com/office/drawing/2014/main" id="{00AB3C62-39CB-4EA2-84B4-65512139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90750"/>
            <a:ext cx="190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9" name="c3-shape-255">
            <a:extLst xmlns:a="http://schemas.openxmlformats.org/drawingml/2006/main">
              <a:ext uri="{FF2B5EF4-FFF2-40B4-BE49-F238E27FC236}">
                <a16:creationId xmlns:a16="http://schemas.microsoft.com/office/drawing/2014/main" id="{65D2C5D0-B83F-419F-8351-BF6C2BD9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90750"/>
            <a:ext cx="56197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0" name="c3-shape-256">
            <a:extLst xmlns:a="http://schemas.openxmlformats.org/drawingml/2006/main">
              <a:ext uri="{FF2B5EF4-FFF2-40B4-BE49-F238E27FC236}">
                <a16:creationId xmlns:a16="http://schemas.microsoft.com/office/drawing/2014/main" id="{0B601DBB-0D27-4792-B378-8EE50DCC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619500"/>
            <a:ext cx="56197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1" name="c3-shape-257">
            <a:extLst xmlns:a="http://schemas.openxmlformats.org/drawingml/2006/main">
              <a:ext uri="{FF2B5EF4-FFF2-40B4-BE49-F238E27FC236}">
                <a16:creationId xmlns:a16="http://schemas.microsoft.com/office/drawing/2014/main" id="{BCC749BA-7593-46EF-8483-1330FCD9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62150"/>
            <a:ext cx="180975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2" name="c3-text-258">
            <a:extLst xmlns:a="http://schemas.openxmlformats.org/drawingml/2006/main">
              <a:ext uri="{FF2B5EF4-FFF2-40B4-BE49-F238E27FC236}">
                <a16:creationId xmlns:a16="http://schemas.microsoft.com/office/drawing/2014/main" id="{B4B5A110-B69F-48F9-9BED-7643FD28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38350"/>
            <a:ext cx="1581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greet</a:t>
            </a:r>
          </a:p>
        </p:txBody>
      </p:sp>
      <p:sp>
        <p:nvSpPr>
          <p:cNvPr id="13" name="c3-shape-259">
            <a:extLst xmlns:a="http://schemas.openxmlformats.org/drawingml/2006/main">
              <a:ext uri="{FF2B5EF4-FFF2-40B4-BE49-F238E27FC236}">
                <a16:creationId xmlns:a16="http://schemas.microsoft.com/office/drawing/2014/main" id="{816730EB-F3E4-426A-9445-1AA69FD9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90900"/>
            <a:ext cx="180975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4" name="c3-text-260">
            <a:extLst xmlns:a="http://schemas.openxmlformats.org/drawingml/2006/main">
              <a:ext uri="{FF2B5EF4-FFF2-40B4-BE49-F238E27FC236}">
                <a16:creationId xmlns:a16="http://schemas.microsoft.com/office/drawing/2014/main" id="{29983932-1BA6-4A47-B18A-D4E7D589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67100"/>
            <a:ext cx="1581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hours</a:t>
            </a:r>
          </a:p>
        </p:txBody>
      </p:sp>
      <p:sp>
        <p:nvSpPr>
          <p:cNvPr id="15" name="c3-text-261">
            <a:extLst xmlns:a="http://schemas.openxmlformats.org/drawingml/2006/main">
              <a:ext uri="{FF2B5EF4-FFF2-40B4-BE49-F238E27FC236}">
                <a16:creationId xmlns:a16="http://schemas.microsoft.com/office/drawing/2014/main" id="{55AF6D01-37E3-4B99-BD30-25891EA5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6289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greeting</a:t>
            </a:r>
          </a:p>
        </p:txBody>
      </p:sp>
      <p:sp>
        <p:nvSpPr>
          <p:cNvPr id="16" name="c3-text-262">
            <a:extLst xmlns:a="http://schemas.openxmlformats.org/drawingml/2006/main">
              <a:ext uri="{FF2B5EF4-FFF2-40B4-BE49-F238E27FC236}">
                <a16:creationId xmlns:a16="http://schemas.microsoft.com/office/drawing/2014/main" id="{3CD365E3-5198-4B68-8132-2849EF45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38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opening_hours</a:t>
            </a:r>
          </a:p>
        </p:txBody>
      </p:sp>
      <p:sp>
        <p:nvSpPr>
          <p:cNvPr id="17" name="c3-shape-263">
            <a:extLst xmlns:a="http://schemas.openxmlformats.org/drawingml/2006/main">
              <a:ext uri="{FF2B5EF4-FFF2-40B4-BE49-F238E27FC236}">
                <a16:creationId xmlns:a16="http://schemas.microsoft.com/office/drawing/2014/main" id="{42D38556-291F-43FC-9BE6-5E16E5EC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76475"/>
            <a:ext cx="47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8" name="c3-shape-264">
            <a:extLst xmlns:a="http://schemas.openxmlformats.org/drawingml/2006/main">
              <a:ext uri="{FF2B5EF4-FFF2-40B4-BE49-F238E27FC236}">
                <a16:creationId xmlns:a16="http://schemas.microsoft.com/office/drawing/2014/main" id="{3F897CB4-A69D-434F-8C3E-1F1FF7FD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05225"/>
            <a:ext cx="47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9" name="c3-shape-265">
            <a:extLst xmlns:a="http://schemas.openxmlformats.org/drawingml/2006/main">
              <a:ext uri="{FF2B5EF4-FFF2-40B4-BE49-F238E27FC236}">
                <a16:creationId xmlns:a16="http://schemas.microsoft.com/office/drawing/2014/main" id="{F937B02C-B963-4196-B921-164794AD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276475"/>
            <a:ext cx="190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20" name="c3-shape-266">
            <a:extLst xmlns:a="http://schemas.openxmlformats.org/drawingml/2006/main">
              <a:ext uri="{FF2B5EF4-FFF2-40B4-BE49-F238E27FC236}">
                <a16:creationId xmlns:a16="http://schemas.microsoft.com/office/drawing/2014/main" id="{695E4C34-3171-4F62-8C91-2E7AABCF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905125"/>
            <a:ext cx="4286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21" name="c3-shape-267">
            <a:extLst xmlns:a="http://schemas.openxmlformats.org/drawingml/2006/main">
              <a:ext uri="{FF2B5EF4-FFF2-40B4-BE49-F238E27FC236}">
                <a16:creationId xmlns:a16="http://schemas.microsoft.com/office/drawing/2014/main" id="{1CAE16FF-3FC5-4517-BB61-CF9FFC21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686050"/>
            <a:ext cx="16002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22" name="c3-text-268">
            <a:extLst xmlns:a="http://schemas.openxmlformats.org/drawingml/2006/main">
              <a:ext uri="{FF2B5EF4-FFF2-40B4-BE49-F238E27FC236}">
                <a16:creationId xmlns:a16="http://schemas.microsoft.com/office/drawing/2014/main" id="{FBADA316-8BB5-4044-AD7C-6A94BA5F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762250"/>
            <a:ext cx="1371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compose</a:t>
            </a:r>
          </a:p>
        </p:txBody>
      </p:sp>
      <p:sp>
        <p:nvSpPr>
          <p:cNvPr id="23" name="c3-shape-269">
            <a:extLst xmlns:a="http://schemas.openxmlformats.org/drawingml/2006/main">
              <a:ext uri="{FF2B5EF4-FFF2-40B4-BE49-F238E27FC236}">
                <a16:creationId xmlns:a16="http://schemas.microsoft.com/office/drawing/2014/main" id="{92A1B9FF-2AA7-4A93-BF27-F35C7D38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05125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24" name="c3-shape-270">
            <a:extLst xmlns:a="http://schemas.openxmlformats.org/drawingml/2006/main">
              <a:ext uri="{FF2B5EF4-FFF2-40B4-BE49-F238E27FC236}">
                <a16:creationId xmlns:a16="http://schemas.microsoft.com/office/drawing/2014/main" id="{36F4456D-0DAC-4610-A6FC-E86BDE1C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86050"/>
            <a:ext cx="66675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25" name="c3-text-271">
            <a:extLst xmlns:a="http://schemas.openxmlformats.org/drawingml/2006/main">
              <a:ext uri="{FF2B5EF4-FFF2-40B4-BE49-F238E27FC236}">
                <a16:creationId xmlns:a16="http://schemas.microsoft.com/office/drawing/2014/main" id="{72D23EFA-5F73-42E3-A123-D659903F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62250"/>
            <a:ext cx="438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END</a:t>
            </a:r>
          </a:p>
        </p:txBody>
      </p:sp>
      <p:sp>
        <p:nvSpPr>
          <p:cNvPr id="26" name="c3-text-394">
            <a:extLst xmlns:a="http://schemas.openxmlformats.org/drawingml/2006/main">
              <a:ext uri="{FF2B5EF4-FFF2-40B4-BE49-F238E27FC236}">
                <a16:creationId xmlns:a16="http://schemas.microsoft.com/office/drawing/2014/main" id="{CE7321BF-27E3-4BB4-9220-1B68B6F0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5066106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3-text-272">
            <a:extLst xmlns:a="http://schemas.openxmlformats.org/drawingml/2006/main">
              <a:ext uri="{FF2B5EF4-FFF2-40B4-BE49-F238E27FC236}">
                <a16:creationId xmlns:a16="http://schemas.microsoft.com/office/drawing/2014/main" id="{6A46C231-7FFF-4885-9942-4197E0BF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273">
            <a:extLst xmlns:a="http://schemas.openxmlformats.org/drawingml/2006/main">
              <a:ext uri="{FF2B5EF4-FFF2-40B4-BE49-F238E27FC236}">
                <a16:creationId xmlns:a16="http://schemas.microsoft.com/office/drawing/2014/main" id="{FF32BB2C-728C-4590-8E2F-DBDB03BD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Split and Join [9]</a:t>
            </a:r>
          </a:p>
        </p:txBody>
      </p:sp>
      <p:sp>
        <p:nvSpPr>
          <p:cNvPr id="3" name="c3-text-274">
            <a:extLst xmlns:a="http://schemas.openxmlformats.org/drawingml/2006/main">
              <a:ext uri="{FF2B5EF4-FFF2-40B4-BE49-F238E27FC236}">
                <a16:creationId xmlns:a16="http://schemas.microsoft.com/office/drawing/2014/main" id="{E654D038-C459-4824-A69F-1195E3EF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01</a:t>
            </a:r>
          </a:p>
        </p:txBody>
      </p:sp>
      <p:sp>
        <p:nvSpPr>
          <p:cNvPr id="4" name="c3-shape-275">
            <a:extLst xmlns:a="http://schemas.openxmlformats.org/drawingml/2006/main">
              <a:ext uri="{FF2B5EF4-FFF2-40B4-BE49-F238E27FC236}">
                <a16:creationId xmlns:a16="http://schemas.microsoft.com/office/drawing/2014/main" id="{B8CF8D2B-36A7-4A83-89C7-06451185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79248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1421"/>
          </a:solidFill>
          <a:ln xmlns:a="http://schemas.openxmlformats.org/drawingml/2006/main" w="9525">
            <a:solidFill>
              <a:srgbClr val="30415D"/>
            </a:solidFill>
          </a:ln>
        </p:spPr>
      </p:sp>
      <p:sp>
        <p:nvSpPr>
          <p:cNvPr id="5" name="c3-text-276">
            <a:extLst xmlns:a="http://schemas.openxmlformats.org/drawingml/2006/main">
              <a:ext uri="{FF2B5EF4-FFF2-40B4-BE49-F238E27FC236}">
                <a16:creationId xmlns:a16="http://schemas.microsoft.com/office/drawing/2014/main" id="{2DF70C17-49C9-458C-AE6D-6DF55056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75819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builder.</a:t>
            </a:r>
            <a:r>
              <a:rPr sz="165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add_edge</a:t>
            </a: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 b="0">
                <a:solidFill>
                  <a:srgbClr val="E7B983"/>
                </a:solidFill>
                <a:latin typeface="Consolas"/>
                <a:ea typeface="Consolas"/>
                <a:cs typeface="Consolas"/>
              </a:rPr>
              <a:t>START</a:t>
            </a: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65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"greet"</a:t>
            </a: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defRPr sz="16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builder.</a:t>
            </a:r>
            <a:r>
              <a:rPr sz="165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add_edge</a:t>
            </a: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 b="0">
                <a:solidFill>
                  <a:srgbClr val="E7B983"/>
                </a:solidFill>
                <a:latin typeface="Consolas"/>
                <a:ea typeface="Consolas"/>
                <a:cs typeface="Consolas"/>
              </a:rPr>
              <a:t>START</a:t>
            </a: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65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"hours"</a:t>
            </a: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defRPr sz="16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builder.</a:t>
            </a:r>
            <a:r>
              <a:rPr sz="165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add_edge</a:t>
            </a: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([</a:t>
            </a:r>
            <a:r>
              <a:rPr sz="165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"greet"</a:t>
            </a: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65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"hours"</a:t>
            </a: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], </a:t>
            </a:r>
            <a:r>
              <a:rPr sz="165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"compose"</a:t>
            </a: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defRPr sz="1650" b="0">
                <a:solidFill>
                  <a:srgbClr val="BAC9D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builder.</a:t>
            </a:r>
            <a:r>
              <a:rPr sz="1650" b="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add_edge</a:t>
            </a: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 b="0">
                <a:solidFill>
                  <a:srgbClr val="B9DA8B"/>
                </a:solidFill>
                <a:latin typeface="Consolas"/>
                <a:ea typeface="Consolas"/>
                <a:cs typeface="Consolas"/>
              </a:rPr>
              <a:t>"compose"</a:t>
            </a: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650" b="0">
                <a:solidFill>
                  <a:srgbClr val="E7B983"/>
                </a:solidFill>
                <a:latin typeface="Consolas"/>
                <a:ea typeface="Consolas"/>
                <a:cs typeface="Consolas"/>
              </a:rPr>
              <a:t>END</a:t>
            </a:r>
            <a:r>
              <a:rPr sz="1650" b="0">
                <a:solidFill>
                  <a:srgbClr val="BAC9DD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6" name="c3-text-277">
            <a:extLst xmlns:a="http://schemas.openxmlformats.org/drawingml/2006/main">
              <a:ext uri="{FF2B5EF4-FFF2-40B4-BE49-F238E27FC236}">
                <a16:creationId xmlns:a16="http://schemas.microsoft.com/office/drawing/2014/main" id="{14E2C84F-6D72-4EAD-8088-298B9AAB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792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The list makes compose wait for both nodes.</a:t>
            </a:r>
          </a:p>
        </p:txBody>
      </p:sp>
      <p:sp>
        <p:nvSpPr>
          <p:cNvPr id="7" name="c3-text-278">
            <a:extLst xmlns:a="http://schemas.openxmlformats.org/drawingml/2006/main">
              <a:ext uri="{FF2B5EF4-FFF2-40B4-BE49-F238E27FC236}">
                <a16:creationId xmlns:a16="http://schemas.microsoft.com/office/drawing/2014/main" id="{7318CD78-1BB8-4C88-A29C-F1627EB4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792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Each parallel branch writes a different state key.</a:t>
            </a:r>
          </a:p>
        </p:txBody>
      </p:sp>
      <p:sp>
        <p:nvSpPr>
          <p:cNvPr id="8" name="c3-text-279">
            <a:hlinkClick xmlns:r="http://schemas.openxmlformats.org/officeDocument/2006/relationships" xmlns:a="http://schemas.openxmlformats.org/drawingml/2006/main" r:id="R4d21f7d86f4f42b0"/>
            <a:extLst xmlns:a="http://schemas.openxmlformats.org/drawingml/2006/main">
              <a:ext uri="{FF2B5EF4-FFF2-40B4-BE49-F238E27FC236}">
                <a16:creationId xmlns:a16="http://schemas.microsoft.com/office/drawing/2014/main" id="{C99DC8DD-D43A-4A5A-BFE1-02455A90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792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Open 01_langgraph.ipynb: 3. Parallel paths</a:t>
            </a:r>
          </a:p>
        </p:txBody>
      </p:sp>
      <p:sp>
        <p:nvSpPr>
          <p:cNvPr id="9" name="c3-text-395">
            <a:extLst xmlns:a="http://schemas.openxmlformats.org/drawingml/2006/main">
              <a:ext uri="{FF2B5EF4-FFF2-40B4-BE49-F238E27FC236}">
                <a16:creationId xmlns:a16="http://schemas.microsoft.com/office/drawing/2014/main" id="{637126D0-D140-4787-85E8-B29BF430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47983960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3-text-280">
            <a:extLst xmlns:a="http://schemas.openxmlformats.org/drawingml/2006/main">
              <a:ext uri="{FF2B5EF4-FFF2-40B4-BE49-F238E27FC236}">
                <a16:creationId xmlns:a16="http://schemas.microsoft.com/office/drawing/2014/main" id="{D62B8C8C-02E0-471A-82EB-64FB0464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281">
            <a:extLst xmlns:a="http://schemas.openxmlformats.org/drawingml/2006/main">
              <a:ext uri="{FF2B5EF4-FFF2-40B4-BE49-F238E27FC236}">
                <a16:creationId xmlns:a16="http://schemas.microsoft.com/office/drawing/2014/main" id="{F786836D-3433-4C3D-B59E-751CE99A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An LLM Inside a Node</a:t>
            </a:r>
          </a:p>
        </p:txBody>
      </p:sp>
      <p:sp>
        <p:nvSpPr>
          <p:cNvPr id="3" name="c3-text-282">
            <a:extLst xmlns:a="http://schemas.openxmlformats.org/drawingml/2006/main">
              <a:ext uri="{FF2B5EF4-FFF2-40B4-BE49-F238E27FC236}">
                <a16:creationId xmlns:a16="http://schemas.microsoft.com/office/drawing/2014/main" id="{A65B9C73-A60D-4F5E-95FD-A389E859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01</a:t>
            </a:r>
          </a:p>
        </p:txBody>
      </p:sp>
      <p:sp>
        <p:nvSpPr>
          <p:cNvPr id="4" name="c3-shape-283">
            <a:extLst xmlns:a="http://schemas.openxmlformats.org/drawingml/2006/main">
              <a:ext uri="{FF2B5EF4-FFF2-40B4-BE49-F238E27FC236}">
                <a16:creationId xmlns:a16="http://schemas.microsoft.com/office/drawing/2014/main" id="{DF7CF019-07B3-4C77-86AC-28E7E048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428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5" name="c3-text-284">
            <a:extLst xmlns:a="http://schemas.openxmlformats.org/drawingml/2006/main">
              <a:ext uri="{FF2B5EF4-FFF2-40B4-BE49-F238E27FC236}">
                <a16:creationId xmlns:a16="http://schemas.microsoft.com/office/drawing/2014/main" id="{7C7AD55C-DABB-4AF9-9C25-C4D5B688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20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history</a:t>
            </a:r>
          </a:p>
          <a:p xmlns:a="http://schemas.openxmlformats.org/drawingml/2006/main">
            <a:pPr algn="ctr"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(your list)</a:t>
            </a:r>
          </a:p>
        </p:txBody>
      </p:sp>
      <p:sp>
        <p:nvSpPr>
          <p:cNvPr id="6" name="c3-shape-285">
            <a:extLst xmlns:a="http://schemas.openxmlformats.org/drawingml/2006/main">
              <a:ext uri="{FF2B5EF4-FFF2-40B4-BE49-F238E27FC236}">
                <a16:creationId xmlns:a16="http://schemas.microsoft.com/office/drawing/2014/main" id="{C695AFB8-7FC3-4677-99B2-05FA6374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047875"/>
            <a:ext cx="3238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7" name="c3-shape-286">
            <a:extLst xmlns:a="http://schemas.openxmlformats.org/drawingml/2006/main">
              <a:ext uri="{FF2B5EF4-FFF2-40B4-BE49-F238E27FC236}">
                <a16:creationId xmlns:a16="http://schemas.microsoft.com/office/drawing/2014/main" id="{CEAFA4C4-182E-491E-BCB3-5FDDD0B0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733550"/>
            <a:ext cx="2190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8" name="c3-text-287">
            <a:extLst xmlns:a="http://schemas.openxmlformats.org/drawingml/2006/main">
              <a:ext uri="{FF2B5EF4-FFF2-40B4-BE49-F238E27FC236}">
                <a16:creationId xmlns:a16="http://schemas.microsoft.com/office/drawing/2014/main" id="{10651A1B-DD6A-480A-8F38-E8709BB8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09750"/>
            <a:ext cx="1962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filter_messages</a:t>
            </a:r>
          </a:p>
        </p:txBody>
      </p:sp>
      <p:sp>
        <p:nvSpPr>
          <p:cNvPr id="9" name="c3-shape-288">
            <a:extLst xmlns:a="http://schemas.openxmlformats.org/drawingml/2006/main">
              <a:ext uri="{FF2B5EF4-FFF2-40B4-BE49-F238E27FC236}">
                <a16:creationId xmlns:a16="http://schemas.microsoft.com/office/drawing/2014/main" id="{00680754-02A2-4696-BC2C-2BF35D28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47875"/>
            <a:ext cx="3238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0" name="c3-shape-289">
            <a:extLst xmlns:a="http://schemas.openxmlformats.org/drawingml/2006/main">
              <a:ext uri="{FF2B5EF4-FFF2-40B4-BE49-F238E27FC236}">
                <a16:creationId xmlns:a16="http://schemas.microsoft.com/office/drawing/2014/main" id="{D63085B3-C272-45F8-8449-6590C71E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733550"/>
            <a:ext cx="1714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11" name="c3-text-290">
            <a:extLst xmlns:a="http://schemas.openxmlformats.org/drawingml/2006/main">
              <a:ext uri="{FF2B5EF4-FFF2-40B4-BE49-F238E27FC236}">
                <a16:creationId xmlns:a16="http://schemas.microsoft.com/office/drawing/2014/main" id="{1B48D21A-E8DA-40AB-B673-9533F043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809750"/>
            <a:ext cx="1485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respond</a:t>
            </a:r>
          </a:p>
        </p:txBody>
      </p:sp>
      <p:sp>
        <p:nvSpPr>
          <p:cNvPr id="12" name="c3-shape-291">
            <a:extLst xmlns:a="http://schemas.openxmlformats.org/drawingml/2006/main">
              <a:ext uri="{FF2B5EF4-FFF2-40B4-BE49-F238E27FC236}">
                <a16:creationId xmlns:a16="http://schemas.microsoft.com/office/drawing/2014/main" id="{AF3E2A0E-7967-4067-A6B4-6365558D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47875"/>
            <a:ext cx="3238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3" name="c3-shape-292">
            <a:extLst xmlns:a="http://schemas.openxmlformats.org/drawingml/2006/main">
              <a:ext uri="{FF2B5EF4-FFF2-40B4-BE49-F238E27FC236}">
                <a16:creationId xmlns:a16="http://schemas.microsoft.com/office/drawing/2014/main" id="{EFCB62B5-51B1-4080-B011-80866600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33550"/>
            <a:ext cx="1047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4" name="c3-text-293">
            <a:extLst xmlns:a="http://schemas.openxmlformats.org/drawingml/2006/main">
              <a:ext uri="{FF2B5EF4-FFF2-40B4-BE49-F238E27FC236}">
                <a16:creationId xmlns:a16="http://schemas.microsoft.com/office/drawing/2014/main" id="{DA15EF74-2AC4-4164-9783-CE78B2CF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09750"/>
            <a:ext cx="819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reply</a:t>
            </a:r>
          </a:p>
        </p:txBody>
      </p:sp>
      <p:sp>
        <p:nvSpPr>
          <p:cNvPr id="15" name="c3-text-294">
            <a:extLst xmlns:a="http://schemas.openxmlformats.org/drawingml/2006/main">
              <a:ext uri="{FF2B5EF4-FFF2-40B4-BE49-F238E27FC236}">
                <a16:creationId xmlns:a16="http://schemas.microsoft.com/office/drawing/2014/main" id="{7558ACED-4D0B-4F7D-B76A-D58568B8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289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Keeps the last MAX_MESSAGES.</a:t>
            </a:r>
          </a:p>
        </p:txBody>
      </p:sp>
      <p:sp>
        <p:nvSpPr>
          <p:cNvPr id="16" name="c3-text-295">
            <a:extLst xmlns:a="http://schemas.openxmlformats.org/drawingml/2006/main">
              <a:ext uri="{FF2B5EF4-FFF2-40B4-BE49-F238E27FC236}">
                <a16:creationId xmlns:a16="http://schemas.microsoft.com/office/drawing/2014/main" id="{4722CBC3-5516-4950-876E-B5105CF0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2890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prompt + context, then llm.invoke</a:t>
            </a:r>
          </a:p>
        </p:txBody>
      </p:sp>
      <p:sp>
        <p:nvSpPr>
          <p:cNvPr id="17" name="c3-text-296">
            <a:extLst xmlns:a="http://schemas.openxmlformats.org/drawingml/2006/main">
              <a:ext uri="{FF2B5EF4-FFF2-40B4-BE49-F238E27FC236}">
                <a16:creationId xmlns:a16="http://schemas.microsoft.com/office/drawing/2014/main" id="{7E44FDE1-CCEF-4E64-8393-F4E245DC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792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list stays outside the graph: we pass it in and append the reply.</a:t>
            </a:r>
          </a:p>
        </p:txBody>
      </p:sp>
      <p:sp>
        <p:nvSpPr>
          <p:cNvPr id="18" name="c3-text-297">
            <a:extLst xmlns:a="http://schemas.openxmlformats.org/drawingml/2006/main">
              <a:ext uri="{FF2B5EF4-FFF2-40B4-BE49-F238E27FC236}">
                <a16:creationId xmlns:a16="http://schemas.microsoft.com/office/drawing/2014/main" id="{4075F2F8-FA17-4F47-A687-ADB8B172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792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Together: write the two nodes and connect them.</a:t>
            </a:r>
          </a:p>
        </p:txBody>
      </p:sp>
      <p:sp>
        <p:nvSpPr>
          <p:cNvPr id="19" name="c3-text-298">
            <a:hlinkClick xmlns:r="http://schemas.openxmlformats.org/officeDocument/2006/relationships" xmlns:a="http://schemas.openxmlformats.org/drawingml/2006/main" r:id="R2f019b7f3bef4a7f"/>
            <a:extLst xmlns:a="http://schemas.openxmlformats.org/drawingml/2006/main">
              <a:ext uri="{FF2B5EF4-FFF2-40B4-BE49-F238E27FC236}">
                <a16:creationId xmlns:a16="http://schemas.microsoft.com/office/drawing/2014/main" id="{724FE3A5-919A-456B-B891-7B7FE8CF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792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Open 01_langgraph.ipynb: 4. Together: an LLM inside the graph</a:t>
            </a:r>
          </a:p>
        </p:txBody>
      </p:sp>
      <p:sp>
        <p:nvSpPr>
          <p:cNvPr id="20" name="c3-text-396">
            <a:extLst xmlns:a="http://schemas.openxmlformats.org/drawingml/2006/main">
              <a:ext uri="{FF2B5EF4-FFF2-40B4-BE49-F238E27FC236}">
                <a16:creationId xmlns:a16="http://schemas.microsoft.com/office/drawing/2014/main" id="{2D8158E3-F217-4050-999E-8A80F6EB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44047386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c3-text-299">
            <a:extLst xmlns:a="http://schemas.openxmlformats.org/drawingml/2006/main">
              <a:ext uri="{FF2B5EF4-FFF2-40B4-BE49-F238E27FC236}">
                <a16:creationId xmlns:a16="http://schemas.microsoft.com/office/drawing/2014/main" id="{D88B13DF-CC14-4CE8-9BF1-7948E476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300">
            <a:extLst xmlns:a="http://schemas.openxmlformats.org/drawingml/2006/main">
              <a:ext uri="{FF2B5EF4-FFF2-40B4-BE49-F238E27FC236}">
                <a16:creationId xmlns:a16="http://schemas.microsoft.com/office/drawing/2014/main" id="{99B2977F-A240-4928-B9E9-BA6C6AD8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Exercise: A Dialogue Manager</a:t>
            </a:r>
          </a:p>
        </p:txBody>
      </p:sp>
      <p:sp>
        <p:nvSpPr>
          <p:cNvPr id="3" name="c3-text-301">
            <a:extLst xmlns:a="http://schemas.openxmlformats.org/drawingml/2006/main">
              <a:ext uri="{FF2B5EF4-FFF2-40B4-BE49-F238E27FC236}">
                <a16:creationId xmlns:a16="http://schemas.microsoft.com/office/drawing/2014/main" id="{ACEAF643-4996-4ED5-AE9B-1D022C1F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01</a:t>
            </a:r>
          </a:p>
        </p:txBody>
      </p:sp>
      <p:sp>
        <p:nvSpPr>
          <p:cNvPr id="4" name="c3-shape-302">
            <a:extLst xmlns:a="http://schemas.openxmlformats.org/drawingml/2006/main">
              <a:ext uri="{FF2B5EF4-FFF2-40B4-BE49-F238E27FC236}">
                <a16:creationId xmlns:a16="http://schemas.microsoft.com/office/drawing/2014/main" id="{45C86384-1D04-4BAC-A9B7-E9B2C1A6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47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5" name="c3-text-303">
            <a:extLst xmlns:a="http://schemas.openxmlformats.org/drawingml/2006/main">
              <a:ext uri="{FF2B5EF4-FFF2-40B4-BE49-F238E27FC236}">
                <a16:creationId xmlns:a16="http://schemas.microsoft.com/office/drawing/2014/main" id="{748A10FB-F1CC-4378-ACD5-A8C6F647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71650"/>
            <a:ext cx="819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START</a:t>
            </a:r>
          </a:p>
        </p:txBody>
      </p:sp>
      <p:sp>
        <p:nvSpPr>
          <p:cNvPr id="6" name="c3-shape-304">
            <a:extLst xmlns:a="http://schemas.openxmlformats.org/drawingml/2006/main">
              <a:ext uri="{FF2B5EF4-FFF2-40B4-BE49-F238E27FC236}">
                <a16:creationId xmlns:a16="http://schemas.microsoft.com/office/drawing/2014/main" id="{545E6EF8-1021-4E74-AC88-9EE95A9E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71675"/>
            <a:ext cx="2286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7" name="c3-shape-305">
            <a:extLst xmlns:a="http://schemas.openxmlformats.org/drawingml/2006/main">
              <a:ext uri="{FF2B5EF4-FFF2-40B4-BE49-F238E27FC236}">
                <a16:creationId xmlns:a16="http://schemas.microsoft.com/office/drawing/2014/main" id="{1E81E3EE-3CD2-4FCF-832C-5431C601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695450"/>
            <a:ext cx="18669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8" name="c3-text-306">
            <a:extLst xmlns:a="http://schemas.openxmlformats.org/drawingml/2006/main">
              <a:ext uri="{FF2B5EF4-FFF2-40B4-BE49-F238E27FC236}">
                <a16:creationId xmlns:a16="http://schemas.microsoft.com/office/drawing/2014/main" id="{36B85E9E-2BC8-49EF-A6DA-406542A5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771650"/>
            <a:ext cx="1638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detect_intent</a:t>
            </a:r>
          </a:p>
        </p:txBody>
      </p:sp>
      <p:sp>
        <p:nvSpPr>
          <p:cNvPr id="9" name="c3-shape-307">
            <a:extLst xmlns:a="http://schemas.openxmlformats.org/drawingml/2006/main">
              <a:ext uri="{FF2B5EF4-FFF2-40B4-BE49-F238E27FC236}">
                <a16:creationId xmlns:a16="http://schemas.microsoft.com/office/drawing/2014/main" id="{E716A095-29A6-436E-B0A8-D0D27FB8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971675"/>
            <a:ext cx="1143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0" name="c3-shape-308">
            <a:extLst xmlns:a="http://schemas.openxmlformats.org/drawingml/2006/main">
              <a:ext uri="{FF2B5EF4-FFF2-40B4-BE49-F238E27FC236}">
                <a16:creationId xmlns:a16="http://schemas.microsoft.com/office/drawing/2014/main" id="{8115F2E7-4675-41A7-A6B9-A3C465EA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95450"/>
            <a:ext cx="18669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1" name="c3-text-309">
            <a:extLst xmlns:a="http://schemas.openxmlformats.org/drawingml/2006/main">
              <a:ext uri="{FF2B5EF4-FFF2-40B4-BE49-F238E27FC236}">
                <a16:creationId xmlns:a16="http://schemas.microsoft.com/office/drawing/2014/main" id="{43485948-773B-4E13-8C7E-F4535909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71650"/>
            <a:ext cx="1638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choose_emotion</a:t>
            </a:r>
          </a:p>
        </p:txBody>
      </p:sp>
      <p:sp>
        <p:nvSpPr>
          <p:cNvPr id="12" name="c3-shape-310">
            <a:extLst xmlns:a="http://schemas.openxmlformats.org/drawingml/2006/main">
              <a:ext uri="{FF2B5EF4-FFF2-40B4-BE49-F238E27FC236}">
                <a16:creationId xmlns:a16="http://schemas.microsoft.com/office/drawing/2014/main" id="{8EF70A54-EFD6-4F0C-8052-3FD73655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71675"/>
            <a:ext cx="1143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3" name="c3-shape-311">
            <a:extLst xmlns:a="http://schemas.openxmlformats.org/drawingml/2006/main">
              <a:ext uri="{FF2B5EF4-FFF2-40B4-BE49-F238E27FC236}">
                <a16:creationId xmlns:a16="http://schemas.microsoft.com/office/drawing/2014/main" id="{892D4EA3-7333-46FB-9338-59C81224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1047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14" name="c3-text-312">
            <a:extLst xmlns:a="http://schemas.openxmlformats.org/drawingml/2006/main">
              <a:ext uri="{FF2B5EF4-FFF2-40B4-BE49-F238E27FC236}">
                <a16:creationId xmlns:a16="http://schemas.microsoft.com/office/drawing/2014/main" id="{23B1C724-3B7F-4444-80BA-A01B69F7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71650"/>
            <a:ext cx="819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respond</a:t>
            </a:r>
          </a:p>
        </p:txBody>
      </p:sp>
      <p:sp>
        <p:nvSpPr>
          <p:cNvPr id="15" name="c3-shape-313">
            <a:extLst xmlns:a="http://schemas.openxmlformats.org/drawingml/2006/main">
              <a:ext uri="{FF2B5EF4-FFF2-40B4-BE49-F238E27FC236}">
                <a16:creationId xmlns:a16="http://schemas.microsoft.com/office/drawing/2014/main" id="{3410EC82-03CC-44D8-BA1A-4F97CBC6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95450"/>
            <a:ext cx="914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6" name="c3-text-314">
            <a:extLst xmlns:a="http://schemas.openxmlformats.org/drawingml/2006/main">
              <a:ext uri="{FF2B5EF4-FFF2-40B4-BE49-F238E27FC236}">
                <a16:creationId xmlns:a16="http://schemas.microsoft.com/office/drawing/2014/main" id="{22738484-C29E-4ACF-BFA7-BA21FA98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71650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END</a:t>
            </a:r>
          </a:p>
        </p:txBody>
      </p:sp>
      <p:sp>
        <p:nvSpPr>
          <p:cNvPr id="17" name="c3-shape-315">
            <a:extLst xmlns:a="http://schemas.openxmlformats.org/drawingml/2006/main">
              <a:ext uri="{FF2B5EF4-FFF2-40B4-BE49-F238E27FC236}">
                <a16:creationId xmlns:a16="http://schemas.microsoft.com/office/drawing/2014/main" id="{DCF3395B-0C24-4E9C-8EE5-B239481E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971675"/>
            <a:ext cx="2667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8" name="c3-text-316">
            <a:extLst xmlns:a="http://schemas.openxmlformats.org/drawingml/2006/main">
              <a:ext uri="{FF2B5EF4-FFF2-40B4-BE49-F238E27FC236}">
                <a16:creationId xmlns:a16="http://schemas.microsoft.com/office/drawing/2014/main" id="{E831124A-4BAD-4691-BDB1-9C9B28AF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9555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intent</a:t>
            </a:r>
          </a:p>
        </p:txBody>
      </p:sp>
      <p:sp>
        <p:nvSpPr>
          <p:cNvPr id="19" name="c3-text-317">
            <a:extLst xmlns:a="http://schemas.openxmlformats.org/drawingml/2006/main">
              <a:ext uri="{FF2B5EF4-FFF2-40B4-BE49-F238E27FC236}">
                <a16:creationId xmlns:a16="http://schemas.microsoft.com/office/drawing/2014/main" id="{1483E4D5-1E60-4BDD-A276-E323B5A0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9555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emotion</a:t>
            </a:r>
          </a:p>
        </p:txBody>
      </p:sp>
      <p:sp>
        <p:nvSpPr>
          <p:cNvPr id="20" name="c3-text-318">
            <a:extLst xmlns:a="http://schemas.openxmlformats.org/drawingml/2006/main">
              <a:ext uri="{FF2B5EF4-FFF2-40B4-BE49-F238E27FC236}">
                <a16:creationId xmlns:a16="http://schemas.microsoft.com/office/drawing/2014/main" id="{C52CAF84-1EEF-4DD9-9C99-BDA1DF29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955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reply</a:t>
            </a:r>
          </a:p>
        </p:txBody>
      </p:sp>
      <p:sp>
        <p:nvSpPr>
          <p:cNvPr id="21" name="c3-shape-319">
            <a:extLst xmlns:a="http://schemas.openxmlformats.org/drawingml/2006/main">
              <a:ext uri="{FF2B5EF4-FFF2-40B4-BE49-F238E27FC236}">
                <a16:creationId xmlns:a16="http://schemas.microsoft.com/office/drawing/2014/main" id="{28CF81A9-3BD8-4D1C-8E5B-E4EB4605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37719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22" name="c3-shape-320">
            <a:extLst xmlns:a="http://schemas.openxmlformats.org/drawingml/2006/main">
              <a:ext uri="{FF2B5EF4-FFF2-40B4-BE49-F238E27FC236}">
                <a16:creationId xmlns:a16="http://schemas.microsoft.com/office/drawing/2014/main" id="{F4829A34-60B3-4872-B9D7-B3BCC228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9562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23" name="c3-text-321">
            <a:extLst xmlns:a="http://schemas.openxmlformats.org/drawingml/2006/main">
              <a:ext uri="{FF2B5EF4-FFF2-40B4-BE49-F238E27FC236}">
                <a16:creationId xmlns:a16="http://schemas.microsoft.com/office/drawing/2014/main" id="{1CA2180A-9783-488C-869E-FAA63436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908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Intent</a:t>
            </a:r>
          </a:p>
        </p:txBody>
      </p:sp>
      <p:sp>
        <p:nvSpPr>
          <p:cNvPr id="24" name="c3-text-322">
            <a:extLst xmlns:a="http://schemas.openxmlformats.org/drawingml/2006/main">
              <a:ext uri="{FF2B5EF4-FFF2-40B4-BE49-F238E27FC236}">
                <a16:creationId xmlns:a16="http://schemas.microsoft.com/office/drawing/2014/main" id="{E4007D94-120E-4A39-8AEF-7A5C8D70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33775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GREETING, QUESTION, COMPLAINT, THANKS or GOODBYE</a:t>
            </a:r>
          </a:p>
        </p:txBody>
      </p:sp>
      <p:sp>
        <p:nvSpPr>
          <p:cNvPr id="25" name="c3-shape-323">
            <a:extLst xmlns:a="http://schemas.openxmlformats.org/drawingml/2006/main">
              <a:ext uri="{FF2B5EF4-FFF2-40B4-BE49-F238E27FC236}">
                <a16:creationId xmlns:a16="http://schemas.microsoft.com/office/drawing/2014/main" id="{BC419611-5379-408D-B489-362ACA83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33700"/>
            <a:ext cx="37719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26" name="c3-shape-324">
            <a:extLst xmlns:a="http://schemas.openxmlformats.org/drawingml/2006/main">
              <a:ext uri="{FF2B5EF4-FFF2-40B4-BE49-F238E27FC236}">
                <a16:creationId xmlns:a16="http://schemas.microsoft.com/office/drawing/2014/main" id="{D2C28924-A5A1-41A6-ADD6-163D17D5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9562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27" name="c3-text-325">
            <a:extLst xmlns:a="http://schemas.openxmlformats.org/drawingml/2006/main">
              <a:ext uri="{FF2B5EF4-FFF2-40B4-BE49-F238E27FC236}">
                <a16:creationId xmlns:a16="http://schemas.microsoft.com/office/drawing/2014/main" id="{A2CC44B5-FA34-454A-9D7B-D45FF5D3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908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Emotion</a:t>
            </a:r>
          </a:p>
        </p:txBody>
      </p:sp>
      <p:sp>
        <p:nvSpPr>
          <p:cNvPr id="28" name="c3-text-326">
            <a:extLst xmlns:a="http://schemas.openxmlformats.org/drawingml/2006/main">
              <a:ext uri="{FF2B5EF4-FFF2-40B4-BE49-F238E27FC236}">
                <a16:creationId xmlns:a16="http://schemas.microsoft.com/office/drawing/2014/main" id="{495E5BB7-8BF0-4412-9595-F1F7B841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33775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From the avatar catalog: the reply must express it.</a:t>
            </a:r>
          </a:p>
        </p:txBody>
      </p:sp>
      <p:sp>
        <p:nvSpPr>
          <p:cNvPr id="29" name="c3-text-327">
            <a:hlinkClick xmlns:r="http://schemas.openxmlformats.org/officeDocument/2006/relationships" xmlns:a="http://schemas.openxmlformats.org/drawingml/2006/main" r:id="R3f9e9ed6517f4439"/>
            <a:extLst xmlns:a="http://schemas.openxmlformats.org/drawingml/2006/main">
              <a:ext uri="{FF2B5EF4-FFF2-40B4-BE49-F238E27FC236}">
                <a16:creationId xmlns:a16="http://schemas.microsoft.com/office/drawing/2014/main" id="{72FF8A8F-3C89-479D-9052-AE36038B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792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Open 01_langgraph.ipynb: 5. Exercise: a dialogue manager</a:t>
            </a:r>
          </a:p>
        </p:txBody>
      </p:sp>
      <p:sp>
        <p:nvSpPr>
          <p:cNvPr id="30" name="c3-text-397">
            <a:extLst xmlns:a="http://schemas.openxmlformats.org/drawingml/2006/main">
              <a:ext uri="{FF2B5EF4-FFF2-40B4-BE49-F238E27FC236}">
                <a16:creationId xmlns:a16="http://schemas.microsoft.com/office/drawing/2014/main" id="{D16B13B0-FE92-4536-8C35-7E62615F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58685398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3-text-328">
            <a:extLst xmlns:a="http://schemas.openxmlformats.org/drawingml/2006/main">
              <a:ext uri="{FF2B5EF4-FFF2-40B4-BE49-F238E27FC236}">
                <a16:creationId xmlns:a16="http://schemas.microsoft.com/office/drawing/2014/main" id="{15BEF1D2-BE11-4B78-8D94-AD3D5335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329">
            <a:extLst xmlns:a="http://schemas.openxmlformats.org/drawingml/2006/main">
              <a:ext uri="{FF2B5EF4-FFF2-40B4-BE49-F238E27FC236}">
                <a16:creationId xmlns:a16="http://schemas.microsoft.com/office/drawing/2014/main" id="{19CCF2EE-A46D-4BC8-AA39-D5B8B8C4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Next: Conversation Memory [7] [9]</a:t>
            </a:r>
          </a:p>
        </p:txBody>
      </p:sp>
      <p:sp>
        <p:nvSpPr>
          <p:cNvPr id="3" name="c3-text-330">
            <a:extLst xmlns:a="http://schemas.openxmlformats.org/drawingml/2006/main">
              <a:ext uri="{FF2B5EF4-FFF2-40B4-BE49-F238E27FC236}">
                <a16:creationId xmlns:a16="http://schemas.microsoft.com/office/drawing/2014/main" id="{ADDF4256-BB60-442B-BCF0-62E112EB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01</a:t>
            </a:r>
          </a:p>
        </p:txBody>
      </p:sp>
      <p:sp>
        <p:nvSpPr>
          <p:cNvPr id="4" name="c3-shape-331">
            <a:extLst xmlns:a="http://schemas.openxmlformats.org/drawingml/2006/main">
              <a:ext uri="{FF2B5EF4-FFF2-40B4-BE49-F238E27FC236}">
                <a16:creationId xmlns:a16="http://schemas.microsoft.com/office/drawing/2014/main" id="{62BB283A-C6E1-4F5F-B28E-8B9DD971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37719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5" name="c3-shape-332">
            <a:extLst xmlns:a="http://schemas.openxmlformats.org/drawingml/2006/main">
              <a:ext uri="{FF2B5EF4-FFF2-40B4-BE49-F238E27FC236}">
                <a16:creationId xmlns:a16="http://schemas.microsoft.com/office/drawing/2014/main" id="{675BA125-184D-45E1-82DF-C334A5CA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4787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9525">
            <a:solidFill>
              <a:srgbClr val="D9A06B"/>
            </a:solidFill>
          </a:ln>
        </p:spPr>
      </p:sp>
      <p:sp>
        <p:nvSpPr>
          <p:cNvPr id="6" name="c3-text-333">
            <a:extLst xmlns:a="http://schemas.openxmlformats.org/drawingml/2006/main">
              <a:ext uri="{FF2B5EF4-FFF2-40B4-BE49-F238E27FC236}">
                <a16:creationId xmlns:a16="http://schemas.microsoft.com/office/drawing/2014/main" id="{2C687C4A-C112-4565-9A11-FF6C1308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Today</a:t>
            </a:r>
          </a:p>
        </p:txBody>
      </p:sp>
      <p:sp>
        <p:nvSpPr>
          <p:cNvPr id="7" name="c3-text-334">
            <a:extLst xmlns:a="http://schemas.openxmlformats.org/drawingml/2006/main">
              <a:ext uri="{FF2B5EF4-FFF2-40B4-BE49-F238E27FC236}">
                <a16:creationId xmlns:a16="http://schemas.microsoft.com/office/drawing/2014/main" id="{7D70B595-18FB-4A47-B640-F52A0694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86025"/>
            <a:ext cx="33909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list lives outside the graph.</a:t>
            </a:r>
          </a:p>
          <a:p xmlns:a="http://schemas.openxmlformats.org/drawingml/2006/main">
            <a:pPr>
              <a:defRPr sz="19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We pass it in on every call.</a:t>
            </a:r>
          </a:p>
        </p:txBody>
      </p:sp>
      <p:sp>
        <p:nvSpPr>
          <p:cNvPr id="8" name="c3-shape-335">
            <a:extLst xmlns:a="http://schemas.openxmlformats.org/drawingml/2006/main">
              <a:ext uri="{FF2B5EF4-FFF2-40B4-BE49-F238E27FC236}">
                <a16:creationId xmlns:a16="http://schemas.microsoft.com/office/drawing/2014/main" id="{2E406382-6EE1-451B-9783-BABC1853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85950"/>
            <a:ext cx="37719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9" name="c3-shape-336">
            <a:extLst xmlns:a="http://schemas.openxmlformats.org/drawingml/2006/main">
              <a:ext uri="{FF2B5EF4-FFF2-40B4-BE49-F238E27FC236}">
                <a16:creationId xmlns:a16="http://schemas.microsoft.com/office/drawing/2014/main" id="{A39C3176-5CC6-41CE-9C65-81C9476F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4787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9525">
            <a:solidFill>
              <a:srgbClr val="7FA8E3"/>
            </a:solidFill>
          </a:ln>
        </p:spPr>
      </p:sp>
      <p:sp>
        <p:nvSpPr>
          <p:cNvPr id="10" name="c3-text-337">
            <a:extLst xmlns:a="http://schemas.openxmlformats.org/drawingml/2006/main">
              <a:ext uri="{FF2B5EF4-FFF2-40B4-BE49-F238E27FC236}">
                <a16:creationId xmlns:a16="http://schemas.microsoft.com/office/drawing/2014/main" id="{E96F0968-6537-49E9-B617-B3902F3B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4312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Chapter 02</a:t>
            </a:r>
          </a:p>
        </p:txBody>
      </p:sp>
      <p:sp>
        <p:nvSpPr>
          <p:cNvPr id="11" name="c3-text-338">
            <a:extLst xmlns:a="http://schemas.openxmlformats.org/drawingml/2006/main">
              <a:ext uri="{FF2B5EF4-FFF2-40B4-BE49-F238E27FC236}">
                <a16:creationId xmlns:a16="http://schemas.microsoft.com/office/drawing/2014/main" id="{FD0896A7-370A-417E-B499-4C79780F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86025"/>
            <a:ext cx="33909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Messages in state.</a:t>
            </a:r>
          </a:p>
          <a:p xmlns:a="http://schemas.openxmlformats.org/drawingml/2006/main">
            <a:pPr>
              <a:defRPr sz="19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 reducer appends them.</a:t>
            </a:r>
          </a:p>
          <a:p xmlns:a="http://schemas.openxmlformats.org/drawingml/2006/main">
            <a:pPr>
              <a:defRPr sz="19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 checkpointer saves them.</a:t>
            </a:r>
          </a:p>
        </p:txBody>
      </p:sp>
      <p:sp>
        <p:nvSpPr>
          <p:cNvPr id="12" name="c3-shape-339">
            <a:extLst xmlns:a="http://schemas.openxmlformats.org/drawingml/2006/main">
              <a:ext uri="{FF2B5EF4-FFF2-40B4-BE49-F238E27FC236}">
                <a16:creationId xmlns:a16="http://schemas.microsoft.com/office/drawing/2014/main" id="{E4FDDAB8-6B6D-4EB3-8A2B-A96E496A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9248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3" name="c3-text-340">
            <a:extLst xmlns:a="http://schemas.openxmlformats.org/drawingml/2006/main">
              <a:ext uri="{FF2B5EF4-FFF2-40B4-BE49-F238E27FC236}">
                <a16:creationId xmlns:a16="http://schemas.microsoft.com/office/drawing/2014/main" id="{93E70CD2-AA34-4255-A6D3-509AC1A1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7543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Next chapter: the graph remembers the conversation by itself.</a:t>
            </a:r>
          </a:p>
        </p:txBody>
      </p:sp>
      <p:sp>
        <p:nvSpPr>
          <p:cNvPr id="14" name="c3-text-398">
            <a:extLst xmlns:a="http://schemas.openxmlformats.org/drawingml/2006/main">
              <a:ext uri="{FF2B5EF4-FFF2-40B4-BE49-F238E27FC236}">
                <a16:creationId xmlns:a16="http://schemas.microsoft.com/office/drawing/2014/main" id="{EF52C6B9-31E3-419E-9921-551A802E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90344167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c3-text-341">
            <a:extLst xmlns:a="http://schemas.openxmlformats.org/drawingml/2006/main">
              <a:ext uri="{FF2B5EF4-FFF2-40B4-BE49-F238E27FC236}">
                <a16:creationId xmlns:a16="http://schemas.microsoft.com/office/drawing/2014/main" id="{75E26519-B2DB-4C50-88AC-B6D6E05F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342">
            <a:extLst xmlns:a="http://schemas.openxmlformats.org/drawingml/2006/main">
              <a:ext uri="{FF2B5EF4-FFF2-40B4-BE49-F238E27FC236}">
                <a16:creationId xmlns:a16="http://schemas.microsoft.com/office/drawing/2014/main" id="{AE801358-6D1E-4BFF-83B7-970FD2D9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References</a:t>
            </a:r>
          </a:p>
        </p:txBody>
      </p:sp>
      <p:sp>
        <p:nvSpPr>
          <p:cNvPr id="3" name="c3-text-343">
            <a:extLst xmlns:a="http://schemas.openxmlformats.org/drawingml/2006/main">
              <a:ext uri="{FF2B5EF4-FFF2-40B4-BE49-F238E27FC236}">
                <a16:creationId xmlns:a16="http://schemas.microsoft.com/office/drawing/2014/main" id="{F36FF003-F549-4346-8968-06EB71D5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01</a:t>
            </a:r>
          </a:p>
        </p:txBody>
      </p:sp>
      <p:sp>
        <p:nvSpPr>
          <p:cNvPr id="4" name="c3-text-344">
            <a:hlinkClick xmlns:r="http://schemas.openxmlformats.org/officeDocument/2006/relationships" xmlns:a="http://schemas.openxmlformats.org/drawingml/2006/main" r:id="R548b9d8032eb4d66"/>
            <a:extLst xmlns:a="http://schemas.openxmlformats.org/drawingml/2006/main">
              <a:ext uri="{FF2B5EF4-FFF2-40B4-BE49-F238E27FC236}">
                <a16:creationId xmlns:a16="http://schemas.microsoft.com/office/drawing/2014/main" id="{62395427-C93F-466D-A7E7-BACDB347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[1] LangGraph</a:t>
            </a:r>
          </a:p>
        </p:txBody>
      </p:sp>
      <p:sp>
        <p:nvSpPr>
          <p:cNvPr id="5" name="c3-text-345">
            <a:hlinkClick xmlns:r="http://schemas.openxmlformats.org/officeDocument/2006/relationships" xmlns:a="http://schemas.openxmlformats.org/drawingml/2006/main" r:id="Rdddaafd0e7174cdc"/>
            <a:extLst xmlns:a="http://schemas.openxmlformats.org/drawingml/2006/main">
              <a:ext uri="{FF2B5EF4-FFF2-40B4-BE49-F238E27FC236}">
                <a16:creationId xmlns:a16="http://schemas.microsoft.com/office/drawing/2014/main" id="{D8424792-1D5E-4ECD-80C4-5032060E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Stateful workflows and explicit control flow</a:t>
            </a:r>
          </a:p>
        </p:txBody>
      </p:sp>
      <p:sp>
        <p:nvSpPr>
          <p:cNvPr id="6" name="c3-shape-346">
            <a:extLst xmlns:a="http://schemas.openxmlformats.org/drawingml/2006/main">
              <a:ext uri="{FF2B5EF4-FFF2-40B4-BE49-F238E27FC236}">
                <a16:creationId xmlns:a16="http://schemas.microsoft.com/office/drawing/2014/main" id="{9D4458E0-5609-49C4-921E-DFA38CE6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7" name="c3-text-347">
            <a:hlinkClick xmlns:r="http://schemas.openxmlformats.org/officeDocument/2006/relationships" xmlns:a="http://schemas.openxmlformats.org/drawingml/2006/main" r:id="R76eb2cde5e384c1a"/>
            <a:extLst xmlns:a="http://schemas.openxmlformats.org/drawingml/2006/main">
              <a:ext uri="{FF2B5EF4-FFF2-40B4-BE49-F238E27FC236}">
                <a16:creationId xmlns:a16="http://schemas.microsoft.com/office/drawing/2014/main" id="{6AB394DE-BFAF-4963-AC41-E4F58F4B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[2] CrewAI</a:t>
            </a:r>
          </a:p>
        </p:txBody>
      </p:sp>
      <p:sp>
        <p:nvSpPr>
          <p:cNvPr id="8" name="c3-text-348">
            <a:hlinkClick xmlns:r="http://schemas.openxmlformats.org/officeDocument/2006/relationships" xmlns:a="http://schemas.openxmlformats.org/drawingml/2006/main" r:id="Rf536709f1df34645"/>
            <a:extLst xmlns:a="http://schemas.openxmlformats.org/drawingml/2006/main">
              <a:ext uri="{FF2B5EF4-FFF2-40B4-BE49-F238E27FC236}">
                <a16:creationId xmlns:a16="http://schemas.microsoft.com/office/drawing/2014/main" id="{FBA8DF1C-AE83-468F-805A-40DB2C23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Role-based teams, tasks and flows</a:t>
            </a:r>
          </a:p>
        </p:txBody>
      </p:sp>
      <p:sp>
        <p:nvSpPr>
          <p:cNvPr id="9" name="c3-shape-349">
            <a:extLst xmlns:a="http://schemas.openxmlformats.org/drawingml/2006/main">
              <a:ext uri="{FF2B5EF4-FFF2-40B4-BE49-F238E27FC236}">
                <a16:creationId xmlns:a16="http://schemas.microsoft.com/office/drawing/2014/main" id="{C62A923D-7807-4D30-A8B0-058C1B76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0" name="c3-text-350">
            <a:hlinkClick xmlns:r="http://schemas.openxmlformats.org/officeDocument/2006/relationships" xmlns:a="http://schemas.openxmlformats.org/drawingml/2006/main" r:id="R4ce2a95861994a97"/>
            <a:extLst xmlns:a="http://schemas.openxmlformats.org/drawingml/2006/main">
              <a:ext uri="{FF2B5EF4-FFF2-40B4-BE49-F238E27FC236}">
                <a16:creationId xmlns:a16="http://schemas.microsoft.com/office/drawing/2014/main" id="{B75BAE8A-A722-4D4A-8614-726A7380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[3] AutoGen</a:t>
            </a:r>
          </a:p>
        </p:txBody>
      </p:sp>
      <p:sp>
        <p:nvSpPr>
          <p:cNvPr id="11" name="c3-text-351">
            <a:hlinkClick xmlns:r="http://schemas.openxmlformats.org/officeDocument/2006/relationships" xmlns:a="http://schemas.openxmlformats.org/drawingml/2006/main" r:id="R039332f551134de2"/>
            <a:extLst xmlns:a="http://schemas.openxmlformats.org/drawingml/2006/main">
              <a:ext uri="{FF2B5EF4-FFF2-40B4-BE49-F238E27FC236}">
                <a16:creationId xmlns:a16="http://schemas.microsoft.com/office/drawing/2014/main" id="{73A27EE4-2517-4601-8372-9B3FDC5E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Conversational agents and message-driven systems</a:t>
            </a:r>
          </a:p>
        </p:txBody>
      </p:sp>
      <p:sp>
        <p:nvSpPr>
          <p:cNvPr id="12" name="c3-shape-352">
            <a:extLst xmlns:a="http://schemas.openxmlformats.org/drawingml/2006/main">
              <a:ext uri="{FF2B5EF4-FFF2-40B4-BE49-F238E27FC236}">
                <a16:creationId xmlns:a16="http://schemas.microsoft.com/office/drawing/2014/main" id="{4AA0676B-F3A6-46D1-AAFD-3B24AC34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3" name="c3-text-353">
            <a:hlinkClick xmlns:r="http://schemas.openxmlformats.org/officeDocument/2006/relationships" xmlns:a="http://schemas.openxmlformats.org/drawingml/2006/main" r:id="Rb5241ac4bdaf4d30"/>
            <a:extLst xmlns:a="http://schemas.openxmlformats.org/drawingml/2006/main">
              <a:ext uri="{FF2B5EF4-FFF2-40B4-BE49-F238E27FC236}">
                <a16:creationId xmlns:a16="http://schemas.microsoft.com/office/drawing/2014/main" id="{E0C0822F-5B9C-4876-9362-E9672CDF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[4] Semantic Kernel</a:t>
            </a:r>
          </a:p>
        </p:txBody>
      </p:sp>
      <p:sp>
        <p:nvSpPr>
          <p:cNvPr id="14" name="c3-text-354">
            <a:hlinkClick xmlns:r="http://schemas.openxmlformats.org/officeDocument/2006/relationships" xmlns:a="http://schemas.openxmlformats.org/drawingml/2006/main" r:id="R701fc648bebd46cb"/>
            <a:extLst xmlns:a="http://schemas.openxmlformats.org/drawingml/2006/main">
              <a:ext uri="{FF2B5EF4-FFF2-40B4-BE49-F238E27FC236}">
                <a16:creationId xmlns:a16="http://schemas.microsoft.com/office/drawing/2014/main" id="{5E401252-23BE-4D17-A77B-26906BFD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Plugins and integration with existing applications</a:t>
            </a:r>
          </a:p>
        </p:txBody>
      </p:sp>
      <p:sp>
        <p:nvSpPr>
          <p:cNvPr id="15" name="c3-text-355">
            <a:hlinkClick xmlns:r="http://schemas.openxmlformats.org/officeDocument/2006/relationships" xmlns:a="http://schemas.openxmlformats.org/drawingml/2006/main" r:id="Rc5057b76f9324a80"/>
            <a:extLst xmlns:a="http://schemas.openxmlformats.org/drawingml/2006/main">
              <a:ext uri="{FF2B5EF4-FFF2-40B4-BE49-F238E27FC236}">
                <a16:creationId xmlns:a16="http://schemas.microsoft.com/office/drawing/2014/main" id="{6DD5FC25-3148-41B3-BB3A-818D7D08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0495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[5] Proglio (2026)</a:t>
            </a:r>
          </a:p>
        </p:txBody>
      </p:sp>
      <p:sp>
        <p:nvSpPr>
          <p:cNvPr id="16" name="c3-text-356">
            <a:hlinkClick xmlns:r="http://schemas.openxmlformats.org/officeDocument/2006/relationships" xmlns:a="http://schemas.openxmlformats.org/drawingml/2006/main" r:id="R32dcdc88971b4f7b"/>
            <a:extLst xmlns:a="http://schemas.openxmlformats.org/drawingml/2006/main">
              <a:ext uri="{FF2B5EF4-FFF2-40B4-BE49-F238E27FC236}">
                <a16:creationId xmlns:a16="http://schemas.microsoft.com/office/drawing/2014/main" id="{F55F87EA-A159-4C89-A762-5BD896DF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09750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Agentic frameworks, thesis section 2.5</a:t>
            </a:r>
          </a:p>
        </p:txBody>
      </p:sp>
      <p:sp>
        <p:nvSpPr>
          <p:cNvPr id="17" name="c3-shape-357">
            <a:extLst xmlns:a="http://schemas.openxmlformats.org/drawingml/2006/main">
              <a:ext uri="{FF2B5EF4-FFF2-40B4-BE49-F238E27FC236}">
                <a16:creationId xmlns:a16="http://schemas.microsoft.com/office/drawing/2014/main" id="{FEE673FE-0D16-4289-AA64-BE4606CC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3837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8" name="c3-text-358">
            <a:hlinkClick xmlns:r="http://schemas.openxmlformats.org/officeDocument/2006/relationships" xmlns:a="http://schemas.openxmlformats.org/drawingml/2006/main" r:id="R77a6d459adbe4838"/>
            <a:extLst xmlns:a="http://schemas.openxmlformats.org/drawingml/2006/main">
              <a:ext uri="{FF2B5EF4-FFF2-40B4-BE49-F238E27FC236}">
                <a16:creationId xmlns:a16="http://schemas.microsoft.com/office/drawing/2014/main" id="{6252439A-4C04-41B5-BE81-AE0DB8DF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8600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[6] Derouiche et al. (2025)</a:t>
            </a:r>
          </a:p>
        </p:txBody>
      </p:sp>
      <p:sp>
        <p:nvSpPr>
          <p:cNvPr id="19" name="c3-text-359">
            <a:hlinkClick xmlns:r="http://schemas.openxmlformats.org/officeDocument/2006/relationships" xmlns:a="http://schemas.openxmlformats.org/drawingml/2006/main" r:id="Rc61a1550ce72455d"/>
            <a:extLst xmlns:a="http://schemas.openxmlformats.org/drawingml/2006/main">
              <a:ext uri="{FF2B5EF4-FFF2-40B4-BE49-F238E27FC236}">
                <a16:creationId xmlns:a16="http://schemas.microsoft.com/office/drawing/2014/main" id="{B9712043-8C85-4FDA-B9A9-004C83AD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90800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Agentic AI frameworks: comparative survey</a:t>
            </a:r>
          </a:p>
        </p:txBody>
      </p:sp>
      <p:sp>
        <p:nvSpPr>
          <p:cNvPr id="20" name="c3-shape-360">
            <a:extLst xmlns:a="http://schemas.openxmlformats.org/drawingml/2006/main">
              <a:ext uri="{FF2B5EF4-FFF2-40B4-BE49-F238E27FC236}">
                <a16:creationId xmlns:a16="http://schemas.microsoft.com/office/drawing/2014/main" id="{404A1E44-02C0-412B-B828-20351A5B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1942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21" name="c3-text-361">
            <a:hlinkClick xmlns:r="http://schemas.openxmlformats.org/officeDocument/2006/relationships" xmlns:a="http://schemas.openxmlformats.org/drawingml/2006/main" r:id="Rd7e38570eb8a4268"/>
            <a:extLst xmlns:a="http://schemas.openxmlformats.org/drawingml/2006/main">
              <a:ext uri="{FF2B5EF4-FFF2-40B4-BE49-F238E27FC236}">
                <a16:creationId xmlns:a16="http://schemas.microsoft.com/office/drawing/2014/main" id="{BEB7BE24-DA6D-4995-A7D8-E3EB8F25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[7] LangGraph persistence</a:t>
            </a:r>
          </a:p>
        </p:txBody>
      </p:sp>
      <p:sp>
        <p:nvSpPr>
          <p:cNvPr id="22" name="c3-text-362">
            <a:hlinkClick xmlns:r="http://schemas.openxmlformats.org/officeDocument/2006/relationships" xmlns:a="http://schemas.openxmlformats.org/drawingml/2006/main" r:id="R66b86d228a0c49b6"/>
            <a:extLst xmlns:a="http://schemas.openxmlformats.org/drawingml/2006/main">
              <a:ext uri="{FF2B5EF4-FFF2-40B4-BE49-F238E27FC236}">
                <a16:creationId xmlns:a16="http://schemas.microsoft.com/office/drawing/2014/main" id="{94E34CE4-C46C-4E72-96A4-37CE5A2C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71850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State snapshots and conversation continuity</a:t>
            </a:r>
          </a:p>
        </p:txBody>
      </p:sp>
      <p:sp>
        <p:nvSpPr>
          <p:cNvPr id="23" name="c3-shape-363">
            <a:extLst xmlns:a="http://schemas.openxmlformats.org/drawingml/2006/main">
              <a:ext uri="{FF2B5EF4-FFF2-40B4-BE49-F238E27FC236}">
                <a16:creationId xmlns:a16="http://schemas.microsoft.com/office/drawing/2014/main" id="{3B5E2003-C204-421E-8CFE-27432152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0047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24" name="c3-text-364">
            <a:hlinkClick xmlns:r="http://schemas.openxmlformats.org/officeDocument/2006/relationships" xmlns:a="http://schemas.openxmlformats.org/drawingml/2006/main" r:id="R9830f8bf24ad4ceb"/>
            <a:extLst xmlns:a="http://schemas.openxmlformats.org/drawingml/2006/main">
              <a:ext uri="{FF2B5EF4-FFF2-40B4-BE49-F238E27FC236}">
                <a16:creationId xmlns:a16="http://schemas.microsoft.com/office/drawing/2014/main" id="{6361449F-D9B7-4BBA-B090-8B61AE50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4810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[8] LangGraph quickstart</a:t>
            </a:r>
          </a:p>
        </p:txBody>
      </p:sp>
      <p:sp>
        <p:nvSpPr>
          <p:cNvPr id="25" name="c3-text-365">
            <a:hlinkClick xmlns:r="http://schemas.openxmlformats.org/officeDocument/2006/relationships" xmlns:a="http://schemas.openxmlformats.org/drawingml/2006/main" r:id="R260a15d7bf634df7"/>
            <a:extLst xmlns:a="http://schemas.openxmlformats.org/drawingml/2006/main">
              <a:ext uri="{FF2B5EF4-FFF2-40B4-BE49-F238E27FC236}">
                <a16:creationId xmlns:a16="http://schemas.microsoft.com/office/drawing/2014/main" id="{FE2667F3-68F7-481B-B2CC-00AD2323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52900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Build and compile a graph</a:t>
            </a:r>
          </a:p>
        </p:txBody>
      </p:sp>
      <p:sp>
        <p:nvSpPr>
          <p:cNvPr id="26" name="c3-text-399">
            <a:extLst xmlns:a="http://schemas.openxmlformats.org/drawingml/2006/main">
              <a:ext uri="{FF2B5EF4-FFF2-40B4-BE49-F238E27FC236}">
                <a16:creationId xmlns:a16="http://schemas.microsoft.com/office/drawing/2014/main" id="{A83EA66C-A7F7-49B4-93F4-FDC073BA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45174144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3-text-366">
            <a:extLst xmlns:a="http://schemas.openxmlformats.org/drawingml/2006/main">
              <a:ext uri="{FF2B5EF4-FFF2-40B4-BE49-F238E27FC236}">
                <a16:creationId xmlns:a16="http://schemas.microsoft.com/office/drawing/2014/main" id="{80F2A88A-37F4-4144-8BA4-9330D4F8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3-text-367">
            <a:extLst xmlns:a="http://schemas.openxmlformats.org/drawingml/2006/main">
              <a:ext uri="{FF2B5EF4-FFF2-40B4-BE49-F238E27FC236}">
                <a16:creationId xmlns:a16="http://schemas.microsoft.com/office/drawing/2014/main" id="{93F28960-7B38-48FA-AE59-8FCC73AE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References (continued)</a:t>
            </a:r>
          </a:p>
        </p:txBody>
      </p:sp>
      <p:sp>
        <p:nvSpPr>
          <p:cNvPr id="3" name="c3-text-368">
            <a:extLst xmlns:a="http://schemas.openxmlformats.org/drawingml/2006/main">
              <a:ext uri="{FF2B5EF4-FFF2-40B4-BE49-F238E27FC236}">
                <a16:creationId xmlns:a16="http://schemas.microsoft.com/office/drawing/2014/main" id="{819EED3C-18B0-47AB-8C25-F5617D69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2 · Chapter 01</a:t>
            </a:r>
          </a:p>
        </p:txBody>
      </p:sp>
      <p:sp>
        <p:nvSpPr>
          <p:cNvPr id="4" name="c3-text-369">
            <a:hlinkClick xmlns:r="http://schemas.openxmlformats.org/officeDocument/2006/relationships" xmlns:a="http://schemas.openxmlformats.org/drawingml/2006/main" r:id="R941cc81b167646eb"/>
            <a:extLst xmlns:a="http://schemas.openxmlformats.org/drawingml/2006/main">
              <a:ext uri="{FF2B5EF4-FFF2-40B4-BE49-F238E27FC236}">
                <a16:creationId xmlns:a16="http://schemas.microsoft.com/office/drawing/2014/main" id="{6DD03FAE-DD10-4652-9152-9F123350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[9] LangGraph Graph API</a:t>
            </a:r>
          </a:p>
        </p:txBody>
      </p:sp>
      <p:sp>
        <p:nvSpPr>
          <p:cNvPr id="5" name="c3-text-370">
            <a:hlinkClick xmlns:r="http://schemas.openxmlformats.org/officeDocument/2006/relationships" xmlns:a="http://schemas.openxmlformats.org/drawingml/2006/main" r:id="Rfec3bb7d184d4eae"/>
            <a:extLst xmlns:a="http://schemas.openxmlformats.org/drawingml/2006/main">
              <a:ext uri="{FF2B5EF4-FFF2-40B4-BE49-F238E27FC236}">
                <a16:creationId xmlns:a16="http://schemas.microsoft.com/office/drawing/2014/main" id="{FDFF9BA9-83C3-4024-98E5-B7E11D8A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State, nodes, edges and parallel execution</a:t>
            </a:r>
          </a:p>
        </p:txBody>
      </p:sp>
      <p:sp>
        <p:nvSpPr>
          <p:cNvPr id="6" name="c3-shape-371">
            <a:extLst xmlns:a="http://schemas.openxmlformats.org/drawingml/2006/main">
              <a:ext uri="{FF2B5EF4-FFF2-40B4-BE49-F238E27FC236}">
                <a16:creationId xmlns:a16="http://schemas.microsoft.com/office/drawing/2014/main" id="{3982B538-ED36-42E7-B912-F9A1654A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7" name="c3-text-372">
            <a:hlinkClick xmlns:r="http://schemas.openxmlformats.org/officeDocument/2006/relationships" xmlns:a="http://schemas.openxmlformats.org/drawingml/2006/main" r:id="Rd26c75cf86554786"/>
            <a:extLst xmlns:a="http://schemas.openxmlformats.org/drawingml/2006/main">
              <a:ext uri="{FF2B5EF4-FFF2-40B4-BE49-F238E27FC236}">
                <a16:creationId xmlns:a16="http://schemas.microsoft.com/office/drawing/2014/main" id="{BF12FC0E-26BB-4463-8D2C-F3BA7D97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[10] LangChain</a:t>
            </a:r>
          </a:p>
        </p:txBody>
      </p:sp>
      <p:sp>
        <p:nvSpPr>
          <p:cNvPr id="8" name="c3-text-373">
            <a:hlinkClick xmlns:r="http://schemas.openxmlformats.org/officeDocument/2006/relationships" xmlns:a="http://schemas.openxmlformats.org/drawingml/2006/main" r:id="Rd2e878b4e36b487c"/>
            <a:extLst xmlns:a="http://schemas.openxmlformats.org/drawingml/2006/main">
              <a:ext uri="{FF2B5EF4-FFF2-40B4-BE49-F238E27FC236}">
                <a16:creationId xmlns:a16="http://schemas.microsoft.com/office/drawing/2014/main" id="{91A521F8-524F-4941-A0C3-CB3BE109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Components for LLM applications</a:t>
            </a:r>
          </a:p>
        </p:txBody>
      </p:sp>
      <p:sp>
        <p:nvSpPr>
          <p:cNvPr id="9" name="c3-shape-374">
            <a:extLst xmlns:a="http://schemas.openxmlformats.org/drawingml/2006/main">
              <a:ext uri="{FF2B5EF4-FFF2-40B4-BE49-F238E27FC236}">
                <a16:creationId xmlns:a16="http://schemas.microsoft.com/office/drawing/2014/main" id="{6BCA5B06-9962-46BF-926F-45B5AAE6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0" name="c3-text-375">
            <a:hlinkClick xmlns:r="http://schemas.openxmlformats.org/officeDocument/2006/relationships" xmlns:a="http://schemas.openxmlformats.org/drawingml/2006/main" r:id="R068b0a89b6e342fd"/>
            <a:extLst xmlns:a="http://schemas.openxmlformats.org/drawingml/2006/main">
              <a:ext uri="{FF2B5EF4-FFF2-40B4-BE49-F238E27FC236}">
                <a16:creationId xmlns:a16="http://schemas.microsoft.com/office/drawing/2014/main" id="{03A7418E-6D59-4025-9A11-7DF91792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 u="sng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[11] LangSmith</a:t>
            </a:r>
          </a:p>
        </p:txBody>
      </p:sp>
      <p:sp>
        <p:nvSpPr>
          <p:cNvPr id="11" name="c3-text-376">
            <a:hlinkClick xmlns:r="http://schemas.openxmlformats.org/officeDocument/2006/relationships" xmlns:a="http://schemas.openxmlformats.org/drawingml/2006/main" r:id="R752dbcde39464763"/>
            <a:extLst xmlns:a="http://schemas.openxmlformats.org/drawingml/2006/main">
              <a:ext uri="{FF2B5EF4-FFF2-40B4-BE49-F238E27FC236}">
                <a16:creationId xmlns:a16="http://schemas.microsoft.com/office/drawing/2014/main" id="{F7C2E95D-BF37-497E-8882-4B8CFE58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Tracing and observability for LLM applications</a:t>
            </a:r>
          </a:p>
        </p:txBody>
      </p:sp>
      <p:sp>
        <p:nvSpPr>
          <p:cNvPr id="12" name="c3-shape-377">
            <a:extLst xmlns:a="http://schemas.openxmlformats.org/drawingml/2006/main">
              <a:ext uri="{FF2B5EF4-FFF2-40B4-BE49-F238E27FC236}">
                <a16:creationId xmlns:a16="http://schemas.microsoft.com/office/drawing/2014/main" id="{ABD76E6E-B018-43A7-AFE0-59EC178E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13" name="c3-text-400">
            <a:extLst xmlns:a="http://schemas.openxmlformats.org/drawingml/2006/main">
              <a:ext uri="{FF2B5EF4-FFF2-40B4-BE49-F238E27FC236}">
                <a16:creationId xmlns:a16="http://schemas.microsoft.com/office/drawing/2014/main" id="{7FC988F3-3D23-49EE-B5CC-D5DFC9AC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07110942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FFFFFF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2026-10-30T12:23:43.5540000Z</dcterms:created>
  <dcterms:modified xsi:type="dcterms:W3CDTF">2026-10-30T12:23:43.5550000Z</dcterms:modified>
</coreProperties>
</file>