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84ba829a1a429c" /><Relationship Type="http://schemas.openxmlformats.org/officeDocument/2006/relationships/extended-properties" Target="/docProps/app.xml" Id="Rb01926c9670d41a1" /><Relationship Type="http://schemas.openxmlformats.org/officeDocument/2006/relationships/officeDocument" Target="/ppt/presentation.xml" Id="R03286cbedd7c4216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e37389d152584682"/>
  </ns0:sldMasterIdLst>
  <ns0:sldIdLst>
    <ns0:sldId id="256" ns1:id="R2e186e7aa3b744c1"/>
    <ns0:sldId id="257" ns1:id="R9d519cf2d36b407b"/>
    <ns0:sldId id="258" ns1:id="Rcaf46cf4818f4982"/>
    <ns0:sldId id="259" ns1:id="Re3164cb686604831"/>
    <ns0:sldId id="260" ns1:id="Racd3d466be4a4a8f"/>
    <ns0:sldId id="261" ns1:id="R59af3cccaa9743c9"/>
    <ns0:sldId id="262" ns1:id="R73d4be00f8124964"/>
    <ns0:sldId id="263" ns1:id="Rac3d92444e004b1d"/>
    <ns0:sldId id="264" ns1:id="R0f1bc4f994a544e6"/>
    <ns0:sldId id="265" ns1:id="R50894c3969164361"/>
    <ns0:sldId id="266" ns1:id="R6cb9a85c926845a5"/>
    <ns0:sldId id="267" ns1:id="R02b9662e0a1c4f92"/>
    <ns0:sldId id="268" ns1:id="R85dad10031ba4401"/>
    <ns0:sldId id="269" ns1:id="R02d8199850674d58"/>
    <ns0:sldId id="270" ns1:id="R24e685cee9434704"/>
    <ns0:sldId id="271" ns1:id="R2276e6eefa094f20"/>
    <ns0:sldId id="272" ns1:id="Rea2040ea4ca747e3"/>
    <ns0:sldId id="273" ns1:id="Rbe8ab4dec0474f05"/>
    <ns0:sldId id="274" ns1:id="R3e465975303b4d7a"/>
    <ns0:sldId id="275" ns1:id="R2be8c98e1008441a"/>
    <ns0:sldId id="276" ns1:id="Re4b343439408460c"/>
    <ns0:sldId id="277" ns1:id="Reb413adbbee6469e"/>
    <ns0:sldId id="278" ns1:id="R2a609491724642e1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8c97812218de4882" /><ns0:Relationship Type="http://schemas.openxmlformats.org/officeDocument/2006/relationships/slideMaster" Target="/ppt/slideMasters/slideMaster1.xml" Id="Re37389d152584682" /><ns0:Relationship Type="http://schemas.openxmlformats.org/officeDocument/2006/relationships/presProps" Target="/ppt/presProps.xml" Id="R88801c37b053460f" /><ns0:Relationship Type="http://schemas.openxmlformats.org/officeDocument/2006/relationships/viewProps" Target="/ppt/viewProps.xml" Id="R76eabc8feb8a495a" /><ns0:Relationship Type="http://schemas.openxmlformats.org/officeDocument/2006/relationships/tableStyles" Target="/ppt/tableStyles.xml" Id="Rf1787e803c134ec3" /><ns0:Relationship Type="http://schemas.openxmlformats.org/officeDocument/2006/relationships/slide" Target="/ppt/slides/slide1.xml" Id="R2e186e7aa3b744c1" /><ns0:Relationship Type="http://schemas.openxmlformats.org/officeDocument/2006/relationships/slide" Target="/ppt/slides/slide2.xml" Id="R9d519cf2d36b407b" /><ns0:Relationship Type="http://schemas.openxmlformats.org/officeDocument/2006/relationships/slide" Target="/ppt/slides/slide3.xml" Id="Rcaf46cf4818f4982" /><ns0:Relationship Type="http://schemas.openxmlformats.org/officeDocument/2006/relationships/slide" Target="/ppt/slides/slide4.xml" Id="Re3164cb686604831" /><ns0:Relationship Type="http://schemas.openxmlformats.org/officeDocument/2006/relationships/slide" Target="/ppt/slides/slide5.xml" Id="Racd3d466be4a4a8f" /><ns0:Relationship Type="http://schemas.openxmlformats.org/officeDocument/2006/relationships/slide" Target="/ppt/slides/slide6.xml" Id="R59af3cccaa9743c9" /><ns0:Relationship Type="http://schemas.openxmlformats.org/officeDocument/2006/relationships/slide" Target="/ppt/slides/slide7.xml" Id="R73d4be00f8124964" /><ns0:Relationship Type="http://schemas.openxmlformats.org/officeDocument/2006/relationships/slide" Target="/ppt/slides/slide8.xml" Id="Rac3d92444e004b1d" /><ns0:Relationship Type="http://schemas.openxmlformats.org/officeDocument/2006/relationships/slide" Target="/ppt/slides/slide9.xml" Id="R0f1bc4f994a544e6" /><ns0:Relationship Type="http://schemas.openxmlformats.org/officeDocument/2006/relationships/slide" Target="/ppt/slides/slide10.xml" Id="R50894c3969164361" /><ns0:Relationship Type="http://schemas.openxmlformats.org/officeDocument/2006/relationships/slide" Target="/ppt/slides/slide11.xml" Id="R6cb9a85c926845a5" /><ns0:Relationship Type="http://schemas.openxmlformats.org/officeDocument/2006/relationships/slide" Target="/ppt/slides/slide12.xml" Id="R02b9662e0a1c4f92" /><ns0:Relationship Type="http://schemas.openxmlformats.org/officeDocument/2006/relationships/slide" Target="/ppt/slides/slide13.xml" Id="R85dad10031ba4401" /><ns0:Relationship Type="http://schemas.openxmlformats.org/officeDocument/2006/relationships/slide" Target="/ppt/slides/slide14.xml" Id="R02d8199850674d58" /><ns0:Relationship Type="http://schemas.openxmlformats.org/officeDocument/2006/relationships/slide" Target="/ppt/slides/slide15.xml" Id="R24e685cee9434704" /><ns0:Relationship Type="http://schemas.openxmlformats.org/officeDocument/2006/relationships/slide" Target="/ppt/slides/slide16.xml" Id="R2276e6eefa094f20" /><ns0:Relationship Type="http://schemas.openxmlformats.org/officeDocument/2006/relationships/slide" Target="/ppt/slides/slide17.xml" Id="Rea2040ea4ca747e3" /><ns0:Relationship Type="http://schemas.openxmlformats.org/officeDocument/2006/relationships/slide" Target="/ppt/slides/slide18.xml" Id="Rbe8ab4dec0474f05" /><ns0:Relationship Type="http://schemas.openxmlformats.org/officeDocument/2006/relationships/slide" Target="/ppt/slides/slide19.xml" Id="R3e465975303b4d7a" /><ns0:Relationship Type="http://schemas.openxmlformats.org/officeDocument/2006/relationships/slide" Target="/ppt/slides/slide20.xml" Id="R2be8c98e1008441a" /><ns0:Relationship Type="http://schemas.openxmlformats.org/officeDocument/2006/relationships/slide" Target="/ppt/slides/slide21.xml" Id="Re4b343439408460c" /><ns0:Relationship Type="http://schemas.openxmlformats.org/officeDocument/2006/relationships/slide" Target="/ppt/slides/slide22.xml" Id="Reb413adbbee6469e" /><ns0:Relationship Type="http://schemas.openxmlformats.org/officeDocument/2006/relationships/slide" Target="/ppt/slides/slide23.xml" Id="R2a609491724642e1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be26303f58465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11419047784760" /><Relationship Type="http://schemas.openxmlformats.org/officeDocument/2006/relationships/image" Target="/ppt/media/image.jpeg" Id="Reac4a647453948a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ddc135c1e04fe9" /><Relationship Type="http://schemas.openxmlformats.org/officeDocument/2006/relationships/image" Target="/ppt/media/image.png" Id="Rdd1c2821b1b0495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6a95ec9e1c4f9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5ba1172d7441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c3cf90ea47480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98d4d61e99404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f0e62c5aea440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4a647453948a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1c2821b1b0495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ba778b390745c2" /><Relationship Type="http://schemas.openxmlformats.org/officeDocument/2006/relationships/slideLayout" Target="/ppt/slideLayouts/slideLayout1.xml" Id="Rd65aa42736884250" /><Relationship Type="http://schemas.openxmlformats.org/officeDocument/2006/relationships/slideLayout" Target="/ppt/slideLayouts/slideLayout2.xml" Id="R821a24ace92c4720" /><Relationship Type="http://schemas.openxmlformats.org/officeDocument/2006/relationships/slideLayout" Target="/ppt/slideLayouts/slideLayout3.xml" Id="R2aaa6c1d81704169" /><Relationship Type="http://schemas.openxmlformats.org/officeDocument/2006/relationships/slideLayout" Target="/ppt/slideLayouts/slideLayout4.xml" Id="R56bb49b8ff6b4b4e" /><Relationship Type="http://schemas.openxmlformats.org/officeDocument/2006/relationships/slideLayout" Target="/ppt/slideLayouts/slideLayout5.xml" Id="Rfdc4eacbd6b142e1" /><Relationship Type="http://schemas.openxmlformats.org/officeDocument/2006/relationships/slideLayout" Target="/ppt/slideLayouts/slideLayout6.xml" Id="R8f1fe7927d4243a6" /><Relationship Type="http://schemas.openxmlformats.org/officeDocument/2006/relationships/slideLayout" Target="/ppt/slideLayouts/slideLayout7.xml" Id="R25e97a7693064d59" /><Relationship Type="http://schemas.openxmlformats.org/officeDocument/2006/relationships/slideLayout" Target="/ppt/slideLayouts/slideLayout8.xml" Id="R007b33deadac400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5aa42736884250"/>
    <p:sldLayoutId xmlns:r="http://schemas.openxmlformats.org/officeDocument/2006/relationships" id="2147483650" r:id="R821a24ace92c4720"/>
    <p:sldLayoutId xmlns:r="http://schemas.openxmlformats.org/officeDocument/2006/relationships" id="2147483651" r:id="R2aaa6c1d81704169"/>
    <p:sldLayoutId xmlns:r="http://schemas.openxmlformats.org/officeDocument/2006/relationships" id="2147483652" r:id="R56bb49b8ff6b4b4e"/>
    <p:sldLayoutId xmlns:r="http://schemas.openxmlformats.org/officeDocument/2006/relationships" id="2147483653" r:id="Rfdc4eacbd6b142e1"/>
    <p:sldLayoutId xmlns:r="http://schemas.openxmlformats.org/officeDocument/2006/relationships" id="2147483654" r:id="R8f1fe7927d4243a6"/>
    <p:sldLayoutId xmlns:r="http://schemas.openxmlformats.org/officeDocument/2006/relationships" id="2147483655" r:id="R25e97a7693064d59"/>
    <p:sldLayoutId xmlns:r="http://schemas.openxmlformats.org/officeDocument/2006/relationships" id="2147483656" r:id="R007b33deadac400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16e3bf36af8f47dc" /><ns0:Relationship Type="http://schemas.openxmlformats.org/officeDocument/2006/relationships/image" Target="/ppt/media/image2.png" Id="Ra56662980e7a4cc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b858ba902a04117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d2873865f924417" /><ns0:Relationship Type="http://schemas.openxmlformats.org/officeDocument/2006/relationships/image" Target="/ppt/media/image3.png" Id="Ra8f532fe9ffe4216" /><ns0:Relationship Type="http://schemas.openxmlformats.org/officeDocument/2006/relationships/hyperlink" Target="https://docs.langchain.com/oss/python/langgraph/overview" TargetMode="External" Id="R69a5f09c58174d5d" /><ns0:Relationship Type="http://schemas.openxmlformats.org/officeDocument/2006/relationships/image" Target="/ppt/media/image4.png" Id="Rfdbc87af057a4a48" /><ns0:Relationship Type="http://schemas.openxmlformats.org/officeDocument/2006/relationships/hyperlink" Target="https://docs.crewai.com/en/introduction" TargetMode="External" Id="Rc5b13f942429438b" /><ns0:Relationship Type="http://schemas.openxmlformats.org/officeDocument/2006/relationships/image" Target="/ppt/media/image5.png" Id="Re4e4bafd5c534916" /><ns0:Relationship Type="http://schemas.openxmlformats.org/officeDocument/2006/relationships/hyperlink" Target="https://microsoft.github.io/autogen/stable/" TargetMode="External" Id="Ra49c74bd2de94c31" /><ns0:Relationship Type="http://schemas.openxmlformats.org/officeDocument/2006/relationships/image" Target="/ppt/media/image6.png" Id="R2439d6f6e6c3464f" /><ns0:Relationship Type="http://schemas.openxmlformats.org/officeDocument/2006/relationships/hyperlink" Target="https://learn.microsoft.com/en-us/semantic-kernel/overview/" TargetMode="External" Id="R33bdd40169f64304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8273aef0f4d42fd" /><ns0:Relationship Type="http://schemas.openxmlformats.org/officeDocument/2006/relationships/image" Target="/ppt/media/image7.png" Id="R48d5606b45a04452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4aaa9f77a8f44b5" /><ns0:Relationship Type="http://schemas.openxmlformats.org/officeDocument/2006/relationships/image" Target="/ppt/media/image8.png" Id="Ra4a65b4eab214ae2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fc6a77ba5c84b7c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119501d79a4f01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f311259808487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cae6c2e3694bc1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a001b7c7f384ed8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3003e6435a455d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81667eefff44c18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860e8236bc476d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be2b6bd72aa466c" /><ns0:Relationship Type="http://schemas.openxmlformats.org/officeDocument/2006/relationships/hyperlink" Target="../Code/01_langgraph.ipynb" TargetMode="External" Id="Rbffeb1164264443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b8f8a7ea904e60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e4f00b08414b17" /><ns0:Relationship Type="http://schemas.openxmlformats.org/officeDocument/2006/relationships/hyperlink" Target="../Code/01_langgraph.ipynb" TargetMode="External" Id="R37b454e9b7ef447a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ce0f3f08a94c0d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2d708c3a2774be4" /><ns0:Relationship Type="http://schemas.openxmlformats.org/officeDocument/2006/relationships/hyperlink" Target="../Code/01_langgraph.ipynb" TargetMode="External" Id="Rffa669cb69c34307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7d2d7d251443f3" /><ns0:Relationship Type="http://schemas.openxmlformats.org/officeDocument/2006/relationships/hyperlink" Target="../Code/01_langgraph.ipynb" TargetMode="External" Id="Reb2793b2c0bf4b61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bba5c3519846b1" /><ns0:Relationship Type="http://schemas.openxmlformats.org/officeDocument/2006/relationships/hyperlink" Target="../Code/01_langgraph.ipynb" TargetMode="External" Id="R34bec3723dc4467f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38dedcf7fc4d12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254160c58d4179" /><ns0:Relationship Type="http://schemas.openxmlformats.org/officeDocument/2006/relationships/hyperlink" Target="https://docs.langchain.com/oss/python/langgraph/overview" TargetMode="External" Id="R7c57d309f3d44961" /><ns0:Relationship Type="http://schemas.openxmlformats.org/officeDocument/2006/relationships/hyperlink" Target="https://docs.langchain.com/oss/python/langgraph/overview" TargetMode="External" Id="R401d9af45e2d492a" /><ns0:Relationship Type="http://schemas.openxmlformats.org/officeDocument/2006/relationships/hyperlink" Target="https://docs.crewai.com/en/introduction" TargetMode="External" Id="Rdf01bbf3e9d546de" /><ns0:Relationship Type="http://schemas.openxmlformats.org/officeDocument/2006/relationships/hyperlink" Target="https://docs.crewai.com/en/introduction" TargetMode="External" Id="Re6e10cfdae9c4502" /><ns0:Relationship Type="http://schemas.openxmlformats.org/officeDocument/2006/relationships/hyperlink" Target="https://microsoft.github.io/autogen/stable/" TargetMode="External" Id="Rc1746e421e2d4ed2" /><ns0:Relationship Type="http://schemas.openxmlformats.org/officeDocument/2006/relationships/hyperlink" Target="https://microsoft.github.io/autogen/stable/" TargetMode="External" Id="R0d1c837f5f09478d" /><ns0:Relationship Type="http://schemas.openxmlformats.org/officeDocument/2006/relationships/hyperlink" Target="https://learn.microsoft.com/en-us/semantic-kernel/overview/" TargetMode="External" Id="R436ee2c295e04fcb" /><ns0:Relationship Type="http://schemas.openxmlformats.org/officeDocument/2006/relationships/hyperlink" Target="https://learn.microsoft.com/en-us/semantic-kernel/overview/" TargetMode="External" Id="Rb5287a906cc24d1d" /><ns0:Relationship Type="http://schemas.openxmlformats.org/officeDocument/2006/relationships/hyperlink" Target="https://webthesis.biblio.polito.it/39944/?template=default" TargetMode="External" Id="R1418d4cd6db7431b" /><ns0:Relationship Type="http://schemas.openxmlformats.org/officeDocument/2006/relationships/hyperlink" Target="https://webthesis.biblio.polito.it/39944/?template=default" TargetMode="External" Id="Re3477e9f6abe4dfb" /><ns0:Relationship Type="http://schemas.openxmlformats.org/officeDocument/2006/relationships/hyperlink" Target="https://arxiv.org/abs/2508.10146" TargetMode="External" Id="R03523fd7caff4d58" /><ns0:Relationship Type="http://schemas.openxmlformats.org/officeDocument/2006/relationships/hyperlink" Target="https://arxiv.org/abs/2508.10146" TargetMode="External" Id="Rcdf1d8ea43784849" /><ns0:Relationship Type="http://schemas.openxmlformats.org/officeDocument/2006/relationships/hyperlink" Target="https://docs.langchain.com/oss/python/langgraph/persistence" TargetMode="External" Id="R84c2c2fc283e408a" /><ns0:Relationship Type="http://schemas.openxmlformats.org/officeDocument/2006/relationships/hyperlink" Target="https://docs.langchain.com/oss/python/langgraph/persistence" TargetMode="External" Id="Rfcd0aa012fe14b01" /><ns0:Relationship Type="http://schemas.openxmlformats.org/officeDocument/2006/relationships/hyperlink" Target="https://docs.langchain.com/oss/python/langgraph/quickstart" TargetMode="External" Id="R7e1ecca56e2449a5" /><ns0:Relationship Type="http://schemas.openxmlformats.org/officeDocument/2006/relationships/hyperlink" Target="https://docs.langchain.com/oss/python/langgraph/quickstart" TargetMode="External" Id="R9ec306671746482c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ba307e54b1432e" /><ns0:Relationship Type="http://schemas.openxmlformats.org/officeDocument/2006/relationships/hyperlink" Target="https://docs.langchain.com/oss/python/langgraph/graph-api" TargetMode="External" Id="Rf0e86e40ff1e419a" /><ns0:Relationship Type="http://schemas.openxmlformats.org/officeDocument/2006/relationships/hyperlink" Target="https://docs.langchain.com/oss/python/langgraph/graph-api" TargetMode="External" Id="R3040a19069274f95" /><ns0:Relationship Type="http://schemas.openxmlformats.org/officeDocument/2006/relationships/hyperlink" Target="https://docs.langchain.com/oss/python/langchain/overview" TargetMode="External" Id="R1220c2a9aee049d5" /><ns0:Relationship Type="http://schemas.openxmlformats.org/officeDocument/2006/relationships/hyperlink" Target="https://docs.langchain.com/oss/python/langchain/overview" TargetMode="External" Id="Red7c231846764ebd" /><ns0:Relationship Type="http://schemas.openxmlformats.org/officeDocument/2006/relationships/hyperlink" Target="https://docs.langchain.com/langsmith/home" TargetMode="External" Id="R3441153cdab94cc1" /><ns0:Relationship Type="http://schemas.openxmlformats.org/officeDocument/2006/relationships/hyperlink" Target="https://docs.langchain.com/langsmith/home" TargetMode="External" Id="R723366127e624388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30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6662980e7a4cc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2 - Chapter 01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Agentic Frameworks and LangGraph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3-text-378">
            <a:extLst xmlns:a="http://schemas.openxmlformats.org/drawingml/2006/main">
              <a:ext uri="{FF2B5EF4-FFF2-40B4-BE49-F238E27FC236}">
                <a16:creationId xmlns:a16="http://schemas.microsoft.com/office/drawing/2014/main" id="{A25F2454-673E-432A-9CA7-2B12B12D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">
            <a:extLst xmlns:a="http://schemas.openxmlformats.org/drawingml/2006/main">
              <a:ext uri="{FF2B5EF4-FFF2-40B4-BE49-F238E27FC236}">
                <a16:creationId xmlns:a16="http://schemas.microsoft.com/office/drawing/2014/main" id="{C964DBBB-C21A-4FAE-8FB5-ED0EC96B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03605206-4912-4FE2-994A-F52505E8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Why Agentic Frameworks? [5] [6]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E145C7CF-7BC5-4C16-B430-D11ED850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4">
            <a:extLst xmlns:a="http://schemas.openxmlformats.org/drawingml/2006/main">
              <a:ext uri="{FF2B5EF4-FFF2-40B4-BE49-F238E27FC236}">
                <a16:creationId xmlns:a16="http://schemas.microsoft.com/office/drawing/2014/main" id="{B77985E7-122C-4D2A-B4BD-4BDE2807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2514600" cy="21336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5">
            <a:extLst xmlns:a="http://schemas.openxmlformats.org/drawingml/2006/main">
              <a:ext uri="{FF2B5EF4-FFF2-40B4-BE49-F238E27FC236}">
                <a16:creationId xmlns:a16="http://schemas.microsoft.com/office/drawing/2014/main" id="{1AC37F9D-A7F7-4ED5-86D1-44274F5C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6">
            <a:extLst xmlns:a="http://schemas.openxmlformats.org/drawingml/2006/main">
              <a:ext uri="{FF2B5EF4-FFF2-40B4-BE49-F238E27FC236}">
                <a16:creationId xmlns:a16="http://schemas.microsoft.com/office/drawing/2014/main" id="{37AE9DE3-1DF0-45AD-846E-1234D1F1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431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Tools and memory</a:t>
            </a:r>
          </a:p>
        </p:txBody>
      </p:sp>
      <p:sp>
        <p:nvSpPr>
          <p:cNvPr id="7" name="c3-text-7">
            <a:extLst xmlns:a="http://schemas.openxmlformats.org/drawingml/2006/main">
              <a:ext uri="{FF2B5EF4-FFF2-40B4-BE49-F238E27FC236}">
                <a16:creationId xmlns:a16="http://schemas.microsoft.com/office/drawing/2014/main" id="{D3A8C0B5-16FD-4F6F-9665-9B7BEAFD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21336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Call external functions.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the conversation context.</a:t>
            </a:r>
          </a:p>
        </p:txBody>
      </p:sp>
      <p:sp>
        <p:nvSpPr>
          <p:cNvPr id="8" name="c3-shape-8">
            <a:extLst xmlns:a="http://schemas.openxmlformats.org/drawingml/2006/main">
              <a:ext uri="{FF2B5EF4-FFF2-40B4-BE49-F238E27FC236}">
                <a16:creationId xmlns:a16="http://schemas.microsoft.com/office/drawing/2014/main" id="{EF13D13A-15B3-4D06-A802-7E489545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85925"/>
            <a:ext cx="2514600" cy="21336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A3E02240-99E2-4BB4-946B-91676BA6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478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0">
            <a:extLst xmlns:a="http://schemas.openxmlformats.org/drawingml/2006/main">
              <a:ext uri="{FF2B5EF4-FFF2-40B4-BE49-F238E27FC236}">
                <a16:creationId xmlns:a16="http://schemas.microsoft.com/office/drawing/2014/main" id="{8F349414-2FCB-4186-B2AC-36D384F1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9431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Communication</a:t>
            </a:r>
          </a:p>
        </p:txBody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60DA6A3E-24E4-4417-81F9-7BF6F48B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86000"/>
            <a:ext cx="21336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Coordinate steps, agents and the people involved.</a:t>
            </a:r>
          </a:p>
        </p:txBody>
      </p:sp>
      <p:sp>
        <p:nvSpPr>
          <p:cNvPr id="12" name="c3-shape-12">
            <a:extLst xmlns:a="http://schemas.openxmlformats.org/drawingml/2006/main">
              <a:ext uri="{FF2B5EF4-FFF2-40B4-BE49-F238E27FC236}">
                <a16:creationId xmlns:a16="http://schemas.microsoft.com/office/drawing/2014/main" id="{CCFD53FF-EE62-4A46-8DE1-8372FAB1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85925"/>
            <a:ext cx="2514600" cy="21336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3">
            <a:extLst xmlns:a="http://schemas.openxmlformats.org/drawingml/2006/main">
              <a:ext uri="{FF2B5EF4-FFF2-40B4-BE49-F238E27FC236}">
                <a16:creationId xmlns:a16="http://schemas.microsoft.com/office/drawing/2014/main" id="{6A67788D-6E61-4F10-8CF2-9C542214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478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">
            <a:extLst xmlns:a="http://schemas.openxmlformats.org/drawingml/2006/main">
              <a:ext uri="{FF2B5EF4-FFF2-40B4-BE49-F238E27FC236}">
                <a16:creationId xmlns:a16="http://schemas.microsoft.com/office/drawing/2014/main" id="{78E98176-214C-48B6-A826-CDE2C7F4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43100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Reliability</a:t>
            </a:r>
          </a:p>
        </p:txBody>
      </p:sp>
      <p:sp>
        <p:nvSpPr>
          <p:cNvPr id="15" name="c3-text-15">
            <a:extLst xmlns:a="http://schemas.openxmlformats.org/drawingml/2006/main">
              <a:ext uri="{FF2B5EF4-FFF2-40B4-BE49-F238E27FC236}">
                <a16:creationId xmlns:a16="http://schemas.microsoft.com/office/drawing/2014/main" id="{39BBC1B7-349F-4800-96F4-059AD046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21336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Checks, guardrails and recovery after failures.</a:t>
            </a:r>
          </a:p>
        </p:txBody>
      </p:sp>
      <p:sp>
        <p:nvSpPr>
          <p:cNvPr id="16" name="c3-shape-16">
            <a:extLst xmlns:a="http://schemas.openxmlformats.org/drawingml/2006/main">
              <a:ext uri="{FF2B5EF4-FFF2-40B4-BE49-F238E27FC236}">
                <a16:creationId xmlns:a16="http://schemas.microsoft.com/office/drawing/2014/main" id="{89D4A7E2-DD9A-4428-BC03-7FFF4F05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7">
            <a:extLst xmlns:a="http://schemas.openxmlformats.org/drawingml/2006/main">
              <a:ext uri="{FF2B5EF4-FFF2-40B4-BE49-F238E27FC236}">
                <a16:creationId xmlns:a16="http://schemas.microsoft.com/office/drawing/2014/main" id="{30D90293-EDEA-48B1-A693-61A1BF87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Ready-made abstractions instead of building every component from scratch.</a:t>
            </a:r>
          </a:p>
        </p:txBody>
      </p:sp>
      <p:sp>
        <p:nvSpPr>
          <p:cNvPr id="18" name="c3-text-379">
            <a:extLst xmlns:a="http://schemas.openxmlformats.org/drawingml/2006/main">
              <a:ext uri="{FF2B5EF4-FFF2-40B4-BE49-F238E27FC236}">
                <a16:creationId xmlns:a16="http://schemas.microsoft.com/office/drawing/2014/main" id="{5181321B-D285-4AB9-AD0C-2B566C9A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875846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18">
            <a:extLst xmlns:a="http://schemas.openxmlformats.org/drawingml/2006/main">
              <a:ext uri="{FF2B5EF4-FFF2-40B4-BE49-F238E27FC236}">
                <a16:creationId xmlns:a16="http://schemas.microsoft.com/office/drawing/2014/main" id="{0F589622-A59B-4DDF-88C0-FF2F93CF6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">
            <a:extLst xmlns:a="http://schemas.openxmlformats.org/drawingml/2006/main">
              <a:ext uri="{FF2B5EF4-FFF2-40B4-BE49-F238E27FC236}">
                <a16:creationId xmlns:a16="http://schemas.microsoft.com/office/drawing/2014/main" id="{7486B991-5B9A-4471-9595-0606BBEE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Agentic Frameworks [5] [6]</a:t>
            </a:r>
          </a:p>
        </p:txBody>
      </p:sp>
      <p:sp>
        <p:nvSpPr>
          <p:cNvPr id="3" name="c3-text-20">
            <a:extLst xmlns:a="http://schemas.openxmlformats.org/drawingml/2006/main">
              <a:ext uri="{FF2B5EF4-FFF2-40B4-BE49-F238E27FC236}">
                <a16:creationId xmlns:a16="http://schemas.microsoft.com/office/drawing/2014/main" id="{6B7C28AA-F208-4C64-B611-C936DE04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21">
            <a:extLst xmlns:a="http://schemas.openxmlformats.org/drawingml/2006/main">
              <a:ext uri="{FF2B5EF4-FFF2-40B4-BE49-F238E27FC236}">
                <a16:creationId xmlns:a16="http://schemas.microsoft.com/office/drawing/2014/main" id="{3A8D811A-6A4A-47A7-8414-B54BF072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866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9DEE7"/>
            </a:solidFill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532fe9ffe4216"/>
          <a:stretch xmlns:a="http://schemas.openxmlformats.org/drawingml/2006/main"/>
        </p:blipFill>
        <p:spPr>
          <a:xfrm xmlns:a="http://schemas.openxmlformats.org/drawingml/2006/main">
            <a:off x="742950" y="1847789"/>
            <a:ext cx="1600200" cy="343023"/>
          </a:xfrm>
          <a:prstGeom xmlns:a="http://schemas.openxmlformats.org/drawingml/2006/main" prst="rect">
            <a:avLst/>
          </a:prstGeom>
        </p:spPr>
      </p:pic>
      <p:sp>
        <p:nvSpPr>
          <p:cNvPr id="6" name="c3-text-22">
            <a:hlinkClick xmlns:r="http://schemas.openxmlformats.org/officeDocument/2006/relationships" xmlns:a="http://schemas.openxmlformats.org/drawingml/2006/main" r:id="R69a5f09c58174d5d"/>
            <a:extLst xmlns:a="http://schemas.openxmlformats.org/drawingml/2006/main">
              <a:ext uri="{FF2B5EF4-FFF2-40B4-BE49-F238E27FC236}">
                <a16:creationId xmlns:a16="http://schemas.microsoft.com/office/drawing/2014/main" id="{FA01A304-7543-4C9C-9B4D-82BCD546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75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LangGraph [1]</a:t>
            </a:r>
          </a:p>
        </p:txBody>
      </p:sp>
      <p:sp>
        <p:nvSpPr>
          <p:cNvPr id="7" name="c3-text-23">
            <a:extLst xmlns:a="http://schemas.openxmlformats.org/drawingml/2006/main">
              <a:ext uri="{FF2B5EF4-FFF2-40B4-BE49-F238E27FC236}">
                <a16:creationId xmlns:a16="http://schemas.microsoft.com/office/drawing/2014/main" id="{A43FFB46-9FC4-4310-B0F7-34CDC98B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 and graph</a:t>
            </a:r>
          </a:p>
        </p:txBody>
      </p:sp>
      <p:sp>
        <p:nvSpPr>
          <p:cNvPr id="8" name="c3-text-24">
            <a:extLst xmlns:a="http://schemas.openxmlformats.org/drawingml/2006/main">
              <a:ext uri="{FF2B5EF4-FFF2-40B4-BE49-F238E27FC236}">
                <a16:creationId xmlns:a16="http://schemas.microsoft.com/office/drawing/2014/main" id="{4D285DD1-0A38-4429-8837-30258E92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866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Explicit loops and branching</a:t>
            </a:r>
          </a:p>
        </p:txBody>
      </p:sp>
      <p:sp>
        <p:nvSpPr>
          <p:cNvPr id="9" name="c3-shape-25">
            <a:extLst xmlns:a="http://schemas.openxmlformats.org/drawingml/2006/main">
              <a:ext uri="{FF2B5EF4-FFF2-40B4-BE49-F238E27FC236}">
                <a16:creationId xmlns:a16="http://schemas.microsoft.com/office/drawing/2014/main" id="{005D59CC-25E6-435F-8F68-747792C9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81150"/>
            <a:ext cx="1866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9DEE7"/>
            </a:solidFill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c87af057a4a48"/>
          <a:stretch xmlns:a="http://schemas.openxmlformats.org/drawingml/2006/main"/>
        </p:blipFill>
        <p:spPr>
          <a:xfrm xmlns:a="http://schemas.openxmlformats.org/drawingml/2006/main">
            <a:off x="2762250" y="1784488"/>
            <a:ext cx="1600200" cy="469624"/>
          </a:xfrm>
          <a:prstGeom xmlns:a="http://schemas.openxmlformats.org/drawingml/2006/main" prst="rect">
            <a:avLst/>
          </a:prstGeom>
        </p:spPr>
      </p:pic>
      <p:sp>
        <p:nvSpPr>
          <p:cNvPr id="11" name="c3-text-26">
            <a:hlinkClick xmlns:r="http://schemas.openxmlformats.org/officeDocument/2006/relationships" xmlns:a="http://schemas.openxmlformats.org/drawingml/2006/main" r:id="Rc5b13f942429438b"/>
            <a:extLst xmlns:a="http://schemas.openxmlformats.org/drawingml/2006/main">
              <a:ext uri="{FF2B5EF4-FFF2-40B4-BE49-F238E27FC236}">
                <a16:creationId xmlns:a16="http://schemas.microsoft.com/office/drawing/2014/main" id="{F5CB3BE8-4DFC-46FA-9220-633C981E0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55270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CrewAI [2]</a:t>
            </a:r>
          </a:p>
        </p:txBody>
      </p:sp>
      <p:sp>
        <p:nvSpPr>
          <p:cNvPr id="12" name="c3-text-27">
            <a:extLst xmlns:a="http://schemas.openxmlformats.org/drawingml/2006/main">
              <a:ext uri="{FF2B5EF4-FFF2-40B4-BE49-F238E27FC236}">
                <a16:creationId xmlns:a16="http://schemas.microsoft.com/office/drawing/2014/main" id="{45F00D91-2F4E-462F-939B-20891D10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956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Roles and tasks</a:t>
            </a:r>
          </a:p>
        </p:txBody>
      </p:sp>
      <p:sp>
        <p:nvSpPr>
          <p:cNvPr id="13" name="c3-text-28">
            <a:extLst xmlns:a="http://schemas.openxmlformats.org/drawingml/2006/main">
              <a:ext uri="{FF2B5EF4-FFF2-40B4-BE49-F238E27FC236}">
                <a16:creationId xmlns:a16="http://schemas.microsoft.com/office/drawing/2014/main" id="{84E31871-880C-4D66-97C8-8C704F26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09950"/>
            <a:ext cx="1866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Coordinated agent teams</a:t>
            </a:r>
          </a:p>
        </p:txBody>
      </p:sp>
      <p:sp>
        <p:nvSpPr>
          <p:cNvPr id="14" name="c3-shape-29">
            <a:extLst xmlns:a="http://schemas.openxmlformats.org/drawingml/2006/main">
              <a:ext uri="{FF2B5EF4-FFF2-40B4-BE49-F238E27FC236}">
                <a16:creationId xmlns:a16="http://schemas.microsoft.com/office/drawing/2014/main" id="{76277547-9E13-45AC-8276-6D263D88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581150"/>
            <a:ext cx="1866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9DEE7"/>
            </a:solidFill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e4bafd5c534916"/>
          <a:stretch xmlns:a="http://schemas.openxmlformats.org/drawingml/2006/main"/>
        </p:blipFill>
        <p:spPr>
          <a:xfrm xmlns:a="http://schemas.openxmlformats.org/drawingml/2006/main">
            <a:off x="5215890" y="1695450"/>
            <a:ext cx="731520" cy="647700"/>
          </a:xfrm>
          <a:prstGeom xmlns:a="http://schemas.openxmlformats.org/drawingml/2006/main" prst="rect">
            <a:avLst/>
          </a:prstGeom>
        </p:spPr>
      </p:pic>
      <p:sp>
        <p:nvSpPr>
          <p:cNvPr id="16" name="c3-text-30">
            <a:hlinkClick xmlns:r="http://schemas.openxmlformats.org/officeDocument/2006/relationships" xmlns:a="http://schemas.openxmlformats.org/drawingml/2006/main" r:id="Ra49c74bd2de94c31"/>
            <a:extLst xmlns:a="http://schemas.openxmlformats.org/drawingml/2006/main">
              <a:ext uri="{FF2B5EF4-FFF2-40B4-BE49-F238E27FC236}">
                <a16:creationId xmlns:a16="http://schemas.microsoft.com/office/drawing/2014/main" id="{7A14A409-456C-449B-8B5A-7249EE97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55270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AutoGen [3]</a:t>
            </a:r>
          </a:p>
        </p:txBody>
      </p:sp>
      <p:sp>
        <p:nvSpPr>
          <p:cNvPr id="17" name="c3-text-31">
            <a:extLst xmlns:a="http://schemas.openxmlformats.org/drawingml/2006/main">
              <a:ext uri="{FF2B5EF4-FFF2-40B4-BE49-F238E27FC236}">
                <a16:creationId xmlns:a16="http://schemas.microsoft.com/office/drawing/2014/main" id="{C76E9BAE-FD9D-4F8F-8915-6A044390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956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 and teams</a:t>
            </a:r>
          </a:p>
        </p:txBody>
      </p:sp>
      <p:sp>
        <p:nvSpPr>
          <p:cNvPr id="18" name="c3-text-32">
            <a:extLst xmlns:a="http://schemas.openxmlformats.org/drawingml/2006/main">
              <a:ext uri="{FF2B5EF4-FFF2-40B4-BE49-F238E27FC236}">
                <a16:creationId xmlns:a16="http://schemas.microsoft.com/office/drawing/2014/main" id="{CFFFD9F4-57F0-41B7-80C2-31F5EDEC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409950"/>
            <a:ext cx="1866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Agent conversations</a:t>
            </a:r>
          </a:p>
        </p:txBody>
      </p:sp>
      <p:sp>
        <p:nvSpPr>
          <p:cNvPr id="19" name="c3-shape-33">
            <a:extLst xmlns:a="http://schemas.openxmlformats.org/drawingml/2006/main">
              <a:ext uri="{FF2B5EF4-FFF2-40B4-BE49-F238E27FC236}">
                <a16:creationId xmlns:a16="http://schemas.microsoft.com/office/drawing/2014/main" id="{FA7BD11E-6FD9-4454-9654-A6C86F95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81150"/>
            <a:ext cx="1866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9DEE7"/>
            </a:solidFill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39d6f6e6c3464f"/>
          <a:stretch xmlns:a="http://schemas.openxmlformats.org/drawingml/2006/main"/>
        </p:blipFill>
        <p:spPr>
          <a:xfrm xmlns:a="http://schemas.openxmlformats.org/drawingml/2006/main">
            <a:off x="7277916" y="1695450"/>
            <a:ext cx="646069" cy="647700"/>
          </a:xfrm>
          <a:prstGeom xmlns:a="http://schemas.openxmlformats.org/drawingml/2006/main" prst="rect">
            <a:avLst/>
          </a:prstGeom>
        </p:spPr>
      </p:pic>
      <p:sp>
        <p:nvSpPr>
          <p:cNvPr id="21" name="c3-text-34">
            <a:hlinkClick xmlns:r="http://schemas.openxmlformats.org/officeDocument/2006/relationships" xmlns:a="http://schemas.openxmlformats.org/drawingml/2006/main" r:id="R33bdd40169f64304"/>
            <a:extLst xmlns:a="http://schemas.openxmlformats.org/drawingml/2006/main">
              <a:ext uri="{FF2B5EF4-FFF2-40B4-BE49-F238E27FC236}">
                <a16:creationId xmlns:a16="http://schemas.microsoft.com/office/drawing/2014/main" id="{FFF8B2B9-9594-4E4B-A96A-D0036B38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5270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7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Semantic Kernel [4]</a:t>
            </a:r>
          </a:p>
        </p:txBody>
      </p:sp>
      <p:sp>
        <p:nvSpPr>
          <p:cNvPr id="22" name="c3-text-35">
            <a:extLst xmlns:a="http://schemas.openxmlformats.org/drawingml/2006/main">
              <a:ext uri="{FF2B5EF4-FFF2-40B4-BE49-F238E27FC236}">
                <a16:creationId xmlns:a16="http://schemas.microsoft.com/office/drawing/2014/main" id="{8EC99BC8-8100-47CF-A978-57AAF52C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Plugins and functions</a:t>
            </a:r>
          </a:p>
        </p:txBody>
      </p:sp>
      <p:sp>
        <p:nvSpPr>
          <p:cNvPr id="23" name="c3-text-36">
            <a:extLst xmlns:a="http://schemas.openxmlformats.org/drawingml/2006/main">
              <a:ext uri="{FF2B5EF4-FFF2-40B4-BE49-F238E27FC236}">
                <a16:creationId xmlns:a16="http://schemas.microsoft.com/office/drawing/2014/main" id="{917B55DF-45B5-4ED7-B915-096254F0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09950"/>
            <a:ext cx="1866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 in existing applications</a:t>
            </a:r>
          </a:p>
        </p:txBody>
      </p:sp>
      <p:sp>
        <p:nvSpPr>
          <p:cNvPr id="24" name="c3-shape-37">
            <a:extLst xmlns:a="http://schemas.openxmlformats.org/drawingml/2006/main">
              <a:ext uri="{FF2B5EF4-FFF2-40B4-BE49-F238E27FC236}">
                <a16:creationId xmlns:a16="http://schemas.microsoft.com/office/drawing/2014/main" id="{3FE556D2-ACE1-4CD7-A2B3-E22EB5CD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5" name="c3-text-38">
            <a:extLst xmlns:a="http://schemas.openxmlformats.org/drawingml/2006/main">
              <a:ext uri="{FF2B5EF4-FFF2-40B4-BE49-F238E27FC236}">
                <a16:creationId xmlns:a16="http://schemas.microsoft.com/office/drawing/2014/main" id="{8F631616-98D5-47F7-A602-EC67EBDB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Capabilities overlap; LangGraph makes state and control flow explicit.</a:t>
            </a:r>
          </a:p>
        </p:txBody>
      </p:sp>
      <p:sp>
        <p:nvSpPr>
          <p:cNvPr id="26" name="c3-text-380">
            <a:extLst xmlns:a="http://schemas.openxmlformats.org/drawingml/2006/main">
              <a:ext uri="{FF2B5EF4-FFF2-40B4-BE49-F238E27FC236}">
                <a16:creationId xmlns:a16="http://schemas.microsoft.com/office/drawing/2014/main" id="{2F55D239-4BA3-4278-A490-54638D0D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517294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c3-text-39">
            <a:extLst xmlns:a="http://schemas.openxmlformats.org/drawingml/2006/main">
              <a:ext uri="{FF2B5EF4-FFF2-40B4-BE49-F238E27FC236}">
                <a16:creationId xmlns:a16="http://schemas.microsoft.com/office/drawing/2014/main" id="{681119C9-688E-44A6-82CF-67EF3CE74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40">
            <a:extLst xmlns:a="http://schemas.openxmlformats.org/drawingml/2006/main">
              <a:ext uri="{FF2B5EF4-FFF2-40B4-BE49-F238E27FC236}">
                <a16:creationId xmlns:a16="http://schemas.microsoft.com/office/drawing/2014/main" id="{A462A6F8-0FD4-49D7-A121-1010F936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LangChain Components [10] [5]</a:t>
            </a:r>
          </a:p>
        </p:txBody>
      </p:sp>
      <p:sp>
        <p:nvSpPr>
          <p:cNvPr id="3" name="c3-text-41">
            <a:extLst xmlns:a="http://schemas.openxmlformats.org/drawingml/2006/main">
              <a:ext uri="{FF2B5EF4-FFF2-40B4-BE49-F238E27FC236}">
                <a16:creationId xmlns:a16="http://schemas.microsoft.com/office/drawing/2014/main" id="{53914E8B-FDC9-443A-8BF0-6C9290CB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42">
            <a:extLst xmlns:a="http://schemas.openxmlformats.org/drawingml/2006/main">
              <a:ext uri="{FF2B5EF4-FFF2-40B4-BE49-F238E27FC236}">
                <a16:creationId xmlns:a16="http://schemas.microsoft.com/office/drawing/2014/main" id="{ED4D96DE-6366-4456-AC1A-A25CE17E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85800"/>
            <a:ext cx="1714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9DEE7"/>
            </a:solidFill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5606b45a04452"/>
          <a:stretch xmlns:a="http://schemas.openxmlformats.org/drawingml/2006/main"/>
        </p:blipFill>
        <p:spPr>
          <a:xfrm xmlns:a="http://schemas.openxmlformats.org/drawingml/2006/main">
            <a:off x="6953250" y="806765"/>
            <a:ext cx="1447800" cy="310520"/>
          </a:xfrm>
          <a:prstGeom xmlns:a="http://schemas.openxmlformats.org/drawingml/2006/main" prst="rect">
            <a:avLst/>
          </a:prstGeom>
        </p:spPr>
      </p:pic>
      <p:sp>
        <p:nvSpPr>
          <p:cNvPr id="6" name="c3-shape-43">
            <a:extLst xmlns:a="http://schemas.openxmlformats.org/drawingml/2006/main">
              <a:ext uri="{FF2B5EF4-FFF2-40B4-BE49-F238E27FC236}">
                <a16:creationId xmlns:a16="http://schemas.microsoft.com/office/drawing/2014/main" id="{3C1F3BF5-4B58-4E3B-A819-011E2DFF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5146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shape-44">
            <a:extLst xmlns:a="http://schemas.openxmlformats.org/drawingml/2006/main">
              <a:ext uri="{FF2B5EF4-FFF2-40B4-BE49-F238E27FC236}">
                <a16:creationId xmlns:a16="http://schemas.microsoft.com/office/drawing/2014/main" id="{50F00815-510E-4D75-89BC-DF2D7681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45">
            <a:extLst xmlns:a="http://schemas.openxmlformats.org/drawingml/2006/main">
              <a:ext uri="{FF2B5EF4-FFF2-40B4-BE49-F238E27FC236}">
                <a16:creationId xmlns:a16="http://schemas.microsoft.com/office/drawing/2014/main" id="{8475C66D-A248-4BF4-8F35-235911E7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9" name="c3-text-46">
            <a:extLst xmlns:a="http://schemas.openxmlformats.org/drawingml/2006/main">
              <a:ext uri="{FF2B5EF4-FFF2-40B4-BE49-F238E27FC236}">
                <a16:creationId xmlns:a16="http://schemas.microsoft.com/office/drawing/2014/main" id="{6A04B6AF-FD30-4992-B66A-77A3DF8E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One interface for many providers.</a:t>
            </a:r>
          </a:p>
        </p:txBody>
      </p:sp>
      <p:sp>
        <p:nvSpPr>
          <p:cNvPr id="10" name="c3-shape-47">
            <a:extLst xmlns:a="http://schemas.openxmlformats.org/drawingml/2006/main">
              <a:ext uri="{FF2B5EF4-FFF2-40B4-BE49-F238E27FC236}">
                <a16:creationId xmlns:a16="http://schemas.microsoft.com/office/drawing/2014/main" id="{11C759EC-91BA-4843-95BE-D0195301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24000"/>
            <a:ext cx="25146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48">
            <a:extLst xmlns:a="http://schemas.openxmlformats.org/drawingml/2006/main">
              <a:ext uri="{FF2B5EF4-FFF2-40B4-BE49-F238E27FC236}">
                <a16:creationId xmlns:a16="http://schemas.microsoft.com/office/drawing/2014/main" id="{22012E50-B9A2-4C3C-88DC-1CFBFCDC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49">
            <a:extLst xmlns:a="http://schemas.openxmlformats.org/drawingml/2006/main">
              <a:ext uri="{FF2B5EF4-FFF2-40B4-BE49-F238E27FC236}">
                <a16:creationId xmlns:a16="http://schemas.microsoft.com/office/drawing/2014/main" id="{837282DA-FDAA-4D59-A2D7-486C86A3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13" name="c3-text-50">
            <a:extLst xmlns:a="http://schemas.openxmlformats.org/drawingml/2006/main">
              <a:ext uri="{FF2B5EF4-FFF2-40B4-BE49-F238E27FC236}">
                <a16:creationId xmlns:a16="http://schemas.microsoft.com/office/drawing/2014/main" id="{7338D023-548E-4AA9-8116-F2AB1E70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24075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Reusable templates for model input.</a:t>
            </a:r>
          </a:p>
        </p:txBody>
      </p:sp>
      <p:sp>
        <p:nvSpPr>
          <p:cNvPr id="14" name="c3-shape-51">
            <a:extLst xmlns:a="http://schemas.openxmlformats.org/drawingml/2006/main">
              <a:ext uri="{FF2B5EF4-FFF2-40B4-BE49-F238E27FC236}">
                <a16:creationId xmlns:a16="http://schemas.microsoft.com/office/drawing/2014/main" id="{6F1EFE5D-A79C-4508-A363-E6E7A334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524000"/>
            <a:ext cx="25146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5" name="c3-shape-52">
            <a:extLst xmlns:a="http://schemas.openxmlformats.org/drawingml/2006/main">
              <a:ext uri="{FF2B5EF4-FFF2-40B4-BE49-F238E27FC236}">
                <a16:creationId xmlns:a16="http://schemas.microsoft.com/office/drawing/2014/main" id="{632CD959-0BEC-4CFC-BC76-8E5122CA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6" name="c3-text-53">
            <a:extLst xmlns:a="http://schemas.openxmlformats.org/drawingml/2006/main">
              <a:ext uri="{FF2B5EF4-FFF2-40B4-BE49-F238E27FC236}">
                <a16:creationId xmlns:a16="http://schemas.microsoft.com/office/drawing/2014/main" id="{B1B405D2-496D-4974-8850-8C7E5D2A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Tool</a:t>
            </a:r>
          </a:p>
        </p:txBody>
      </p:sp>
      <p:sp>
        <p:nvSpPr>
          <p:cNvPr id="17" name="c3-text-54">
            <a:extLst xmlns:a="http://schemas.openxmlformats.org/drawingml/2006/main">
              <a:ext uri="{FF2B5EF4-FFF2-40B4-BE49-F238E27FC236}">
                <a16:creationId xmlns:a16="http://schemas.microsoft.com/office/drawing/2014/main" id="{1BDE9FA0-BFDE-4A28-B4FE-210AE3DE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Functions the model can call.</a:t>
            </a:r>
          </a:p>
        </p:txBody>
      </p:sp>
      <p:sp>
        <p:nvSpPr>
          <p:cNvPr id="18" name="c3-shape-55">
            <a:extLst xmlns:a="http://schemas.openxmlformats.org/drawingml/2006/main">
              <a:ext uri="{FF2B5EF4-FFF2-40B4-BE49-F238E27FC236}">
                <a16:creationId xmlns:a16="http://schemas.microsoft.com/office/drawing/2014/main" id="{48089EE5-29A5-43A8-B9A0-FAF634B9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25146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9" name="c3-shape-56">
            <a:extLst xmlns:a="http://schemas.openxmlformats.org/drawingml/2006/main">
              <a:ext uri="{FF2B5EF4-FFF2-40B4-BE49-F238E27FC236}">
                <a16:creationId xmlns:a16="http://schemas.microsoft.com/office/drawing/2014/main" id="{2D775F5F-8AA8-42D1-B411-112A5C0E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813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0" name="c3-text-57">
            <a:extLst xmlns:a="http://schemas.openxmlformats.org/drawingml/2006/main">
              <a:ext uri="{FF2B5EF4-FFF2-40B4-BE49-F238E27FC236}">
                <a16:creationId xmlns:a16="http://schemas.microsoft.com/office/drawing/2014/main" id="{73AC908B-3E5E-4056-9A99-DD04B6AF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765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Memory</a:t>
            </a:r>
          </a:p>
        </p:txBody>
      </p:sp>
      <p:sp>
        <p:nvSpPr>
          <p:cNvPr id="21" name="c3-text-58">
            <a:extLst xmlns:a="http://schemas.openxmlformats.org/drawingml/2006/main">
              <a:ext uri="{FF2B5EF4-FFF2-40B4-BE49-F238E27FC236}">
                <a16:creationId xmlns:a16="http://schemas.microsoft.com/office/drawing/2014/main" id="{0C950099-E12B-4CB6-AB42-BE5462D3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19475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Short-term and long-term context.</a:t>
            </a:r>
          </a:p>
        </p:txBody>
      </p:sp>
      <p:sp>
        <p:nvSpPr>
          <p:cNvPr id="22" name="c3-shape-59">
            <a:extLst xmlns:a="http://schemas.openxmlformats.org/drawingml/2006/main">
              <a:ext uri="{FF2B5EF4-FFF2-40B4-BE49-F238E27FC236}">
                <a16:creationId xmlns:a16="http://schemas.microsoft.com/office/drawing/2014/main" id="{7753ABBE-D0C2-4179-A8B5-7DE1DB5CD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19400"/>
            <a:ext cx="25146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3" name="c3-shape-60">
            <a:extLst xmlns:a="http://schemas.openxmlformats.org/drawingml/2006/main">
              <a:ext uri="{FF2B5EF4-FFF2-40B4-BE49-F238E27FC236}">
                <a16:creationId xmlns:a16="http://schemas.microsoft.com/office/drawing/2014/main" id="{982D5A0A-6D69-4B20-A657-50524D26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9813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24" name="c3-text-61">
            <a:extLst xmlns:a="http://schemas.openxmlformats.org/drawingml/2006/main">
              <a:ext uri="{FF2B5EF4-FFF2-40B4-BE49-F238E27FC236}">
                <a16:creationId xmlns:a16="http://schemas.microsoft.com/office/drawing/2014/main" id="{4168D5D1-491D-4AD2-87F5-3509DBD5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765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25" name="c3-text-62">
            <a:extLst xmlns:a="http://schemas.openxmlformats.org/drawingml/2006/main">
              <a:ext uri="{FF2B5EF4-FFF2-40B4-BE49-F238E27FC236}">
                <a16:creationId xmlns:a16="http://schemas.microsoft.com/office/drawing/2014/main" id="{F2B491F1-A23E-4BE1-9884-1BA211CEB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19475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model-driven decision loop.</a:t>
            </a:r>
          </a:p>
        </p:txBody>
      </p:sp>
      <p:sp>
        <p:nvSpPr>
          <p:cNvPr id="26" name="c3-shape-63">
            <a:extLst xmlns:a="http://schemas.openxmlformats.org/drawingml/2006/main">
              <a:ext uri="{FF2B5EF4-FFF2-40B4-BE49-F238E27FC236}">
                <a16:creationId xmlns:a16="http://schemas.microsoft.com/office/drawing/2014/main" id="{9449B3A9-216C-4888-B37D-DF3F4FD4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819400"/>
            <a:ext cx="25146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7" name="c3-shape-64">
            <a:extLst xmlns:a="http://schemas.openxmlformats.org/drawingml/2006/main">
              <a:ext uri="{FF2B5EF4-FFF2-40B4-BE49-F238E27FC236}">
                <a16:creationId xmlns:a16="http://schemas.microsoft.com/office/drawing/2014/main" id="{B08EF84D-DC02-4C5F-AF25-A2A98553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813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8" name="c3-text-65">
            <a:extLst xmlns:a="http://schemas.openxmlformats.org/drawingml/2006/main">
              <a:ext uri="{FF2B5EF4-FFF2-40B4-BE49-F238E27FC236}">
                <a16:creationId xmlns:a16="http://schemas.microsoft.com/office/drawing/2014/main" id="{E39FE1D8-99D4-4982-AE3B-A47C6217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765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Output parser</a:t>
            </a:r>
          </a:p>
        </p:txBody>
      </p:sp>
      <p:sp>
        <p:nvSpPr>
          <p:cNvPr id="29" name="c3-text-66">
            <a:extLst xmlns:a="http://schemas.openxmlformats.org/drawingml/2006/main">
              <a:ext uri="{FF2B5EF4-FFF2-40B4-BE49-F238E27FC236}">
                <a16:creationId xmlns:a16="http://schemas.microsoft.com/office/drawing/2014/main" id="{45F2B47C-ED0B-4EBE-9085-D7957BCC8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19475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Raw text to structured data.</a:t>
            </a:r>
          </a:p>
        </p:txBody>
      </p:sp>
      <p:sp>
        <p:nvSpPr>
          <p:cNvPr id="30" name="c3-shape-67">
            <a:extLst xmlns:a="http://schemas.openxmlformats.org/drawingml/2006/main">
              <a:ext uri="{FF2B5EF4-FFF2-40B4-BE49-F238E27FC236}">
                <a16:creationId xmlns:a16="http://schemas.microsoft.com/office/drawing/2014/main" id="{E098D3A0-F021-4ED9-B9C5-991A26571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31" name="c3-text-68">
            <a:extLst xmlns:a="http://schemas.openxmlformats.org/drawingml/2006/main">
              <a:ext uri="{FF2B5EF4-FFF2-40B4-BE49-F238E27FC236}">
                <a16:creationId xmlns:a16="http://schemas.microsoft.com/office/drawing/2014/main" id="{FF4DA520-8AA0-48DC-A20D-793AE6F7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Runnables compose with LCEL: prompt | model | parser, as in Module 1.</a:t>
            </a:r>
          </a:p>
        </p:txBody>
      </p:sp>
      <p:sp>
        <p:nvSpPr>
          <p:cNvPr id="32" name="c3-text-381">
            <a:extLst xmlns:a="http://schemas.openxmlformats.org/drawingml/2006/main">
              <a:ext uri="{FF2B5EF4-FFF2-40B4-BE49-F238E27FC236}">
                <a16:creationId xmlns:a16="http://schemas.microsoft.com/office/drawing/2014/main" id="{FB776D3F-4C3C-4053-A8D3-330A9E0D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617323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c3-text-69">
            <a:extLst xmlns:a="http://schemas.openxmlformats.org/drawingml/2006/main">
              <a:ext uri="{FF2B5EF4-FFF2-40B4-BE49-F238E27FC236}">
                <a16:creationId xmlns:a16="http://schemas.microsoft.com/office/drawing/2014/main" id="{CE0594A4-7FCC-4231-925F-736B60B54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0">
            <a:extLst xmlns:a="http://schemas.openxmlformats.org/drawingml/2006/main">
              <a:ext uri="{FF2B5EF4-FFF2-40B4-BE49-F238E27FC236}">
                <a16:creationId xmlns:a16="http://schemas.microsoft.com/office/drawing/2014/main" id="{7B4A60E4-F179-4EA6-8237-9A9E73E9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LangGraph Building Blocks [1] [5]</a:t>
            </a:r>
          </a:p>
        </p:txBody>
      </p:sp>
      <p:sp>
        <p:nvSpPr>
          <p:cNvPr id="3" name="c3-text-71">
            <a:extLst xmlns:a="http://schemas.openxmlformats.org/drawingml/2006/main">
              <a:ext uri="{FF2B5EF4-FFF2-40B4-BE49-F238E27FC236}">
                <a16:creationId xmlns:a16="http://schemas.microsoft.com/office/drawing/2014/main" id="{40E5B45D-E7AE-4762-A9DF-47320C1F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72">
            <a:extLst xmlns:a="http://schemas.openxmlformats.org/drawingml/2006/main">
              <a:ext uri="{FF2B5EF4-FFF2-40B4-BE49-F238E27FC236}">
                <a16:creationId xmlns:a16="http://schemas.microsoft.com/office/drawing/2014/main" id="{E71C0288-C46D-4230-AE35-E8302E34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85800"/>
            <a:ext cx="1714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7F8FA"/>
          </a:solidFill>
          <a:ln xmlns:a="http://schemas.openxmlformats.org/drawingml/2006/main" w="9525">
            <a:solidFill>
              <a:srgbClr val="D9DEE7"/>
            </a:solidFill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a65b4eab214ae2"/>
          <a:stretch xmlns:a="http://schemas.openxmlformats.org/drawingml/2006/main"/>
        </p:blipFill>
        <p:spPr>
          <a:xfrm xmlns:a="http://schemas.openxmlformats.org/drawingml/2006/main">
            <a:off x="6953250" y="806848"/>
            <a:ext cx="1447800" cy="310354"/>
          </a:xfrm>
          <a:prstGeom xmlns:a="http://schemas.openxmlformats.org/drawingml/2006/main" prst="rect">
            <a:avLst/>
          </a:prstGeom>
        </p:spPr>
      </p:pic>
      <p:sp>
        <p:nvSpPr>
          <p:cNvPr id="6" name="c3-shape-73">
            <a:extLst xmlns:a="http://schemas.openxmlformats.org/drawingml/2006/main">
              <a:ext uri="{FF2B5EF4-FFF2-40B4-BE49-F238E27FC236}">
                <a16:creationId xmlns:a16="http://schemas.microsoft.com/office/drawing/2014/main" id="{524FA593-22DF-4E0E-A2B8-D4FDCEE4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5146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shape-74">
            <a:extLst xmlns:a="http://schemas.openxmlformats.org/drawingml/2006/main">
              <a:ext uri="{FF2B5EF4-FFF2-40B4-BE49-F238E27FC236}">
                <a16:creationId xmlns:a16="http://schemas.microsoft.com/office/drawing/2014/main" id="{63932AE3-00D0-4A10-953A-228504BC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75">
            <a:extLst xmlns:a="http://schemas.openxmlformats.org/drawingml/2006/main">
              <a:ext uri="{FF2B5EF4-FFF2-40B4-BE49-F238E27FC236}">
                <a16:creationId xmlns:a16="http://schemas.microsoft.com/office/drawing/2014/main" id="{434C8CCC-29DC-4946-A557-A1109340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Graph</a:t>
            </a:r>
          </a:p>
        </p:txBody>
      </p:sp>
      <p:sp>
        <p:nvSpPr>
          <p:cNvPr id="9" name="c3-text-76">
            <a:extLst xmlns:a="http://schemas.openxmlformats.org/drawingml/2006/main">
              <a:ext uri="{FF2B5EF4-FFF2-40B4-BE49-F238E27FC236}">
                <a16:creationId xmlns:a16="http://schemas.microsoft.com/office/drawing/2014/main" id="{91A87DE0-CEF1-4880-BD5D-0644FB1E4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133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flow of steps: directed, possibly cyclic.</a:t>
            </a:r>
          </a:p>
        </p:txBody>
      </p:sp>
      <p:sp>
        <p:nvSpPr>
          <p:cNvPr id="10" name="c3-shape-77">
            <a:extLst xmlns:a="http://schemas.openxmlformats.org/drawingml/2006/main">
              <a:ext uri="{FF2B5EF4-FFF2-40B4-BE49-F238E27FC236}">
                <a16:creationId xmlns:a16="http://schemas.microsoft.com/office/drawing/2014/main" id="{9E3FD3D1-A7C4-45EF-A3A6-5A5F0A203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24000"/>
            <a:ext cx="25146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78">
            <a:extLst xmlns:a="http://schemas.openxmlformats.org/drawingml/2006/main">
              <a:ext uri="{FF2B5EF4-FFF2-40B4-BE49-F238E27FC236}">
                <a16:creationId xmlns:a16="http://schemas.microsoft.com/office/drawing/2014/main" id="{8F29F943-2372-4DF5-B349-4BB8AB8A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79">
            <a:extLst xmlns:a="http://schemas.openxmlformats.org/drawingml/2006/main">
              <a:ext uri="{FF2B5EF4-FFF2-40B4-BE49-F238E27FC236}">
                <a16:creationId xmlns:a16="http://schemas.microsoft.com/office/drawing/2014/main" id="{D197196D-8E9E-487F-8AEF-37106B47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State</a:t>
            </a:r>
          </a:p>
        </p:txBody>
      </p:sp>
      <p:sp>
        <p:nvSpPr>
          <p:cNvPr id="13" name="c3-text-80">
            <a:extLst xmlns:a="http://schemas.openxmlformats.org/drawingml/2006/main">
              <a:ext uri="{FF2B5EF4-FFF2-40B4-BE49-F238E27FC236}">
                <a16:creationId xmlns:a16="http://schemas.microsoft.com/office/drawing/2014/main" id="{58181085-02BA-47EA-A3E0-2AF3FA3F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24075"/>
            <a:ext cx="2133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Shared data that every node reads and updates.</a:t>
            </a:r>
          </a:p>
        </p:txBody>
      </p:sp>
      <p:sp>
        <p:nvSpPr>
          <p:cNvPr id="14" name="c3-shape-81">
            <a:extLst xmlns:a="http://schemas.openxmlformats.org/drawingml/2006/main">
              <a:ext uri="{FF2B5EF4-FFF2-40B4-BE49-F238E27FC236}">
                <a16:creationId xmlns:a16="http://schemas.microsoft.com/office/drawing/2014/main" id="{B46A599A-85E4-42AC-9471-BB99EA2C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524000"/>
            <a:ext cx="25146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5" name="c3-shape-82">
            <a:extLst xmlns:a="http://schemas.openxmlformats.org/drawingml/2006/main">
              <a:ext uri="{FF2B5EF4-FFF2-40B4-BE49-F238E27FC236}">
                <a16:creationId xmlns:a16="http://schemas.microsoft.com/office/drawing/2014/main" id="{FE76B9D4-431C-43C5-9D2B-128DCCDE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6" name="c3-text-83">
            <a:extLst xmlns:a="http://schemas.openxmlformats.org/drawingml/2006/main">
              <a:ext uri="{FF2B5EF4-FFF2-40B4-BE49-F238E27FC236}">
                <a16:creationId xmlns:a16="http://schemas.microsoft.com/office/drawing/2014/main" id="{D2522D72-D289-436D-8D02-3CAFBB95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Nodes</a:t>
            </a:r>
          </a:p>
        </p:txBody>
      </p:sp>
      <p:sp>
        <p:nvSpPr>
          <p:cNvPr id="17" name="c3-text-84">
            <a:extLst xmlns:a="http://schemas.openxmlformats.org/drawingml/2006/main">
              <a:ext uri="{FF2B5EF4-FFF2-40B4-BE49-F238E27FC236}">
                <a16:creationId xmlns:a16="http://schemas.microsoft.com/office/drawing/2014/main" id="{8C403925-FCEA-4ACC-AAF7-CF51F04E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2133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Units of work: Python code, model or tool calls.</a:t>
            </a:r>
          </a:p>
        </p:txBody>
      </p:sp>
      <p:sp>
        <p:nvSpPr>
          <p:cNvPr id="18" name="c3-shape-85">
            <a:extLst xmlns:a="http://schemas.openxmlformats.org/drawingml/2006/main">
              <a:ext uri="{FF2B5EF4-FFF2-40B4-BE49-F238E27FC236}">
                <a16:creationId xmlns:a16="http://schemas.microsoft.com/office/drawing/2014/main" id="{E62F7CF7-63A6-4BC0-BC2A-C9D1D58C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37719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9" name="c3-shape-86">
            <a:extLst xmlns:a="http://schemas.openxmlformats.org/drawingml/2006/main">
              <a:ext uri="{FF2B5EF4-FFF2-40B4-BE49-F238E27FC236}">
                <a16:creationId xmlns:a16="http://schemas.microsoft.com/office/drawing/2014/main" id="{1220FDDE-6A20-45DB-9CF2-F9A49995A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956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0" name="c3-text-87">
            <a:extLst xmlns:a="http://schemas.openxmlformats.org/drawingml/2006/main">
              <a:ext uri="{FF2B5EF4-FFF2-40B4-BE49-F238E27FC236}">
                <a16:creationId xmlns:a16="http://schemas.microsoft.com/office/drawing/2014/main" id="{77C611F0-2789-464E-AC42-54B1A7A4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908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Edges</a:t>
            </a:r>
          </a:p>
        </p:txBody>
      </p:sp>
      <p:sp>
        <p:nvSpPr>
          <p:cNvPr id="21" name="c3-text-88">
            <a:extLst xmlns:a="http://schemas.openxmlformats.org/drawingml/2006/main">
              <a:ext uri="{FF2B5EF4-FFF2-40B4-BE49-F238E27FC236}">
                <a16:creationId xmlns:a16="http://schemas.microsoft.com/office/drawing/2014/main" id="{CF1CC72B-8221-4FB5-8974-07E5C865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33775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Sequential, conditional or cyclic transitions between nodes.</a:t>
            </a:r>
          </a:p>
        </p:txBody>
      </p:sp>
      <p:sp>
        <p:nvSpPr>
          <p:cNvPr id="22" name="c3-shape-89">
            <a:extLst xmlns:a="http://schemas.openxmlformats.org/drawingml/2006/main">
              <a:ext uri="{FF2B5EF4-FFF2-40B4-BE49-F238E27FC236}">
                <a16:creationId xmlns:a16="http://schemas.microsoft.com/office/drawing/2014/main" id="{5903A4B4-5D1B-4B3B-B65F-7A67F9DB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33700"/>
            <a:ext cx="37719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3" name="c3-shape-90">
            <a:extLst xmlns:a="http://schemas.openxmlformats.org/drawingml/2006/main">
              <a:ext uri="{FF2B5EF4-FFF2-40B4-BE49-F238E27FC236}">
                <a16:creationId xmlns:a16="http://schemas.microsoft.com/office/drawing/2014/main" id="{038AEF63-5121-4166-A727-DA688E09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956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24" name="c3-text-91">
            <a:extLst xmlns:a="http://schemas.openxmlformats.org/drawingml/2006/main">
              <a:ext uri="{FF2B5EF4-FFF2-40B4-BE49-F238E27FC236}">
                <a16:creationId xmlns:a16="http://schemas.microsoft.com/office/drawing/2014/main" id="{C8EDED7B-99C9-4CBA-BAC8-792D434B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908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Checkpointer</a:t>
            </a:r>
          </a:p>
        </p:txBody>
      </p:sp>
      <p:sp>
        <p:nvSpPr>
          <p:cNvPr id="25" name="c3-text-92">
            <a:extLst xmlns:a="http://schemas.openxmlformats.org/drawingml/2006/main">
              <a:ext uri="{FF2B5EF4-FFF2-40B4-BE49-F238E27FC236}">
                <a16:creationId xmlns:a16="http://schemas.microsoft.com/office/drawing/2014/main" id="{ADE7CDA6-DD7A-4C52-96E9-4C184F372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33775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Saves the state between runs, so a conversation can resume.</a:t>
            </a:r>
          </a:p>
        </p:txBody>
      </p:sp>
      <p:sp>
        <p:nvSpPr>
          <p:cNvPr id="26" name="c3-shape-93">
            <a:extLst xmlns:a="http://schemas.openxmlformats.org/drawingml/2006/main">
              <a:ext uri="{FF2B5EF4-FFF2-40B4-BE49-F238E27FC236}">
                <a16:creationId xmlns:a16="http://schemas.microsoft.com/office/drawing/2014/main" id="{81C0B004-0C36-49D3-B392-2EDA6779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7" name="c3-text-94">
            <a:extLst xmlns:a="http://schemas.openxmlformats.org/drawingml/2006/main">
              <a:ext uri="{FF2B5EF4-FFF2-40B4-BE49-F238E27FC236}">
                <a16:creationId xmlns:a16="http://schemas.microsoft.com/office/drawing/2014/main" id="{53520BFC-25DF-415C-B5CA-255AF515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Today: graph, state, nodes and edges. Chapter 02: the checkpointer.</a:t>
            </a:r>
          </a:p>
        </p:txBody>
      </p:sp>
      <p:sp>
        <p:nvSpPr>
          <p:cNvPr id="28" name="c3-text-382">
            <a:extLst xmlns:a="http://schemas.openxmlformats.org/drawingml/2006/main">
              <a:ext uri="{FF2B5EF4-FFF2-40B4-BE49-F238E27FC236}">
                <a16:creationId xmlns:a16="http://schemas.microsoft.com/office/drawing/2014/main" id="{DF2E54EF-E9BC-4BA4-BADF-A43F1420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707660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95">
            <a:extLst xmlns:a="http://schemas.openxmlformats.org/drawingml/2006/main">
              <a:ext uri="{FF2B5EF4-FFF2-40B4-BE49-F238E27FC236}">
                <a16:creationId xmlns:a16="http://schemas.microsoft.com/office/drawing/2014/main" id="{AD96A0BB-E939-43C8-BB94-DEFEA082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6">
            <a:extLst xmlns:a="http://schemas.openxmlformats.org/drawingml/2006/main">
              <a:ext uri="{FF2B5EF4-FFF2-40B4-BE49-F238E27FC236}">
                <a16:creationId xmlns:a16="http://schemas.microsoft.com/office/drawing/2014/main" id="{5ACA9B79-6E4E-4755-A982-D610C493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Why LangGraph for a Virtual Human [1] [5] [11]</a:t>
            </a:r>
          </a:p>
        </p:txBody>
      </p:sp>
      <p:sp>
        <p:nvSpPr>
          <p:cNvPr id="3" name="c3-text-97">
            <a:extLst xmlns:a="http://schemas.openxmlformats.org/drawingml/2006/main">
              <a:ext uri="{FF2B5EF4-FFF2-40B4-BE49-F238E27FC236}">
                <a16:creationId xmlns:a16="http://schemas.microsoft.com/office/drawing/2014/main" id="{119890A7-DA13-4340-B32E-422906BA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98">
            <a:extLst xmlns:a="http://schemas.openxmlformats.org/drawingml/2006/main">
              <a:ext uri="{FF2B5EF4-FFF2-40B4-BE49-F238E27FC236}">
                <a16:creationId xmlns:a16="http://schemas.microsoft.com/office/drawing/2014/main" id="{34F03AE5-F870-4D4B-B820-B0949C6DC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762500" cy="255270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99">
            <a:extLst xmlns:a="http://schemas.openxmlformats.org/drawingml/2006/main">
              <a:ext uri="{FF2B5EF4-FFF2-40B4-BE49-F238E27FC236}">
                <a16:creationId xmlns:a16="http://schemas.microsoft.com/office/drawing/2014/main" id="{6EEC8A0C-5861-4F66-91C5-B64D644A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00">
            <a:extLst xmlns:a="http://schemas.openxmlformats.org/drawingml/2006/main">
              <a:ext uri="{FF2B5EF4-FFF2-40B4-BE49-F238E27FC236}">
                <a16:creationId xmlns:a16="http://schemas.microsoft.com/office/drawing/2014/main" id="{F081970A-0013-40A7-8F67-25C0F064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Strengths</a:t>
            </a:r>
          </a:p>
        </p:txBody>
      </p:sp>
      <p:sp>
        <p:nvSpPr>
          <p:cNvPr id="7" name="c3-text-101">
            <a:extLst xmlns:a="http://schemas.openxmlformats.org/drawingml/2006/main">
              <a:ext uri="{FF2B5EF4-FFF2-40B4-BE49-F238E27FC236}">
                <a16:creationId xmlns:a16="http://schemas.microsoft.com/office/drawing/2014/main" id="{B7259C5A-0B51-4FE0-B0F7-1519020E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43815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Explicit branches, loops and fallbacks.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 shared across conversation turns.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Checkpoints to resume a conversation.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Human-in-the-loop pauses and streaming.</a:t>
            </a:r>
          </a:p>
        </p:txBody>
      </p:sp>
      <p:sp>
        <p:nvSpPr>
          <p:cNvPr id="8" name="c3-shape-102">
            <a:extLst xmlns:a="http://schemas.openxmlformats.org/drawingml/2006/main">
              <a:ext uri="{FF2B5EF4-FFF2-40B4-BE49-F238E27FC236}">
                <a16:creationId xmlns:a16="http://schemas.microsoft.com/office/drawing/2014/main" id="{8C3B55FC-2D4C-4642-9313-31561D51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524000"/>
            <a:ext cx="2971800" cy="255270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03">
            <a:extLst xmlns:a="http://schemas.openxmlformats.org/drawingml/2006/main">
              <a:ext uri="{FF2B5EF4-FFF2-40B4-BE49-F238E27FC236}">
                <a16:creationId xmlns:a16="http://schemas.microsoft.com/office/drawing/2014/main" id="{9C7323AD-CD66-40A4-890E-12686987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04">
            <a:extLst xmlns:a="http://schemas.openxmlformats.org/drawingml/2006/main">
              <a:ext uri="{FF2B5EF4-FFF2-40B4-BE49-F238E27FC236}">
                <a16:creationId xmlns:a16="http://schemas.microsoft.com/office/drawing/2014/main" id="{4028273F-2F06-4A71-BF70-9846DEB1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781175"/>
            <a:ext cx="259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Costs</a:t>
            </a:r>
          </a:p>
        </p:txBody>
      </p:sp>
      <p:sp>
        <p:nvSpPr>
          <p:cNvPr id="11" name="c3-text-105">
            <a:extLst xmlns:a="http://schemas.openxmlformats.org/drawingml/2006/main">
              <a:ext uri="{FF2B5EF4-FFF2-40B4-BE49-F238E27FC236}">
                <a16:creationId xmlns:a16="http://schemas.microsoft.com/office/drawing/2014/main" id="{160C7237-BB1E-4428-ADBE-3054B113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24075"/>
            <a:ext cx="2590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More design work.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steeper learning curve.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 much for simple prototypes.</a:t>
            </a:r>
          </a:p>
        </p:txBody>
      </p:sp>
      <p:sp>
        <p:nvSpPr>
          <p:cNvPr id="12" name="c3-shape-106">
            <a:extLst xmlns:a="http://schemas.openxmlformats.org/drawingml/2006/main">
              <a:ext uri="{FF2B5EF4-FFF2-40B4-BE49-F238E27FC236}">
                <a16:creationId xmlns:a16="http://schemas.microsoft.com/office/drawing/2014/main" id="{83EA9614-6F66-4A0B-9301-F9A3F3C9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07">
            <a:extLst xmlns:a="http://schemas.openxmlformats.org/drawingml/2006/main">
              <a:ext uri="{FF2B5EF4-FFF2-40B4-BE49-F238E27FC236}">
                <a16:creationId xmlns:a16="http://schemas.microsoft.com/office/drawing/2014/main" id="{9DC23B6F-F206-4906-99C3-26DF2C67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Tracing and monitoring: LangSmith [11], in the same ecosystem.</a:t>
            </a:r>
          </a:p>
        </p:txBody>
      </p:sp>
      <p:sp>
        <p:nvSpPr>
          <p:cNvPr id="14" name="c3-text-383">
            <a:extLst xmlns:a="http://schemas.openxmlformats.org/drawingml/2006/main">
              <a:ext uri="{FF2B5EF4-FFF2-40B4-BE49-F238E27FC236}">
                <a16:creationId xmlns:a16="http://schemas.microsoft.com/office/drawing/2014/main" id="{0CC3ECCB-A9AB-4C9D-B18A-21DBBF11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187114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08">
            <a:extLst xmlns:a="http://schemas.openxmlformats.org/drawingml/2006/main">
              <a:ext uri="{FF2B5EF4-FFF2-40B4-BE49-F238E27FC236}">
                <a16:creationId xmlns:a16="http://schemas.microsoft.com/office/drawing/2014/main" id="{E13358C6-0221-4362-941F-AD8E79B6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9">
            <a:extLst xmlns:a="http://schemas.openxmlformats.org/drawingml/2006/main">
              <a:ext uri="{FF2B5EF4-FFF2-40B4-BE49-F238E27FC236}">
                <a16:creationId xmlns:a16="http://schemas.microsoft.com/office/drawing/2014/main" id="{4108A812-1E39-43DC-9252-A095618F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Conversation History and State [1] [7]</a:t>
            </a:r>
          </a:p>
        </p:txBody>
      </p:sp>
      <p:sp>
        <p:nvSpPr>
          <p:cNvPr id="3" name="c3-text-110">
            <a:extLst xmlns:a="http://schemas.openxmlformats.org/drawingml/2006/main">
              <a:ext uri="{FF2B5EF4-FFF2-40B4-BE49-F238E27FC236}">
                <a16:creationId xmlns:a16="http://schemas.microsoft.com/office/drawing/2014/main" id="{7C159B40-38C1-4F27-8B7A-70A8FAB0C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111">
            <a:extLst xmlns:a="http://schemas.openxmlformats.org/drawingml/2006/main">
              <a:ext uri="{FF2B5EF4-FFF2-40B4-BE49-F238E27FC236}">
                <a16:creationId xmlns:a16="http://schemas.microsoft.com/office/drawing/2014/main" id="{92D5BCAC-5A7B-41A1-9530-B56E8AF9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377190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12">
            <a:extLst xmlns:a="http://schemas.openxmlformats.org/drawingml/2006/main">
              <a:ext uri="{FF2B5EF4-FFF2-40B4-BE49-F238E27FC236}">
                <a16:creationId xmlns:a16="http://schemas.microsoft.com/office/drawing/2014/main" id="{513A7FB8-83FC-435C-BEB4-BF995C90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81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13">
            <a:extLst xmlns:a="http://schemas.openxmlformats.org/drawingml/2006/main">
              <a:ext uri="{FF2B5EF4-FFF2-40B4-BE49-F238E27FC236}">
                <a16:creationId xmlns:a16="http://schemas.microsoft.com/office/drawing/2014/main" id="{207C724F-ABE7-4926-9D54-C1885580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76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Your list exercise</a:t>
            </a:r>
          </a:p>
        </p:txBody>
      </p:sp>
      <p:sp>
        <p:nvSpPr>
          <p:cNvPr id="7" name="c3-text-114">
            <a:extLst xmlns:a="http://schemas.openxmlformats.org/drawingml/2006/main">
              <a:ext uri="{FF2B5EF4-FFF2-40B4-BE49-F238E27FC236}">
                <a16:creationId xmlns:a16="http://schemas.microsoft.com/office/drawing/2014/main" id="{3C1F6DB6-6699-419D-8186-75FB25D6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19375"/>
            <a:ext cx="33909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human and AI messages.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Send the history on each call.</a:t>
            </a:r>
          </a:p>
        </p:txBody>
      </p:sp>
      <p:sp>
        <p:nvSpPr>
          <p:cNvPr id="8" name="c3-shape-115">
            <a:extLst xmlns:a="http://schemas.openxmlformats.org/drawingml/2006/main">
              <a:ext uri="{FF2B5EF4-FFF2-40B4-BE49-F238E27FC236}">
                <a16:creationId xmlns:a16="http://schemas.microsoft.com/office/drawing/2014/main" id="{E0C984F2-5101-4C21-A8AE-967068F2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19300"/>
            <a:ext cx="377190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16">
            <a:extLst xmlns:a="http://schemas.openxmlformats.org/drawingml/2006/main">
              <a:ext uri="{FF2B5EF4-FFF2-40B4-BE49-F238E27FC236}">
                <a16:creationId xmlns:a16="http://schemas.microsoft.com/office/drawing/2014/main" id="{658397F1-BBC3-42A2-8ADF-B33D6ABB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81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17">
            <a:extLst xmlns:a="http://schemas.openxmlformats.org/drawingml/2006/main">
              <a:ext uri="{FF2B5EF4-FFF2-40B4-BE49-F238E27FC236}">
                <a16:creationId xmlns:a16="http://schemas.microsoft.com/office/drawing/2014/main" id="{BEF9F875-BC12-44E6-AD86-C8F451E2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76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Graph state</a:t>
            </a:r>
          </a:p>
        </p:txBody>
      </p:sp>
      <p:sp>
        <p:nvSpPr>
          <p:cNvPr id="11" name="c3-text-118">
            <a:extLst xmlns:a="http://schemas.openxmlformats.org/drawingml/2006/main">
              <a:ext uri="{FF2B5EF4-FFF2-40B4-BE49-F238E27FC236}">
                <a16:creationId xmlns:a16="http://schemas.microsoft.com/office/drawing/2014/main" id="{E70B1065-FA50-46F5-91D3-FC2DB364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19375"/>
            <a:ext cx="33909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dictionary holds the data used by the workflow.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 can be one of its fields.</a:t>
            </a:r>
          </a:p>
        </p:txBody>
      </p:sp>
      <p:sp>
        <p:nvSpPr>
          <p:cNvPr id="12" name="c3-shape-119">
            <a:extLst xmlns:a="http://schemas.openxmlformats.org/drawingml/2006/main">
              <a:ext uri="{FF2B5EF4-FFF2-40B4-BE49-F238E27FC236}">
                <a16:creationId xmlns:a16="http://schemas.microsoft.com/office/drawing/2014/main" id="{774F9A3D-D2C4-4634-8367-79249BB3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20">
            <a:extLst xmlns:a="http://schemas.openxmlformats.org/drawingml/2006/main">
              <a:ext uri="{FF2B5EF4-FFF2-40B4-BE49-F238E27FC236}">
                <a16:creationId xmlns:a16="http://schemas.microsoft.com/office/drawing/2014/main" id="{3B300DFE-421C-4687-8B55-696F8049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history can still be a list inside the state.</a:t>
            </a:r>
          </a:p>
        </p:txBody>
      </p:sp>
      <p:sp>
        <p:nvSpPr>
          <p:cNvPr id="14" name="c3-text-384">
            <a:extLst xmlns:a="http://schemas.openxmlformats.org/drawingml/2006/main">
              <a:ext uri="{FF2B5EF4-FFF2-40B4-BE49-F238E27FC236}">
                <a16:creationId xmlns:a16="http://schemas.microsoft.com/office/drawing/2014/main" id="{24448BE5-EC95-475A-9757-8FC22B70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02289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21">
            <a:extLst xmlns:a="http://schemas.openxmlformats.org/drawingml/2006/main">
              <a:ext uri="{FF2B5EF4-FFF2-40B4-BE49-F238E27FC236}">
                <a16:creationId xmlns:a16="http://schemas.microsoft.com/office/drawing/2014/main" id="{DCA3ED41-91D0-49AA-9782-60A47602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22">
            <a:extLst xmlns:a="http://schemas.openxmlformats.org/drawingml/2006/main">
              <a:ext uri="{FF2B5EF4-FFF2-40B4-BE49-F238E27FC236}">
                <a16:creationId xmlns:a16="http://schemas.microsoft.com/office/drawing/2014/main" id="{67F09A6D-A86F-4B3E-B925-3E667C6D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LangChain and LangGraph [1]</a:t>
            </a:r>
          </a:p>
        </p:txBody>
      </p:sp>
      <p:sp>
        <p:nvSpPr>
          <p:cNvPr id="3" name="c3-text-123">
            <a:extLst xmlns:a="http://schemas.openxmlformats.org/drawingml/2006/main">
              <a:ext uri="{FF2B5EF4-FFF2-40B4-BE49-F238E27FC236}">
                <a16:creationId xmlns:a16="http://schemas.microsoft.com/office/drawing/2014/main" id="{EEE3AB30-5305-49EB-93F7-8DD6DE34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124">
            <a:extLst xmlns:a="http://schemas.openxmlformats.org/drawingml/2006/main">
              <a:ext uri="{FF2B5EF4-FFF2-40B4-BE49-F238E27FC236}">
                <a16:creationId xmlns:a16="http://schemas.microsoft.com/office/drawing/2014/main" id="{0A1026CB-6F04-4DE8-B190-FB917058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771900" cy="1971675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25">
            <a:extLst xmlns:a="http://schemas.openxmlformats.org/drawingml/2006/main">
              <a:ext uri="{FF2B5EF4-FFF2-40B4-BE49-F238E27FC236}">
                <a16:creationId xmlns:a16="http://schemas.microsoft.com/office/drawing/2014/main" id="{B03BE896-B7DE-4D33-928F-4E91F13C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26">
            <a:extLst xmlns:a="http://schemas.openxmlformats.org/drawingml/2006/main">
              <a:ext uri="{FF2B5EF4-FFF2-40B4-BE49-F238E27FC236}">
                <a16:creationId xmlns:a16="http://schemas.microsoft.com/office/drawing/2014/main" id="{8654C0FF-592F-407F-A86E-65DCB97B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812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LangChain components</a:t>
            </a:r>
          </a:p>
        </p:txBody>
      </p:sp>
      <p:sp>
        <p:nvSpPr>
          <p:cNvPr id="7" name="c3-text-127">
            <a:extLst xmlns:a="http://schemas.openxmlformats.org/drawingml/2006/main">
              <a:ext uri="{FF2B5EF4-FFF2-40B4-BE49-F238E27FC236}">
                <a16:creationId xmlns:a16="http://schemas.microsoft.com/office/drawing/2014/main" id="{C55FDBE3-0DAE-4D27-9E8C-56527154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24125"/>
            <a:ext cx="33909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Prompts, messages, models and structured responses.</a:t>
            </a:r>
          </a:p>
        </p:txBody>
      </p:sp>
      <p:sp>
        <p:nvSpPr>
          <p:cNvPr id="8" name="c3-shape-128">
            <a:extLst xmlns:a="http://schemas.openxmlformats.org/drawingml/2006/main">
              <a:ext uri="{FF2B5EF4-FFF2-40B4-BE49-F238E27FC236}">
                <a16:creationId xmlns:a16="http://schemas.microsoft.com/office/drawing/2014/main" id="{23B8FB0F-21BB-4509-8E10-C7D2CEB1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24050"/>
            <a:ext cx="3771900" cy="1971675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9">
            <a:extLst xmlns:a="http://schemas.openxmlformats.org/drawingml/2006/main">
              <a:ext uri="{FF2B5EF4-FFF2-40B4-BE49-F238E27FC236}">
                <a16:creationId xmlns:a16="http://schemas.microsoft.com/office/drawing/2014/main" id="{DDB9E3BB-42BF-4DA6-8D25-41142E5B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859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30">
            <a:extLst xmlns:a="http://schemas.openxmlformats.org/drawingml/2006/main">
              <a:ext uri="{FF2B5EF4-FFF2-40B4-BE49-F238E27FC236}">
                <a16:creationId xmlns:a16="http://schemas.microsoft.com/office/drawing/2014/main" id="{7DEF14BE-7E0B-4E6E-8662-165B85D6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812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LangGraph execution</a:t>
            </a:r>
          </a:p>
        </p:txBody>
      </p:sp>
      <p:sp>
        <p:nvSpPr>
          <p:cNvPr id="11" name="c3-text-131">
            <a:extLst xmlns:a="http://schemas.openxmlformats.org/drawingml/2006/main">
              <a:ext uri="{FF2B5EF4-FFF2-40B4-BE49-F238E27FC236}">
                <a16:creationId xmlns:a16="http://schemas.microsoft.com/office/drawing/2014/main" id="{7FD6C869-CD95-459A-B1E3-735FC14C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24125"/>
            <a:ext cx="33909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State, execution order, branches and loops.</a:t>
            </a:r>
          </a:p>
        </p:txBody>
      </p:sp>
      <p:sp>
        <p:nvSpPr>
          <p:cNvPr id="12" name="c3-shape-132">
            <a:extLst xmlns:a="http://schemas.openxmlformats.org/drawingml/2006/main">
              <a:ext uri="{FF2B5EF4-FFF2-40B4-BE49-F238E27FC236}">
                <a16:creationId xmlns:a16="http://schemas.microsoft.com/office/drawing/2014/main" id="{CFF0C320-46F4-431C-8F1C-9E97291A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33">
            <a:extLst xmlns:a="http://schemas.openxmlformats.org/drawingml/2006/main">
              <a:ext uri="{FF2B5EF4-FFF2-40B4-BE49-F238E27FC236}">
                <a16:creationId xmlns:a16="http://schemas.microsoft.com/office/drawing/2014/main" id="{57744532-15D9-4221-9F76-E7B7D7B5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graph node can call a chain or run ordinary Python code.</a:t>
            </a:r>
          </a:p>
        </p:txBody>
      </p:sp>
      <p:sp>
        <p:nvSpPr>
          <p:cNvPr id="14" name="c3-text-385">
            <a:extLst xmlns:a="http://schemas.openxmlformats.org/drawingml/2006/main">
              <a:ext uri="{FF2B5EF4-FFF2-40B4-BE49-F238E27FC236}">
                <a16:creationId xmlns:a16="http://schemas.microsoft.com/office/drawing/2014/main" id="{AA0477D5-EDBE-4870-B1C7-B61C7FF3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098295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c3-text-134">
            <a:extLst xmlns:a="http://schemas.openxmlformats.org/drawingml/2006/main">
              <a:ext uri="{FF2B5EF4-FFF2-40B4-BE49-F238E27FC236}">
                <a16:creationId xmlns:a16="http://schemas.microsoft.com/office/drawing/2014/main" id="{8823284D-D890-453B-B268-5D5E3369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5">
            <a:extLst xmlns:a="http://schemas.openxmlformats.org/drawingml/2006/main">
              <a:ext uri="{FF2B5EF4-FFF2-40B4-BE49-F238E27FC236}">
                <a16:creationId xmlns:a16="http://schemas.microsoft.com/office/drawing/2014/main" id="{26DBD917-7B06-4B5A-ACCC-D6583D49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State, Nodes and Directed Edges [9]</a:t>
            </a:r>
          </a:p>
        </p:txBody>
      </p:sp>
      <p:sp>
        <p:nvSpPr>
          <p:cNvPr id="3" name="c3-text-136">
            <a:extLst xmlns:a="http://schemas.openxmlformats.org/drawingml/2006/main">
              <a:ext uri="{FF2B5EF4-FFF2-40B4-BE49-F238E27FC236}">
                <a16:creationId xmlns:a16="http://schemas.microsoft.com/office/drawing/2014/main" id="{A6681DFD-91F7-4585-BAB1-F360BEB7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137">
            <a:extLst xmlns:a="http://schemas.openxmlformats.org/drawingml/2006/main">
              <a:ext uri="{FF2B5EF4-FFF2-40B4-BE49-F238E27FC236}">
                <a16:creationId xmlns:a16="http://schemas.microsoft.com/office/drawing/2014/main" id="{3952DF56-AC2C-4790-828B-09CD782A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52625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138">
            <a:extLst xmlns:a="http://schemas.openxmlformats.org/drawingml/2006/main">
              <a:ext uri="{FF2B5EF4-FFF2-40B4-BE49-F238E27FC236}">
                <a16:creationId xmlns:a16="http://schemas.microsoft.com/office/drawing/2014/main" id="{2C5C83A2-F5AD-4F68-BF13-346D67B0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028825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Node A</a:t>
            </a:r>
          </a:p>
        </p:txBody>
      </p:sp>
      <p:sp>
        <p:nvSpPr>
          <p:cNvPr id="6" name="c3-shape-139">
            <a:extLst xmlns:a="http://schemas.openxmlformats.org/drawingml/2006/main">
              <a:ext uri="{FF2B5EF4-FFF2-40B4-BE49-F238E27FC236}">
                <a16:creationId xmlns:a16="http://schemas.microsoft.com/office/drawing/2014/main" id="{DF54794D-5807-4699-8DE5-9DA61049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90750"/>
            <a:ext cx="119062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140">
            <a:extLst xmlns:a="http://schemas.openxmlformats.org/drawingml/2006/main">
              <a:ext uri="{FF2B5EF4-FFF2-40B4-BE49-F238E27FC236}">
                <a16:creationId xmlns:a16="http://schemas.microsoft.com/office/drawing/2014/main" id="{141DE22A-96BC-43BB-96A2-E91DEE65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952625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141">
            <a:extLst xmlns:a="http://schemas.openxmlformats.org/drawingml/2006/main">
              <a:ext uri="{FF2B5EF4-FFF2-40B4-BE49-F238E27FC236}">
                <a16:creationId xmlns:a16="http://schemas.microsoft.com/office/drawing/2014/main" id="{CC4965E9-7A20-4C67-9A3A-652D723C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028825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Node B</a:t>
            </a:r>
          </a:p>
        </p:txBody>
      </p:sp>
      <p:sp>
        <p:nvSpPr>
          <p:cNvPr id="9" name="c3-text-142">
            <a:extLst xmlns:a="http://schemas.openxmlformats.org/drawingml/2006/main">
              <a:ext uri="{FF2B5EF4-FFF2-40B4-BE49-F238E27FC236}">
                <a16:creationId xmlns:a16="http://schemas.microsoft.com/office/drawing/2014/main" id="{AC9E8E4C-9668-4F4C-9BE2-C95B183E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14625"/>
            <a:ext cx="64103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 directed edge runs from A to B.</a:t>
            </a:r>
          </a:p>
        </p:txBody>
      </p:sp>
      <p:sp>
        <p:nvSpPr>
          <p:cNvPr id="10" name="c3-shape-143">
            <a:extLst xmlns:a="http://schemas.openxmlformats.org/drawingml/2006/main">
              <a:ext uri="{FF2B5EF4-FFF2-40B4-BE49-F238E27FC236}">
                <a16:creationId xmlns:a16="http://schemas.microsoft.com/office/drawing/2014/main" id="{A1BB7F0B-DEFD-458E-8FB7-829F2B00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251460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144">
            <a:extLst xmlns:a="http://schemas.openxmlformats.org/drawingml/2006/main">
              <a:ext uri="{FF2B5EF4-FFF2-40B4-BE49-F238E27FC236}">
                <a16:creationId xmlns:a16="http://schemas.microsoft.com/office/drawing/2014/main" id="{16240B47-7F8C-4FC5-916F-30E92AA6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575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2" name="c3-text-145">
            <a:extLst xmlns:a="http://schemas.openxmlformats.org/drawingml/2006/main">
              <a:ext uri="{FF2B5EF4-FFF2-40B4-BE49-F238E27FC236}">
                <a16:creationId xmlns:a16="http://schemas.microsoft.com/office/drawing/2014/main" id="{260BE95A-369C-4F4B-8BC7-150DA7AB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528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State</a:t>
            </a:r>
          </a:p>
        </p:txBody>
      </p:sp>
      <p:sp>
        <p:nvSpPr>
          <p:cNvPr id="13" name="c3-text-146">
            <a:extLst xmlns:a="http://schemas.openxmlformats.org/drawingml/2006/main">
              <a:ext uri="{FF2B5EF4-FFF2-40B4-BE49-F238E27FC236}">
                <a16:creationId xmlns:a16="http://schemas.microsoft.com/office/drawing/2014/main" id="{A8B9C10A-1915-4A21-9BD7-06B26A40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95725"/>
            <a:ext cx="2133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Data available to the nodes.</a:t>
            </a:r>
          </a:p>
        </p:txBody>
      </p:sp>
      <p:sp>
        <p:nvSpPr>
          <p:cNvPr id="14" name="c3-shape-147">
            <a:extLst xmlns:a="http://schemas.openxmlformats.org/drawingml/2006/main">
              <a:ext uri="{FF2B5EF4-FFF2-40B4-BE49-F238E27FC236}">
                <a16:creationId xmlns:a16="http://schemas.microsoft.com/office/drawing/2014/main" id="{D6641B93-2587-48DD-BCBB-5D0115B8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95650"/>
            <a:ext cx="251460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5" name="c3-shape-148">
            <a:extLst xmlns:a="http://schemas.openxmlformats.org/drawingml/2006/main">
              <a:ext uri="{FF2B5EF4-FFF2-40B4-BE49-F238E27FC236}">
                <a16:creationId xmlns:a16="http://schemas.microsoft.com/office/drawing/2014/main" id="{9D4ED62B-8DA9-4B39-9E60-F93BC36C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575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6" name="c3-text-149">
            <a:extLst xmlns:a="http://schemas.openxmlformats.org/drawingml/2006/main">
              <a:ext uri="{FF2B5EF4-FFF2-40B4-BE49-F238E27FC236}">
                <a16:creationId xmlns:a16="http://schemas.microsoft.com/office/drawing/2014/main" id="{7EFE2FBB-0E4A-4862-BF77-D5A1F942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5528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Nodes</a:t>
            </a:r>
          </a:p>
        </p:txBody>
      </p:sp>
      <p:sp>
        <p:nvSpPr>
          <p:cNvPr id="17" name="c3-text-150">
            <a:extLst xmlns:a="http://schemas.openxmlformats.org/drawingml/2006/main">
              <a:ext uri="{FF2B5EF4-FFF2-40B4-BE49-F238E27FC236}">
                <a16:creationId xmlns:a16="http://schemas.microsoft.com/office/drawing/2014/main" id="{CD4EA852-3A5E-43A5-AE67-ECA30C45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895725"/>
            <a:ext cx="2133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Functions that do the work.</a:t>
            </a:r>
          </a:p>
        </p:txBody>
      </p:sp>
      <p:sp>
        <p:nvSpPr>
          <p:cNvPr id="18" name="c3-shape-151">
            <a:extLst xmlns:a="http://schemas.openxmlformats.org/drawingml/2006/main">
              <a:ext uri="{FF2B5EF4-FFF2-40B4-BE49-F238E27FC236}">
                <a16:creationId xmlns:a16="http://schemas.microsoft.com/office/drawing/2014/main" id="{CF4EC6CA-73E7-4267-840A-65A76C3B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295650"/>
            <a:ext cx="2514600" cy="1343025"/>
          </a:xfrm>
          <a:prstGeom xmlns:a="http://schemas.openxmlformats.org/drawingml/2006/main" prst="roundRect">
            <a:avLst>
              <a:gd name="adj" fmla="val 567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9" name="c3-shape-152">
            <a:extLst xmlns:a="http://schemas.openxmlformats.org/drawingml/2006/main">
              <a:ext uri="{FF2B5EF4-FFF2-40B4-BE49-F238E27FC236}">
                <a16:creationId xmlns:a16="http://schemas.microsoft.com/office/drawing/2014/main" id="{E518ECE2-5A33-4E79-BC0F-52256B8E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575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0" name="c3-text-153">
            <a:extLst xmlns:a="http://schemas.openxmlformats.org/drawingml/2006/main">
              <a:ext uri="{FF2B5EF4-FFF2-40B4-BE49-F238E27FC236}">
                <a16:creationId xmlns:a16="http://schemas.microsoft.com/office/drawing/2014/main" id="{89C0D43A-5F0D-4220-BC5A-E743D16A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528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Edges</a:t>
            </a:r>
          </a:p>
        </p:txBody>
      </p:sp>
      <p:sp>
        <p:nvSpPr>
          <p:cNvPr id="21" name="c3-text-154">
            <a:extLst xmlns:a="http://schemas.openxmlformats.org/drawingml/2006/main">
              <a:ext uri="{FF2B5EF4-FFF2-40B4-BE49-F238E27FC236}">
                <a16:creationId xmlns:a16="http://schemas.microsoft.com/office/drawing/2014/main" id="{FCE3A882-4CE1-41AC-A0F7-D44AC790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95725"/>
            <a:ext cx="2133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Where execution goes next.</a:t>
            </a:r>
          </a:p>
        </p:txBody>
      </p:sp>
      <p:sp>
        <p:nvSpPr>
          <p:cNvPr id="22" name="c3-text-386">
            <a:extLst xmlns:a="http://schemas.openxmlformats.org/drawingml/2006/main">
              <a:ext uri="{FF2B5EF4-FFF2-40B4-BE49-F238E27FC236}">
                <a16:creationId xmlns:a16="http://schemas.microsoft.com/office/drawing/2014/main" id="{AFC4D721-6DC4-4F13-83BD-9DBE9975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9381622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3-text-155">
            <a:extLst xmlns:a="http://schemas.openxmlformats.org/drawingml/2006/main">
              <a:ext uri="{FF2B5EF4-FFF2-40B4-BE49-F238E27FC236}">
                <a16:creationId xmlns:a16="http://schemas.microsoft.com/office/drawing/2014/main" id="{FFF177C8-7CC3-46DA-B062-132CA132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6">
            <a:extLst xmlns:a="http://schemas.openxmlformats.org/drawingml/2006/main">
              <a:ext uri="{FF2B5EF4-FFF2-40B4-BE49-F238E27FC236}">
                <a16:creationId xmlns:a16="http://schemas.microsoft.com/office/drawing/2014/main" id="{1C308577-E3EA-4D09-8CF0-3DF96AED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State: a Dictionary [9]</a:t>
            </a:r>
          </a:p>
        </p:txBody>
      </p:sp>
      <p:sp>
        <p:nvSpPr>
          <p:cNvPr id="3" name="c3-text-157">
            <a:extLst xmlns:a="http://schemas.openxmlformats.org/drawingml/2006/main">
              <a:ext uri="{FF2B5EF4-FFF2-40B4-BE49-F238E27FC236}">
                <a16:creationId xmlns:a16="http://schemas.microsoft.com/office/drawing/2014/main" id="{CE7D5B38-7554-46FE-9A3B-B90EB52C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158">
            <a:extLst xmlns:a="http://schemas.openxmlformats.org/drawingml/2006/main">
              <a:ext uri="{FF2B5EF4-FFF2-40B4-BE49-F238E27FC236}">
                <a16:creationId xmlns:a16="http://schemas.microsoft.com/office/drawing/2014/main" id="{722436A0-9D59-49B1-B6E6-DB4E4A11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4429125" cy="2162175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59">
            <a:extLst xmlns:a="http://schemas.openxmlformats.org/drawingml/2006/main">
              <a:ext uri="{FF2B5EF4-FFF2-40B4-BE49-F238E27FC236}">
                <a16:creationId xmlns:a16="http://schemas.microsoft.com/office/drawing/2014/main" id="{4B6CB78E-58B5-443A-8C07-649A95DD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4086225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VisitorState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(TypedDict):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visitor: str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greeting: str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opening_hours: str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answer: str</a:t>
            </a:r>
          </a:p>
        </p:txBody>
      </p:sp>
      <p:sp>
        <p:nvSpPr>
          <p:cNvPr id="6" name="c3-text-160">
            <a:extLst xmlns:a="http://schemas.openxmlformats.org/drawingml/2006/main">
              <a:ext uri="{FF2B5EF4-FFF2-40B4-BE49-F238E27FC236}">
                <a16:creationId xmlns:a16="http://schemas.microsoft.com/office/drawing/2014/main" id="{17B41004-D248-43B3-AA6D-4E7B31FC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771650"/>
            <a:ext cx="31813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Input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{"visitor": "Lea"}</a:t>
            </a:r>
          </a:p>
        </p:txBody>
      </p:sp>
      <p:sp>
        <p:nvSpPr>
          <p:cNvPr id="7" name="c3-text-161">
            <a:extLst xmlns:a="http://schemas.openxmlformats.org/drawingml/2006/main">
              <a:ext uri="{FF2B5EF4-FFF2-40B4-BE49-F238E27FC236}">
                <a16:creationId xmlns:a16="http://schemas.microsoft.com/office/drawing/2014/main" id="{3D4518CF-9D16-4216-853D-6BF28702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62250"/>
            <a:ext cx="31813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Nodes fill the remaining fields as the graph runs.</a:t>
            </a:r>
          </a:p>
        </p:txBody>
      </p:sp>
      <p:sp>
        <p:nvSpPr>
          <p:cNvPr id="8" name="c3-shape-162">
            <a:extLst xmlns:a="http://schemas.openxmlformats.org/drawingml/2006/main">
              <a:ext uri="{FF2B5EF4-FFF2-40B4-BE49-F238E27FC236}">
                <a16:creationId xmlns:a16="http://schemas.microsoft.com/office/drawing/2014/main" id="{52948A36-8D66-40C5-AA44-CD8057AE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text-163">
            <a:extLst xmlns:a="http://schemas.openxmlformats.org/drawingml/2006/main">
              <a:ext uri="{FF2B5EF4-FFF2-40B4-BE49-F238E27FC236}">
                <a16:creationId xmlns:a16="http://schemas.microsoft.com/office/drawing/2014/main" id="{DEB5CB7E-7918-49F2-B694-86D0983B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TypedDict describes keys and types; it does not validate values.</a:t>
            </a:r>
          </a:p>
        </p:txBody>
      </p:sp>
      <p:sp>
        <p:nvSpPr>
          <p:cNvPr id="10" name="c3-text-387">
            <a:extLst xmlns:a="http://schemas.openxmlformats.org/drawingml/2006/main">
              <a:ext uri="{FF2B5EF4-FFF2-40B4-BE49-F238E27FC236}">
                <a16:creationId xmlns:a16="http://schemas.microsoft.com/office/drawing/2014/main" id="{B87DC22A-1FF9-4C59-9A09-9E654FDF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621369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164">
            <a:extLst xmlns:a="http://schemas.openxmlformats.org/drawingml/2006/main">
              <a:ext uri="{FF2B5EF4-FFF2-40B4-BE49-F238E27FC236}">
                <a16:creationId xmlns:a16="http://schemas.microsoft.com/office/drawing/2014/main" id="{17E84003-A37B-4E08-9EB7-B4E4F078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5">
            <a:extLst xmlns:a="http://schemas.openxmlformats.org/drawingml/2006/main">
              <a:ext uri="{FF2B5EF4-FFF2-40B4-BE49-F238E27FC236}">
                <a16:creationId xmlns:a16="http://schemas.microsoft.com/office/drawing/2014/main" id="{56435EEF-74AB-41C3-A317-0EE235B0B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Nodes Return State Updates [9]</a:t>
            </a:r>
          </a:p>
        </p:txBody>
      </p:sp>
      <p:sp>
        <p:nvSpPr>
          <p:cNvPr id="3" name="c3-text-166">
            <a:extLst xmlns:a="http://schemas.openxmlformats.org/drawingml/2006/main">
              <a:ext uri="{FF2B5EF4-FFF2-40B4-BE49-F238E27FC236}">
                <a16:creationId xmlns:a16="http://schemas.microsoft.com/office/drawing/2014/main" id="{A2253111-C022-4F33-8343-EB772ECC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167">
            <a:extLst xmlns:a="http://schemas.openxmlformats.org/drawingml/2006/main">
              <a:ext uri="{FF2B5EF4-FFF2-40B4-BE49-F238E27FC236}">
                <a16:creationId xmlns:a16="http://schemas.microsoft.com/office/drawing/2014/main" id="{4D509AA2-0F57-4352-92E9-CE26FD7F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79248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68">
            <a:extLst xmlns:a="http://schemas.openxmlformats.org/drawingml/2006/main">
              <a:ext uri="{FF2B5EF4-FFF2-40B4-BE49-F238E27FC236}">
                <a16:creationId xmlns:a16="http://schemas.microsoft.com/office/drawing/2014/main" id="{571F819F-44EC-4724-9769-3825452F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75819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greet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VisitorState):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"greeting"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f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"Hello {state['visitor']}!"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c3-shape-169">
            <a:extLst xmlns:a="http://schemas.openxmlformats.org/drawingml/2006/main">
              <a:ext uri="{FF2B5EF4-FFF2-40B4-BE49-F238E27FC236}">
                <a16:creationId xmlns:a16="http://schemas.microsoft.com/office/drawing/2014/main" id="{FEEAA268-3300-4EB2-BFA8-81AFDEBB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2381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text-170">
            <a:extLst xmlns:a="http://schemas.openxmlformats.org/drawingml/2006/main">
              <a:ext uri="{FF2B5EF4-FFF2-40B4-BE49-F238E27FC236}">
                <a16:creationId xmlns:a16="http://schemas.microsoft.com/office/drawing/2014/main" id="{A24543F6-2BE2-4793-82FF-C2EF5BA8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52775"/>
            <a:ext cx="2152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visitor: "Lea"</a:t>
            </a:r>
          </a:p>
        </p:txBody>
      </p:sp>
      <p:sp>
        <p:nvSpPr>
          <p:cNvPr id="8" name="c3-shape-171">
            <a:extLst xmlns:a="http://schemas.openxmlformats.org/drawingml/2006/main">
              <a:ext uri="{FF2B5EF4-FFF2-40B4-BE49-F238E27FC236}">
                <a16:creationId xmlns:a16="http://schemas.microsoft.com/office/drawing/2014/main" id="{96F974B6-B970-4624-96F5-379BA1CE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352800"/>
            <a:ext cx="5905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9" name="c3-shape-172">
            <a:extLst xmlns:a="http://schemas.openxmlformats.org/drawingml/2006/main">
              <a:ext uri="{FF2B5EF4-FFF2-40B4-BE49-F238E27FC236}">
                <a16:creationId xmlns:a16="http://schemas.microsoft.com/office/drawing/2014/main" id="{5154B216-E077-48B4-905D-2C2D2E8A6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71800"/>
            <a:ext cx="4591050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0" name="c3-text-173">
            <a:extLst xmlns:a="http://schemas.openxmlformats.org/drawingml/2006/main">
              <a:ext uri="{FF2B5EF4-FFF2-40B4-BE49-F238E27FC236}">
                <a16:creationId xmlns:a16="http://schemas.microsoft.com/office/drawing/2014/main" id="{A69B69B8-78CE-404F-A46B-8453FB27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048000"/>
            <a:ext cx="43624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visitor: "Lea"</a:t>
            </a:r>
          </a:p>
          <a:p xmlns:a="http://schemas.openxmlformats.org/drawingml/2006/main">
            <a:pPr algn="ctr"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greeting: "Hello Lea!"</a:t>
            </a:r>
          </a:p>
        </p:txBody>
      </p:sp>
      <p:sp>
        <p:nvSpPr>
          <p:cNvPr id="11" name="c3-shape-174">
            <a:extLst xmlns:a="http://schemas.openxmlformats.org/drawingml/2006/main">
              <a:ext uri="{FF2B5EF4-FFF2-40B4-BE49-F238E27FC236}">
                <a16:creationId xmlns:a16="http://schemas.microsoft.com/office/drawing/2014/main" id="{FAAFF3A1-91EE-44D2-9C36-3949ADE9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2" name="c3-text-175">
            <a:extLst xmlns:a="http://schemas.openxmlformats.org/drawingml/2006/main">
              <a:ext uri="{FF2B5EF4-FFF2-40B4-BE49-F238E27FC236}">
                <a16:creationId xmlns:a16="http://schemas.microsoft.com/office/drawing/2014/main" id="{C23F8D5D-B4A2-40B9-88C3-EFED59A5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changed fields. Other fields remain in the state.</a:t>
            </a:r>
          </a:p>
        </p:txBody>
      </p:sp>
      <p:sp>
        <p:nvSpPr>
          <p:cNvPr id="13" name="c3-text-388">
            <a:extLst xmlns:a="http://schemas.openxmlformats.org/drawingml/2006/main">
              <a:ext uri="{FF2B5EF4-FFF2-40B4-BE49-F238E27FC236}">
                <a16:creationId xmlns:a16="http://schemas.microsoft.com/office/drawing/2014/main" id="{B54AA7E1-3C11-4F88-833C-F4812124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909021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c3-text-176">
            <a:extLst xmlns:a="http://schemas.openxmlformats.org/drawingml/2006/main">
              <a:ext uri="{FF2B5EF4-FFF2-40B4-BE49-F238E27FC236}">
                <a16:creationId xmlns:a16="http://schemas.microsoft.com/office/drawing/2014/main" id="{F147FF8D-6F5C-4421-9F63-BAE4B9B5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7">
            <a:extLst xmlns:a="http://schemas.openxmlformats.org/drawingml/2006/main">
              <a:ext uri="{FF2B5EF4-FFF2-40B4-BE49-F238E27FC236}">
                <a16:creationId xmlns:a16="http://schemas.microsoft.com/office/drawing/2014/main" id="{84AAA2AA-BEA2-423C-BE26-0814B6E0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Sequential Graph [9]</a:t>
            </a:r>
          </a:p>
        </p:txBody>
      </p:sp>
      <p:sp>
        <p:nvSpPr>
          <p:cNvPr id="3" name="c3-text-178">
            <a:extLst xmlns:a="http://schemas.openxmlformats.org/drawingml/2006/main">
              <a:ext uri="{FF2B5EF4-FFF2-40B4-BE49-F238E27FC236}">
                <a16:creationId xmlns:a16="http://schemas.microsoft.com/office/drawing/2014/main" id="{5EE3CE0F-8B67-48F1-AA22-8A45324F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Greet the visitor, get opening hours, then compose the answer.</a:t>
            </a:r>
          </a:p>
        </p:txBody>
      </p:sp>
      <p:sp>
        <p:nvSpPr>
          <p:cNvPr id="4" name="c3-text-179">
            <a:extLst xmlns:a="http://schemas.openxmlformats.org/drawingml/2006/main">
              <a:ext uri="{FF2B5EF4-FFF2-40B4-BE49-F238E27FC236}">
                <a16:creationId xmlns:a16="http://schemas.microsoft.com/office/drawing/2014/main" id="{42560D90-4231-47D1-B745-B69D20A4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5" name="c3-shape-180">
            <a:extLst xmlns:a="http://schemas.openxmlformats.org/drawingml/2006/main">
              <a:ext uri="{FF2B5EF4-FFF2-40B4-BE49-F238E27FC236}">
                <a16:creationId xmlns:a16="http://schemas.microsoft.com/office/drawing/2014/main" id="{91E94D20-496D-49FE-A591-5EBF1954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123950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text-181">
            <a:extLst xmlns:a="http://schemas.openxmlformats.org/drawingml/2006/main">
              <a:ext uri="{FF2B5EF4-FFF2-40B4-BE49-F238E27FC236}">
                <a16:creationId xmlns:a16="http://schemas.microsoft.com/office/drawing/2014/main" id="{7CFAF1D1-A25D-4B5A-BFA2-6AEC1D65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8953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7" name="c3-shape-182">
            <a:extLst xmlns:a="http://schemas.openxmlformats.org/drawingml/2006/main">
              <a:ext uri="{FF2B5EF4-FFF2-40B4-BE49-F238E27FC236}">
                <a16:creationId xmlns:a16="http://schemas.microsoft.com/office/drawing/2014/main" id="{7310AB2A-58C2-4888-8F33-FB35C6DD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38425"/>
            <a:ext cx="1905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shape-183">
            <a:extLst xmlns:a="http://schemas.openxmlformats.org/drawingml/2006/main">
              <a:ext uri="{FF2B5EF4-FFF2-40B4-BE49-F238E27FC236}">
                <a16:creationId xmlns:a16="http://schemas.microsoft.com/office/drawing/2014/main" id="{4DED234E-1069-4934-92E8-90A3067F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400300"/>
            <a:ext cx="1352550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9" name="c3-text-184">
            <a:extLst xmlns:a="http://schemas.openxmlformats.org/drawingml/2006/main">
              <a:ext uri="{FF2B5EF4-FFF2-40B4-BE49-F238E27FC236}">
                <a16:creationId xmlns:a16="http://schemas.microsoft.com/office/drawing/2014/main" id="{DEA1E868-1936-4F73-B607-968292B1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76500"/>
            <a:ext cx="11239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greet</a:t>
            </a:r>
          </a:p>
        </p:txBody>
      </p:sp>
      <p:sp>
        <p:nvSpPr>
          <p:cNvPr id="10" name="c3-shape-185">
            <a:extLst xmlns:a="http://schemas.openxmlformats.org/drawingml/2006/main">
              <a:ext uri="{FF2B5EF4-FFF2-40B4-BE49-F238E27FC236}">
                <a16:creationId xmlns:a16="http://schemas.microsoft.com/office/drawing/2014/main" id="{C8683C41-B7FD-43FD-B01E-5726FD2D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38425"/>
            <a:ext cx="1905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shape-186">
            <a:extLst xmlns:a="http://schemas.openxmlformats.org/drawingml/2006/main">
              <a:ext uri="{FF2B5EF4-FFF2-40B4-BE49-F238E27FC236}">
                <a16:creationId xmlns:a16="http://schemas.microsoft.com/office/drawing/2014/main" id="{AF4A2B73-218C-405E-824F-173A5F4F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400300"/>
            <a:ext cx="1352550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187">
            <a:extLst xmlns:a="http://schemas.openxmlformats.org/drawingml/2006/main">
              <a:ext uri="{FF2B5EF4-FFF2-40B4-BE49-F238E27FC236}">
                <a16:creationId xmlns:a16="http://schemas.microsoft.com/office/drawing/2014/main" id="{8F3720AC-434B-4198-846B-0C60944C0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76500"/>
            <a:ext cx="11239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hours</a:t>
            </a:r>
          </a:p>
        </p:txBody>
      </p:sp>
      <p:sp>
        <p:nvSpPr>
          <p:cNvPr id="13" name="c3-shape-188">
            <a:extLst xmlns:a="http://schemas.openxmlformats.org/drawingml/2006/main">
              <a:ext uri="{FF2B5EF4-FFF2-40B4-BE49-F238E27FC236}">
                <a16:creationId xmlns:a16="http://schemas.microsoft.com/office/drawing/2014/main" id="{5B391536-3FCF-49BC-A70F-988CD339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638425"/>
            <a:ext cx="1905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4" name="c3-shape-189">
            <a:extLst xmlns:a="http://schemas.openxmlformats.org/drawingml/2006/main">
              <a:ext uri="{FF2B5EF4-FFF2-40B4-BE49-F238E27FC236}">
                <a16:creationId xmlns:a16="http://schemas.microsoft.com/office/drawing/2014/main" id="{8703BADE-7069-4B35-A068-B336D4B2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400300"/>
            <a:ext cx="1771650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5" name="c3-text-190">
            <a:extLst xmlns:a="http://schemas.openxmlformats.org/drawingml/2006/main">
              <a:ext uri="{FF2B5EF4-FFF2-40B4-BE49-F238E27FC236}">
                <a16:creationId xmlns:a16="http://schemas.microsoft.com/office/drawing/2014/main" id="{CD271DB7-2FFE-4CDF-9691-7D0E146E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476500"/>
            <a:ext cx="15430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compose</a:t>
            </a:r>
          </a:p>
        </p:txBody>
      </p:sp>
      <p:sp>
        <p:nvSpPr>
          <p:cNvPr id="16" name="c3-shape-191">
            <a:extLst xmlns:a="http://schemas.openxmlformats.org/drawingml/2006/main">
              <a:ext uri="{FF2B5EF4-FFF2-40B4-BE49-F238E27FC236}">
                <a16:creationId xmlns:a16="http://schemas.microsoft.com/office/drawing/2014/main" id="{0495B4D1-1583-44A1-A577-C1E79C8D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38425"/>
            <a:ext cx="1905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7" name="c3-shape-192">
            <a:extLst xmlns:a="http://schemas.openxmlformats.org/drawingml/2006/main">
              <a:ext uri="{FF2B5EF4-FFF2-40B4-BE49-F238E27FC236}">
                <a16:creationId xmlns:a16="http://schemas.microsoft.com/office/drawing/2014/main" id="{A2AF6F05-9CC6-4A3F-A378-424477F9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400300"/>
            <a:ext cx="952500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193">
            <a:extLst xmlns:a="http://schemas.openxmlformats.org/drawingml/2006/main">
              <a:ext uri="{FF2B5EF4-FFF2-40B4-BE49-F238E27FC236}">
                <a16:creationId xmlns:a16="http://schemas.microsoft.com/office/drawing/2014/main" id="{6A4C82EB-38B2-4998-8C61-93C21160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76500"/>
            <a:ext cx="7239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9" name="c3-text-194">
            <a:extLst xmlns:a="http://schemas.openxmlformats.org/drawingml/2006/main">
              <a:ext uri="{FF2B5EF4-FFF2-40B4-BE49-F238E27FC236}">
                <a16:creationId xmlns:a16="http://schemas.microsoft.com/office/drawing/2014/main" id="{0D00E996-874F-4C48-86DF-B9833AC8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219450"/>
            <a:ext cx="135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greeting</a:t>
            </a:r>
          </a:p>
        </p:txBody>
      </p:sp>
      <p:sp>
        <p:nvSpPr>
          <p:cNvPr id="20" name="c3-text-195">
            <a:extLst xmlns:a="http://schemas.openxmlformats.org/drawingml/2006/main">
              <a:ext uri="{FF2B5EF4-FFF2-40B4-BE49-F238E27FC236}">
                <a16:creationId xmlns:a16="http://schemas.microsoft.com/office/drawing/2014/main" id="{9558D307-0832-4847-A05E-5F82CF8D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219450"/>
            <a:ext cx="163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opening_hours</a:t>
            </a:r>
          </a:p>
        </p:txBody>
      </p:sp>
      <p:sp>
        <p:nvSpPr>
          <p:cNvPr id="21" name="c3-text-196">
            <a:extLst xmlns:a="http://schemas.openxmlformats.org/drawingml/2006/main">
              <a:ext uri="{FF2B5EF4-FFF2-40B4-BE49-F238E27FC236}">
                <a16:creationId xmlns:a16="http://schemas.microsoft.com/office/drawing/2014/main" id="{0B7E5C16-2D63-411E-A2E3-5C452AAC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19450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22" name="c3-shape-197">
            <a:extLst xmlns:a="http://schemas.openxmlformats.org/drawingml/2006/main">
              <a:ext uri="{FF2B5EF4-FFF2-40B4-BE49-F238E27FC236}">
                <a16:creationId xmlns:a16="http://schemas.microsoft.com/office/drawing/2014/main" id="{F2A7073E-490D-40EE-B65D-74D2E3C4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3" name="c3-text-198">
            <a:extLst xmlns:a="http://schemas.openxmlformats.org/drawingml/2006/main">
              <a:ext uri="{FF2B5EF4-FFF2-40B4-BE49-F238E27FC236}">
                <a16:creationId xmlns:a16="http://schemas.microsoft.com/office/drawing/2014/main" id="{00657F83-123C-4397-A56A-2334507A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Hello Lea! The museum opens at 10:00.</a:t>
            </a:r>
          </a:p>
        </p:txBody>
      </p:sp>
      <p:sp>
        <p:nvSpPr>
          <p:cNvPr id="24" name="c3-text-389">
            <a:extLst xmlns:a="http://schemas.openxmlformats.org/drawingml/2006/main">
              <a:ext uri="{FF2B5EF4-FFF2-40B4-BE49-F238E27FC236}">
                <a16:creationId xmlns:a16="http://schemas.microsoft.com/office/drawing/2014/main" id="{50E426AE-26D2-43AE-9594-ADD322D5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02652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199">
            <a:extLst xmlns:a="http://schemas.openxmlformats.org/drawingml/2006/main">
              <a:ext uri="{FF2B5EF4-FFF2-40B4-BE49-F238E27FC236}">
                <a16:creationId xmlns:a16="http://schemas.microsoft.com/office/drawing/2014/main" id="{0CE83CFE-1531-4873-BC70-EF683249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0">
            <a:extLst xmlns:a="http://schemas.openxmlformats.org/drawingml/2006/main">
              <a:ext uri="{FF2B5EF4-FFF2-40B4-BE49-F238E27FC236}">
                <a16:creationId xmlns:a16="http://schemas.microsoft.com/office/drawing/2014/main" id="{192659DF-86C5-4CA5-BD02-42FAD3DB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and Compile [8] [9]</a:t>
            </a:r>
          </a:p>
        </p:txBody>
      </p:sp>
      <p:sp>
        <p:nvSpPr>
          <p:cNvPr id="3" name="c3-text-201">
            <a:extLst xmlns:a="http://schemas.openxmlformats.org/drawingml/2006/main">
              <a:ext uri="{FF2B5EF4-FFF2-40B4-BE49-F238E27FC236}">
                <a16:creationId xmlns:a16="http://schemas.microsoft.com/office/drawing/2014/main" id="{57B18972-9EF9-425C-A577-914FEBF0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202">
            <a:extLst xmlns:a="http://schemas.openxmlformats.org/drawingml/2006/main">
              <a:ext uri="{FF2B5EF4-FFF2-40B4-BE49-F238E27FC236}">
                <a16:creationId xmlns:a16="http://schemas.microsoft.com/office/drawing/2014/main" id="{602DE3FA-848E-4EA0-A794-2F518D59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7924800" cy="3114675"/>
          </a:xfrm>
          <a:prstGeom xmlns:a="http://schemas.openxmlformats.org/drawingml/2006/main" prst="roundRect">
            <a:avLst>
              <a:gd name="adj" fmla="val 244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03">
            <a:extLst xmlns:a="http://schemas.openxmlformats.org/drawingml/2006/main">
              <a:ext uri="{FF2B5EF4-FFF2-40B4-BE49-F238E27FC236}">
                <a16:creationId xmlns:a16="http://schemas.microsoft.com/office/drawing/2014/main" id="{2FCB6692-B242-46AE-A305-E4EC2438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47825"/>
            <a:ext cx="7581900" cy="2847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 = 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StateGraph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(VisitorState)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add_node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"greet"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greet)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add_node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"hours"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hours)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add_node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"compose"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compose)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"greet"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"greet"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"hours"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"hours"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"compose"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"compose"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57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END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graph = builder.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compile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</p:txBody>
      </p:sp>
      <p:sp>
        <p:nvSpPr>
          <p:cNvPr id="6" name="c3-text-390">
            <a:extLst xmlns:a="http://schemas.openxmlformats.org/drawingml/2006/main">
              <a:ext uri="{FF2B5EF4-FFF2-40B4-BE49-F238E27FC236}">
                <a16:creationId xmlns:a16="http://schemas.microsoft.com/office/drawing/2014/main" id="{F73F9DBE-A46A-4B93-B392-B4BC14C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0505847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204">
            <a:extLst xmlns:a="http://schemas.openxmlformats.org/drawingml/2006/main">
              <a:ext uri="{FF2B5EF4-FFF2-40B4-BE49-F238E27FC236}">
                <a16:creationId xmlns:a16="http://schemas.microsoft.com/office/drawing/2014/main" id="{70C1FDB1-E8D5-49A7-A490-6375A561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5">
            <a:extLst xmlns:a="http://schemas.openxmlformats.org/drawingml/2006/main">
              <a:ext uri="{FF2B5EF4-FFF2-40B4-BE49-F238E27FC236}">
                <a16:creationId xmlns:a16="http://schemas.microsoft.com/office/drawing/2014/main" id="{4C477720-125F-4B6A-B248-C07A0A67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Invoke the Graph [9]</a:t>
            </a:r>
          </a:p>
        </p:txBody>
      </p:sp>
      <p:sp>
        <p:nvSpPr>
          <p:cNvPr id="3" name="c3-text-206">
            <a:extLst xmlns:a="http://schemas.openxmlformats.org/drawingml/2006/main">
              <a:ext uri="{FF2B5EF4-FFF2-40B4-BE49-F238E27FC236}">
                <a16:creationId xmlns:a16="http://schemas.microsoft.com/office/drawing/2014/main" id="{33EF2CC7-78F4-4793-A272-8DC5336C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207">
            <a:extLst xmlns:a="http://schemas.openxmlformats.org/drawingml/2006/main">
              <a:ext uri="{FF2B5EF4-FFF2-40B4-BE49-F238E27FC236}">
                <a16:creationId xmlns:a16="http://schemas.microsoft.com/office/drawing/2014/main" id="{98C8C12B-A916-4FB0-996D-17CF31AE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7924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08">
            <a:extLst xmlns:a="http://schemas.openxmlformats.org/drawingml/2006/main">
              <a:ext uri="{FF2B5EF4-FFF2-40B4-BE49-F238E27FC236}">
                <a16:creationId xmlns:a16="http://schemas.microsoft.com/office/drawing/2014/main" id="{15164A96-BAF1-4257-A50E-1098229C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19275"/>
            <a:ext cx="7581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result = graph.</a:t>
            </a:r>
            <a:r>
              <a:rPr sz="17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7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({</a:t>
            </a:r>
            <a:r>
              <a:rPr sz="17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"visitor"</a:t>
            </a:r>
            <a:r>
              <a:rPr sz="17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7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"Lea"</a:t>
            </a:r>
            <a:r>
              <a:rPr sz="17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})</a:t>
            </a:r>
          </a:p>
          <a:p xmlns:a="http://schemas.openxmlformats.org/drawingml/2006/main">
            <a:pPr>
              <a:defRPr sz="17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7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(result[</a:t>
            </a:r>
            <a:r>
              <a:rPr sz="17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"answer"</a:t>
            </a:r>
            <a:r>
              <a:rPr sz="17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shape-209">
            <a:extLst xmlns:a="http://schemas.openxmlformats.org/drawingml/2006/main">
              <a:ext uri="{FF2B5EF4-FFF2-40B4-BE49-F238E27FC236}">
                <a16:creationId xmlns:a16="http://schemas.microsoft.com/office/drawing/2014/main" id="{8C7F67F0-9ADA-4A12-AFE3-37428AF09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37719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shape-210">
            <a:extLst xmlns:a="http://schemas.openxmlformats.org/drawingml/2006/main">
              <a:ext uri="{FF2B5EF4-FFF2-40B4-BE49-F238E27FC236}">
                <a16:creationId xmlns:a16="http://schemas.microsoft.com/office/drawing/2014/main" id="{19B50B70-1DAC-416F-8376-44D13D9C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211">
            <a:extLst xmlns:a="http://schemas.openxmlformats.org/drawingml/2006/main">
              <a:ext uri="{FF2B5EF4-FFF2-40B4-BE49-F238E27FC236}">
                <a16:creationId xmlns:a16="http://schemas.microsoft.com/office/drawing/2014/main" id="{EB61DC15-4CEC-4A79-B53F-A503B393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Input dictionary</a:t>
            </a:r>
          </a:p>
        </p:txBody>
      </p:sp>
      <p:sp>
        <p:nvSpPr>
          <p:cNvPr id="9" name="c3-text-212">
            <a:extLst xmlns:a="http://schemas.openxmlformats.org/drawingml/2006/main">
              <a:ext uri="{FF2B5EF4-FFF2-40B4-BE49-F238E27FC236}">
                <a16:creationId xmlns:a16="http://schemas.microsoft.com/office/drawing/2014/main" id="{860DA162-992E-47BC-A3BA-D33407B4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00450"/>
            <a:ext cx="339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values supplied at the start of this run.</a:t>
            </a:r>
          </a:p>
        </p:txBody>
      </p:sp>
      <p:sp>
        <p:nvSpPr>
          <p:cNvPr id="10" name="c3-shape-213">
            <a:extLst xmlns:a="http://schemas.openxmlformats.org/drawingml/2006/main">
              <a:ext uri="{FF2B5EF4-FFF2-40B4-BE49-F238E27FC236}">
                <a16:creationId xmlns:a16="http://schemas.microsoft.com/office/drawing/2014/main" id="{A7D0BB34-6B59-4D15-B7FA-9495F2DC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00375"/>
            <a:ext cx="37719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214">
            <a:extLst xmlns:a="http://schemas.openxmlformats.org/drawingml/2006/main">
              <a:ext uri="{FF2B5EF4-FFF2-40B4-BE49-F238E27FC236}">
                <a16:creationId xmlns:a16="http://schemas.microsoft.com/office/drawing/2014/main" id="{CE7965DD-B55C-4DE3-8F53-38BAFD69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623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215">
            <a:extLst xmlns:a="http://schemas.openxmlformats.org/drawingml/2006/main">
              <a:ext uri="{FF2B5EF4-FFF2-40B4-BE49-F238E27FC236}">
                <a16:creationId xmlns:a16="http://schemas.microsoft.com/office/drawing/2014/main" id="{4C98084A-F921-44C7-B975-C35B0EFC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575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Output dictionary</a:t>
            </a:r>
          </a:p>
        </p:txBody>
      </p:sp>
      <p:sp>
        <p:nvSpPr>
          <p:cNvPr id="13" name="c3-text-216">
            <a:extLst xmlns:a="http://schemas.openxmlformats.org/drawingml/2006/main">
              <a:ext uri="{FF2B5EF4-FFF2-40B4-BE49-F238E27FC236}">
                <a16:creationId xmlns:a16="http://schemas.microsoft.com/office/drawing/2014/main" id="{7B0B0BAB-0EC9-4C50-A408-DE526C44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00450"/>
            <a:ext cx="3390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final state, including the answer.</a:t>
            </a:r>
          </a:p>
        </p:txBody>
      </p:sp>
      <p:sp>
        <p:nvSpPr>
          <p:cNvPr id="14" name="c3-text-217">
            <a:hlinkClick xmlns:r="http://schemas.openxmlformats.org/officeDocument/2006/relationships" xmlns:a="http://schemas.openxmlformats.org/drawingml/2006/main" r:id="Rbffeb11642644434"/>
            <a:extLst xmlns:a="http://schemas.openxmlformats.org/drawingml/2006/main">
              <a:ext uri="{FF2B5EF4-FFF2-40B4-BE49-F238E27FC236}">
                <a16:creationId xmlns:a16="http://schemas.microsoft.com/office/drawing/2014/main" id="{41750A8B-DB19-4776-BBD5-739B61C3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01_langgraph.ipynb: 1. A sequential graph</a:t>
            </a:r>
          </a:p>
        </p:txBody>
      </p:sp>
      <p:sp>
        <p:nvSpPr>
          <p:cNvPr id="15" name="c3-text-391">
            <a:extLst xmlns:a="http://schemas.openxmlformats.org/drawingml/2006/main">
              <a:ext uri="{FF2B5EF4-FFF2-40B4-BE49-F238E27FC236}">
                <a16:creationId xmlns:a16="http://schemas.microsoft.com/office/drawing/2014/main" id="{0470AAA6-9D1A-4C7A-942C-B2177089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173211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c3-text-218">
            <a:extLst xmlns:a="http://schemas.openxmlformats.org/drawingml/2006/main">
              <a:ext uri="{FF2B5EF4-FFF2-40B4-BE49-F238E27FC236}">
                <a16:creationId xmlns:a16="http://schemas.microsoft.com/office/drawing/2014/main" id="{C527E598-E818-43C6-810A-BD3746D3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9">
            <a:extLst xmlns:a="http://schemas.openxmlformats.org/drawingml/2006/main">
              <a:ext uri="{FF2B5EF4-FFF2-40B4-BE49-F238E27FC236}">
                <a16:creationId xmlns:a16="http://schemas.microsoft.com/office/drawing/2014/main" id="{280720F6-2C7F-42ED-92F5-33173AF3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Conditional Paths [9]</a:t>
            </a:r>
          </a:p>
        </p:txBody>
      </p:sp>
      <p:sp>
        <p:nvSpPr>
          <p:cNvPr id="3" name="c3-text-220">
            <a:extLst xmlns:a="http://schemas.openxmlformats.org/drawingml/2006/main">
              <a:ext uri="{FF2B5EF4-FFF2-40B4-BE49-F238E27FC236}">
                <a16:creationId xmlns:a16="http://schemas.microsoft.com/office/drawing/2014/main" id="{BFF88A5B-73C1-4663-841A-53A3DD92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one greeting using the language in the input.</a:t>
            </a:r>
          </a:p>
        </p:txBody>
      </p:sp>
      <p:sp>
        <p:nvSpPr>
          <p:cNvPr id="4" name="c3-text-221">
            <a:extLst xmlns:a="http://schemas.openxmlformats.org/drawingml/2006/main">
              <a:ext uri="{FF2B5EF4-FFF2-40B4-BE49-F238E27FC236}">
                <a16:creationId xmlns:a16="http://schemas.microsoft.com/office/drawing/2014/main" id="{9FA24533-7F53-4E0D-8D6F-6E93E87E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5" name="c3-shape-222">
            <a:extLst xmlns:a="http://schemas.openxmlformats.org/drawingml/2006/main">
              <a:ext uri="{FF2B5EF4-FFF2-40B4-BE49-F238E27FC236}">
                <a16:creationId xmlns:a16="http://schemas.microsoft.com/office/drawing/2014/main" id="{FA313E32-1727-4A3E-8FD4-47816A46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371600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text-223">
            <a:extLst xmlns:a="http://schemas.openxmlformats.org/drawingml/2006/main">
              <a:ext uri="{FF2B5EF4-FFF2-40B4-BE49-F238E27FC236}">
                <a16:creationId xmlns:a16="http://schemas.microsoft.com/office/drawing/2014/main" id="{4E84B72D-D390-49C9-B2AD-217FD549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1143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7" name="c3-shape-224">
            <a:extLst xmlns:a="http://schemas.openxmlformats.org/drawingml/2006/main">
              <a:ext uri="{FF2B5EF4-FFF2-40B4-BE49-F238E27FC236}">
                <a16:creationId xmlns:a16="http://schemas.microsoft.com/office/drawing/2014/main" id="{995825BB-385F-49D2-BFE5-0733F5A6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209800"/>
            <a:ext cx="190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shape-225">
            <a:extLst xmlns:a="http://schemas.openxmlformats.org/drawingml/2006/main">
              <a:ext uri="{FF2B5EF4-FFF2-40B4-BE49-F238E27FC236}">
                <a16:creationId xmlns:a16="http://schemas.microsoft.com/office/drawing/2014/main" id="{6103887D-1734-49EE-A264-A73D0318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000375"/>
            <a:ext cx="228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9" name="c3-shape-226">
            <a:extLst xmlns:a="http://schemas.openxmlformats.org/drawingml/2006/main">
              <a:ext uri="{FF2B5EF4-FFF2-40B4-BE49-F238E27FC236}">
                <a16:creationId xmlns:a16="http://schemas.microsoft.com/office/drawing/2014/main" id="{01232FF8-9BD4-492F-857B-9D8D8842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209800"/>
            <a:ext cx="82867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227">
            <a:extLst xmlns:a="http://schemas.openxmlformats.org/drawingml/2006/main">
              <a:ext uri="{FF2B5EF4-FFF2-40B4-BE49-F238E27FC236}">
                <a16:creationId xmlns:a16="http://schemas.microsoft.com/office/drawing/2014/main" id="{6634EDF8-74CA-4A51-9EC2-8CE522DA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3638550"/>
            <a:ext cx="82867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shape-228">
            <a:extLst xmlns:a="http://schemas.openxmlformats.org/drawingml/2006/main">
              <a:ext uri="{FF2B5EF4-FFF2-40B4-BE49-F238E27FC236}">
                <a16:creationId xmlns:a16="http://schemas.microsoft.com/office/drawing/2014/main" id="{6020DB89-C03D-4EDD-965C-20A94B87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971675"/>
            <a:ext cx="2476500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229">
            <a:extLst xmlns:a="http://schemas.openxmlformats.org/drawingml/2006/main">
              <a:ext uri="{FF2B5EF4-FFF2-40B4-BE49-F238E27FC236}">
                <a16:creationId xmlns:a16="http://schemas.microsoft.com/office/drawing/2014/main" id="{AE17EF47-A465-4300-8621-72742D3A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047875"/>
            <a:ext cx="22479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english</a:t>
            </a:r>
          </a:p>
        </p:txBody>
      </p:sp>
      <p:sp>
        <p:nvSpPr>
          <p:cNvPr id="13" name="c3-shape-230">
            <a:extLst xmlns:a="http://schemas.openxmlformats.org/drawingml/2006/main">
              <a:ext uri="{FF2B5EF4-FFF2-40B4-BE49-F238E27FC236}">
                <a16:creationId xmlns:a16="http://schemas.microsoft.com/office/drawing/2014/main" id="{9D560A5A-A081-4B37-840F-D2F5EB89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00425"/>
            <a:ext cx="2476500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4" name="c3-text-231">
            <a:extLst xmlns:a="http://schemas.openxmlformats.org/drawingml/2006/main">
              <a:ext uri="{FF2B5EF4-FFF2-40B4-BE49-F238E27FC236}">
                <a16:creationId xmlns:a16="http://schemas.microsoft.com/office/drawing/2014/main" id="{58057895-29FD-4ADD-9218-EE28E285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3476625"/>
            <a:ext cx="22479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italian</a:t>
            </a:r>
          </a:p>
        </p:txBody>
      </p:sp>
      <p:sp>
        <p:nvSpPr>
          <p:cNvPr id="15" name="c3-text-232">
            <a:extLst xmlns:a="http://schemas.openxmlformats.org/drawingml/2006/main">
              <a:ext uri="{FF2B5EF4-FFF2-40B4-BE49-F238E27FC236}">
                <a16:creationId xmlns:a16="http://schemas.microsoft.com/office/drawing/2014/main" id="{A8FD1303-D9BD-4950-B289-BEFEED29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828800"/>
            <a:ext cx="619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en</a:t>
            </a:r>
          </a:p>
        </p:txBody>
      </p:sp>
      <p:sp>
        <p:nvSpPr>
          <p:cNvPr id="16" name="c3-text-233">
            <a:extLst xmlns:a="http://schemas.openxmlformats.org/drawingml/2006/main">
              <a:ext uri="{FF2B5EF4-FFF2-40B4-BE49-F238E27FC236}">
                <a16:creationId xmlns:a16="http://schemas.microsoft.com/office/drawing/2014/main" id="{D2F8EE11-A616-4923-9807-7C33A219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257550"/>
            <a:ext cx="619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it</a:t>
            </a:r>
          </a:p>
        </p:txBody>
      </p:sp>
      <p:sp>
        <p:nvSpPr>
          <p:cNvPr id="17" name="c3-shape-234">
            <a:extLst xmlns:a="http://schemas.openxmlformats.org/drawingml/2006/main">
              <a:ext uri="{FF2B5EF4-FFF2-40B4-BE49-F238E27FC236}">
                <a16:creationId xmlns:a16="http://schemas.microsoft.com/office/drawing/2014/main" id="{CEC8FEF3-8934-40CD-AA31-27CC7175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286000"/>
            <a:ext cx="8286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8" name="c3-shape-235">
            <a:extLst xmlns:a="http://schemas.openxmlformats.org/drawingml/2006/main">
              <a:ext uri="{FF2B5EF4-FFF2-40B4-BE49-F238E27FC236}">
                <a16:creationId xmlns:a16="http://schemas.microsoft.com/office/drawing/2014/main" id="{88D7BC5A-9B21-4512-A18B-EBC31237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14750"/>
            <a:ext cx="8286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9" name="c3-shape-236">
            <a:extLst xmlns:a="http://schemas.openxmlformats.org/drawingml/2006/main">
              <a:ext uri="{FF2B5EF4-FFF2-40B4-BE49-F238E27FC236}">
                <a16:creationId xmlns:a16="http://schemas.microsoft.com/office/drawing/2014/main" id="{A37076E5-23F7-4228-A624-33824384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286000"/>
            <a:ext cx="1905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0" name="c3-shape-237">
            <a:extLst xmlns:a="http://schemas.openxmlformats.org/drawingml/2006/main">
              <a:ext uri="{FF2B5EF4-FFF2-40B4-BE49-F238E27FC236}">
                <a16:creationId xmlns:a16="http://schemas.microsoft.com/office/drawing/2014/main" id="{57D005B0-916D-4075-BBA2-B49D5942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24175"/>
            <a:ext cx="58102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1" name="c3-shape-238">
            <a:extLst xmlns:a="http://schemas.openxmlformats.org/drawingml/2006/main">
              <a:ext uri="{FF2B5EF4-FFF2-40B4-BE49-F238E27FC236}">
                <a16:creationId xmlns:a16="http://schemas.microsoft.com/office/drawing/2014/main" id="{7DAEF7ED-1919-4F99-9292-28475C5C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695575"/>
            <a:ext cx="124777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2" name="c3-text-239">
            <a:extLst xmlns:a="http://schemas.openxmlformats.org/drawingml/2006/main">
              <a:ext uri="{FF2B5EF4-FFF2-40B4-BE49-F238E27FC236}">
                <a16:creationId xmlns:a16="http://schemas.microsoft.com/office/drawing/2014/main" id="{F39CFAF5-3FB1-485D-BE31-75C3CD151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71775"/>
            <a:ext cx="10191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23" name="c3-text-392">
            <a:extLst xmlns:a="http://schemas.openxmlformats.org/drawingml/2006/main">
              <a:ext uri="{FF2B5EF4-FFF2-40B4-BE49-F238E27FC236}">
                <a16:creationId xmlns:a16="http://schemas.microsoft.com/office/drawing/2014/main" id="{E0CCAFD9-0927-4C3E-A514-FB1A26D5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754121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40">
            <a:extLst xmlns:a="http://schemas.openxmlformats.org/drawingml/2006/main">
              <a:ext uri="{FF2B5EF4-FFF2-40B4-BE49-F238E27FC236}">
                <a16:creationId xmlns:a16="http://schemas.microsoft.com/office/drawing/2014/main" id="{EA2B3100-1B97-4F62-915A-38380557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1">
            <a:extLst xmlns:a="http://schemas.openxmlformats.org/drawingml/2006/main">
              <a:ext uri="{FF2B5EF4-FFF2-40B4-BE49-F238E27FC236}">
                <a16:creationId xmlns:a16="http://schemas.microsoft.com/office/drawing/2014/main" id="{ABB0014B-FC01-4F14-83F6-3B994E2C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Routing from State [9]</a:t>
            </a:r>
          </a:p>
        </p:txBody>
      </p:sp>
      <p:sp>
        <p:nvSpPr>
          <p:cNvPr id="3" name="c3-text-242">
            <a:extLst xmlns:a="http://schemas.openxmlformats.org/drawingml/2006/main">
              <a:ext uri="{FF2B5EF4-FFF2-40B4-BE49-F238E27FC236}">
                <a16:creationId xmlns:a16="http://schemas.microsoft.com/office/drawing/2014/main" id="{96BBD251-979A-4E52-9AF6-E2F68123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243">
            <a:extLst xmlns:a="http://schemas.openxmlformats.org/drawingml/2006/main">
              <a:ext uri="{FF2B5EF4-FFF2-40B4-BE49-F238E27FC236}">
                <a16:creationId xmlns:a16="http://schemas.microsoft.com/office/drawing/2014/main" id="{85DCEEC8-BB68-42C2-A6AE-EDC48161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7924800" cy="2200275"/>
          </a:xfrm>
          <a:prstGeom xmlns:a="http://schemas.openxmlformats.org/drawingml/2006/main" prst="roundRect">
            <a:avLst>
              <a:gd name="adj" fmla="val 346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44">
            <a:extLst xmlns:a="http://schemas.openxmlformats.org/drawingml/2006/main">
              <a:ext uri="{FF2B5EF4-FFF2-40B4-BE49-F238E27FC236}">
                <a16:creationId xmlns:a16="http://schemas.microsoft.com/office/drawing/2014/main" id="{CB0FAC15-AFD8-41F9-B4D9-EF53B270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24025"/>
            <a:ext cx="7581900" cy="1933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select_language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LanguageState):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6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state[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"language"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add_conditional_edges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6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select_language,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{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"en"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"english"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"it"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"italian"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6" name="c3-text-245">
            <a:extLst xmlns:a="http://schemas.openxmlformats.org/drawingml/2006/main">
              <a:ext uri="{FF2B5EF4-FFF2-40B4-BE49-F238E27FC236}">
                <a16:creationId xmlns:a16="http://schemas.microsoft.com/office/drawing/2014/main" id="{6E1E0DB7-0427-4939-A877-50D3ABA6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English and Italian. Then add a French greeting.</a:t>
            </a:r>
          </a:p>
        </p:txBody>
      </p:sp>
      <p:sp>
        <p:nvSpPr>
          <p:cNvPr id="7" name="c3-text-246">
            <a:hlinkClick xmlns:r="http://schemas.openxmlformats.org/officeDocument/2006/relationships" xmlns:a="http://schemas.openxmlformats.org/drawingml/2006/main" r:id="R37b454e9b7ef447a"/>
            <a:extLst xmlns:a="http://schemas.openxmlformats.org/drawingml/2006/main">
              <a:ext uri="{FF2B5EF4-FFF2-40B4-BE49-F238E27FC236}">
                <a16:creationId xmlns:a16="http://schemas.microsoft.com/office/drawing/2014/main" id="{FA5CC2A3-ED37-4321-9978-59FAF2DA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01_langgraph.ipynb: 2. A conditional path</a:t>
            </a:r>
          </a:p>
        </p:txBody>
      </p:sp>
      <p:sp>
        <p:nvSpPr>
          <p:cNvPr id="8" name="c3-text-393">
            <a:extLst xmlns:a="http://schemas.openxmlformats.org/drawingml/2006/main">
              <a:ext uri="{FF2B5EF4-FFF2-40B4-BE49-F238E27FC236}">
                <a16:creationId xmlns:a16="http://schemas.microsoft.com/office/drawing/2014/main" id="{141598FE-25A9-4BF5-BCAA-1DA835D0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2026550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247">
            <a:extLst xmlns:a="http://schemas.openxmlformats.org/drawingml/2006/main">
              <a:ext uri="{FF2B5EF4-FFF2-40B4-BE49-F238E27FC236}">
                <a16:creationId xmlns:a16="http://schemas.microsoft.com/office/drawing/2014/main" id="{68E1B013-5362-47BB-97BD-B51BA4F9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8">
            <a:extLst xmlns:a="http://schemas.openxmlformats.org/drawingml/2006/main">
              <a:ext uri="{FF2B5EF4-FFF2-40B4-BE49-F238E27FC236}">
                <a16:creationId xmlns:a16="http://schemas.microsoft.com/office/drawing/2014/main" id="{18EE39C0-57CE-4CCC-97AF-3EC07786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Parallel Paths [9]</a:t>
            </a:r>
          </a:p>
        </p:txBody>
      </p:sp>
      <p:sp>
        <p:nvSpPr>
          <p:cNvPr id="3" name="c3-text-249">
            <a:extLst xmlns:a="http://schemas.openxmlformats.org/drawingml/2006/main">
              <a:ext uri="{FF2B5EF4-FFF2-40B4-BE49-F238E27FC236}">
                <a16:creationId xmlns:a16="http://schemas.microsoft.com/office/drawing/2014/main" id="{53061813-729F-4060-8C18-7294001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Independent nodes can run in the same step.</a:t>
            </a:r>
          </a:p>
        </p:txBody>
      </p:sp>
      <p:sp>
        <p:nvSpPr>
          <p:cNvPr id="4" name="c3-text-250">
            <a:extLst xmlns:a="http://schemas.openxmlformats.org/drawingml/2006/main">
              <a:ext uri="{FF2B5EF4-FFF2-40B4-BE49-F238E27FC236}">
                <a16:creationId xmlns:a16="http://schemas.microsoft.com/office/drawing/2014/main" id="{E5AAEB9F-17EF-41BB-8FC7-9B201E81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5" name="c3-shape-251">
            <a:extLst xmlns:a="http://schemas.openxmlformats.org/drawingml/2006/main">
              <a:ext uri="{FF2B5EF4-FFF2-40B4-BE49-F238E27FC236}">
                <a16:creationId xmlns:a16="http://schemas.microsoft.com/office/drawing/2014/main" id="{9AC9C33C-F5AB-4FBA-AABA-5BAE089C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20015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text-252">
            <a:extLst xmlns:a="http://schemas.openxmlformats.org/drawingml/2006/main">
              <a:ext uri="{FF2B5EF4-FFF2-40B4-BE49-F238E27FC236}">
                <a16:creationId xmlns:a16="http://schemas.microsoft.com/office/drawing/2014/main" id="{D822A771-66C0-43E2-A07D-32F76FD2E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97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7" name="c3-shape-253">
            <a:extLst xmlns:a="http://schemas.openxmlformats.org/drawingml/2006/main">
              <a:ext uri="{FF2B5EF4-FFF2-40B4-BE49-F238E27FC236}">
                <a16:creationId xmlns:a16="http://schemas.microsoft.com/office/drawing/2014/main" id="{6425ED93-1706-45F8-8881-DFE3D3D5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971800"/>
            <a:ext cx="3143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shape-254">
            <a:extLst xmlns:a="http://schemas.openxmlformats.org/drawingml/2006/main">
              <a:ext uri="{FF2B5EF4-FFF2-40B4-BE49-F238E27FC236}">
                <a16:creationId xmlns:a16="http://schemas.microsoft.com/office/drawing/2014/main" id="{73838B5C-F8DA-4643-9C6C-C79B6580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190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9" name="c3-shape-255">
            <a:extLst xmlns:a="http://schemas.openxmlformats.org/drawingml/2006/main">
              <a:ext uri="{FF2B5EF4-FFF2-40B4-BE49-F238E27FC236}">
                <a16:creationId xmlns:a16="http://schemas.microsoft.com/office/drawing/2014/main" id="{DE7B25A2-93D9-4C14-87A7-69ACA51AC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190750"/>
            <a:ext cx="56197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256">
            <a:extLst xmlns:a="http://schemas.openxmlformats.org/drawingml/2006/main">
              <a:ext uri="{FF2B5EF4-FFF2-40B4-BE49-F238E27FC236}">
                <a16:creationId xmlns:a16="http://schemas.microsoft.com/office/drawing/2014/main" id="{F5798500-C723-433E-BE14-0AB3224A4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19500"/>
            <a:ext cx="56197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shape-257">
            <a:extLst xmlns:a="http://schemas.openxmlformats.org/drawingml/2006/main">
              <a:ext uri="{FF2B5EF4-FFF2-40B4-BE49-F238E27FC236}">
                <a16:creationId xmlns:a16="http://schemas.microsoft.com/office/drawing/2014/main" id="{76DAB304-9BD8-4298-A388-85083755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62150"/>
            <a:ext cx="1809750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258">
            <a:extLst xmlns:a="http://schemas.openxmlformats.org/drawingml/2006/main">
              <a:ext uri="{FF2B5EF4-FFF2-40B4-BE49-F238E27FC236}">
                <a16:creationId xmlns:a16="http://schemas.microsoft.com/office/drawing/2014/main" id="{9396CE3F-2901-4D42-8D15-D9F7857FB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38350"/>
            <a:ext cx="1581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greet</a:t>
            </a:r>
          </a:p>
        </p:txBody>
      </p:sp>
      <p:sp>
        <p:nvSpPr>
          <p:cNvPr id="13" name="c3-shape-259">
            <a:extLst xmlns:a="http://schemas.openxmlformats.org/drawingml/2006/main">
              <a:ext uri="{FF2B5EF4-FFF2-40B4-BE49-F238E27FC236}">
                <a16:creationId xmlns:a16="http://schemas.microsoft.com/office/drawing/2014/main" id="{3CD69F55-9EE0-4C04-A7D2-01679E23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90900"/>
            <a:ext cx="1809750" cy="638175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4" name="c3-text-260">
            <a:extLst xmlns:a="http://schemas.openxmlformats.org/drawingml/2006/main">
              <a:ext uri="{FF2B5EF4-FFF2-40B4-BE49-F238E27FC236}">
                <a16:creationId xmlns:a16="http://schemas.microsoft.com/office/drawing/2014/main" id="{0B25F392-86D5-4248-8322-7F11ACCD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67100"/>
            <a:ext cx="1581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hours</a:t>
            </a:r>
          </a:p>
        </p:txBody>
      </p:sp>
      <p:sp>
        <p:nvSpPr>
          <p:cNvPr id="15" name="c3-text-261">
            <a:extLst xmlns:a="http://schemas.openxmlformats.org/drawingml/2006/main">
              <a:ext uri="{FF2B5EF4-FFF2-40B4-BE49-F238E27FC236}">
                <a16:creationId xmlns:a16="http://schemas.microsoft.com/office/drawing/2014/main" id="{2182C0DE-C007-46AF-8581-F708CAC2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6289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greeting</a:t>
            </a:r>
          </a:p>
        </p:txBody>
      </p:sp>
      <p:sp>
        <p:nvSpPr>
          <p:cNvPr id="16" name="c3-text-262">
            <a:extLst xmlns:a="http://schemas.openxmlformats.org/drawingml/2006/main">
              <a:ext uri="{FF2B5EF4-FFF2-40B4-BE49-F238E27FC236}">
                <a16:creationId xmlns:a16="http://schemas.microsoft.com/office/drawing/2014/main" id="{D029B2C9-20C0-4EDE-AD8B-814E9D34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386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opening_hours</a:t>
            </a:r>
          </a:p>
        </p:txBody>
      </p:sp>
      <p:sp>
        <p:nvSpPr>
          <p:cNvPr id="17" name="c3-shape-263">
            <a:extLst xmlns:a="http://schemas.openxmlformats.org/drawingml/2006/main">
              <a:ext uri="{FF2B5EF4-FFF2-40B4-BE49-F238E27FC236}">
                <a16:creationId xmlns:a16="http://schemas.microsoft.com/office/drawing/2014/main" id="{0B189C7F-2E4F-4113-9975-C232D4BF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76475"/>
            <a:ext cx="47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8" name="c3-shape-264">
            <a:extLst xmlns:a="http://schemas.openxmlformats.org/drawingml/2006/main">
              <a:ext uri="{FF2B5EF4-FFF2-40B4-BE49-F238E27FC236}">
                <a16:creationId xmlns:a16="http://schemas.microsoft.com/office/drawing/2014/main" id="{43C1CD9B-13CD-4371-886B-4FBD64C5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05225"/>
            <a:ext cx="47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9" name="c3-shape-265">
            <a:extLst xmlns:a="http://schemas.openxmlformats.org/drawingml/2006/main">
              <a:ext uri="{FF2B5EF4-FFF2-40B4-BE49-F238E27FC236}">
                <a16:creationId xmlns:a16="http://schemas.microsoft.com/office/drawing/2014/main" id="{F9C93AB9-EA0C-4D4F-88FB-630253CE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2276475"/>
            <a:ext cx="1905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0" name="c3-shape-266">
            <a:extLst xmlns:a="http://schemas.openxmlformats.org/drawingml/2006/main">
              <a:ext uri="{FF2B5EF4-FFF2-40B4-BE49-F238E27FC236}">
                <a16:creationId xmlns:a16="http://schemas.microsoft.com/office/drawing/2014/main" id="{B3695F4B-A064-490A-AF23-BCE0C698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905125"/>
            <a:ext cx="42862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1" name="c3-shape-267">
            <a:extLst xmlns:a="http://schemas.openxmlformats.org/drawingml/2006/main">
              <a:ext uri="{FF2B5EF4-FFF2-40B4-BE49-F238E27FC236}">
                <a16:creationId xmlns:a16="http://schemas.microsoft.com/office/drawing/2014/main" id="{6B409998-6741-478C-855C-09D0A844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686050"/>
            <a:ext cx="160020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2" name="c3-text-268">
            <a:extLst xmlns:a="http://schemas.openxmlformats.org/drawingml/2006/main">
              <a:ext uri="{FF2B5EF4-FFF2-40B4-BE49-F238E27FC236}">
                <a16:creationId xmlns:a16="http://schemas.microsoft.com/office/drawing/2014/main" id="{514FC574-269C-476C-B853-0B55D849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762250"/>
            <a:ext cx="13716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compose</a:t>
            </a:r>
          </a:p>
        </p:txBody>
      </p:sp>
      <p:sp>
        <p:nvSpPr>
          <p:cNvPr id="23" name="c3-shape-269">
            <a:extLst xmlns:a="http://schemas.openxmlformats.org/drawingml/2006/main">
              <a:ext uri="{FF2B5EF4-FFF2-40B4-BE49-F238E27FC236}">
                <a16:creationId xmlns:a16="http://schemas.microsoft.com/office/drawing/2014/main" id="{79B66459-443D-45E1-9682-3F393C45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285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4" name="c3-shape-270">
            <a:extLst xmlns:a="http://schemas.openxmlformats.org/drawingml/2006/main">
              <a:ext uri="{FF2B5EF4-FFF2-40B4-BE49-F238E27FC236}">
                <a16:creationId xmlns:a16="http://schemas.microsoft.com/office/drawing/2014/main" id="{CE80FC17-8F97-4834-B56E-FA4F03B7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86050"/>
            <a:ext cx="666750" cy="600075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5" name="c3-text-271">
            <a:extLst xmlns:a="http://schemas.openxmlformats.org/drawingml/2006/main">
              <a:ext uri="{FF2B5EF4-FFF2-40B4-BE49-F238E27FC236}">
                <a16:creationId xmlns:a16="http://schemas.microsoft.com/office/drawing/2014/main" id="{D7BF74BC-08FB-455E-9445-DB3EF64A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62250"/>
            <a:ext cx="4381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26" name="c3-text-394">
            <a:extLst xmlns:a="http://schemas.openxmlformats.org/drawingml/2006/main">
              <a:ext uri="{FF2B5EF4-FFF2-40B4-BE49-F238E27FC236}">
                <a16:creationId xmlns:a16="http://schemas.microsoft.com/office/drawing/2014/main" id="{4FA26B26-EE57-4CAE-ADA1-6F16018E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1141105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272">
            <a:extLst xmlns:a="http://schemas.openxmlformats.org/drawingml/2006/main">
              <a:ext uri="{FF2B5EF4-FFF2-40B4-BE49-F238E27FC236}">
                <a16:creationId xmlns:a16="http://schemas.microsoft.com/office/drawing/2014/main" id="{BF265E88-5A0C-43B0-9C1B-B78F95B1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3">
            <a:extLst xmlns:a="http://schemas.openxmlformats.org/drawingml/2006/main">
              <a:ext uri="{FF2B5EF4-FFF2-40B4-BE49-F238E27FC236}">
                <a16:creationId xmlns:a16="http://schemas.microsoft.com/office/drawing/2014/main" id="{67D8A39A-F3B3-4E2A-B7DE-F1BC9E6B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Split and Join [9]</a:t>
            </a:r>
          </a:p>
        </p:txBody>
      </p:sp>
      <p:sp>
        <p:nvSpPr>
          <p:cNvPr id="3" name="c3-text-274">
            <a:extLst xmlns:a="http://schemas.openxmlformats.org/drawingml/2006/main">
              <a:ext uri="{FF2B5EF4-FFF2-40B4-BE49-F238E27FC236}">
                <a16:creationId xmlns:a16="http://schemas.microsoft.com/office/drawing/2014/main" id="{F9F6E05D-F002-464A-951F-B4606D57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275">
            <a:extLst xmlns:a="http://schemas.openxmlformats.org/drawingml/2006/main">
              <a:ext uri="{FF2B5EF4-FFF2-40B4-BE49-F238E27FC236}">
                <a16:creationId xmlns:a16="http://schemas.microsoft.com/office/drawing/2014/main" id="{CD15C830-294E-4B9A-9CBF-D1E62EF1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79248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76">
            <a:extLst xmlns:a="http://schemas.openxmlformats.org/drawingml/2006/main">
              <a:ext uri="{FF2B5EF4-FFF2-40B4-BE49-F238E27FC236}">
                <a16:creationId xmlns:a16="http://schemas.microsoft.com/office/drawing/2014/main" id="{55526022-80EE-4D21-8841-9DB8CD5E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75819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"greet"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"hours"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"greet"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"hours"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], 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"compose"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6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builder.</a:t>
            </a:r>
            <a:r>
              <a:rPr sz="16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add_edge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6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"compose"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6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END</a:t>
            </a:r>
            <a:r>
              <a:rPr sz="16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6" name="c3-text-277">
            <a:extLst xmlns:a="http://schemas.openxmlformats.org/drawingml/2006/main">
              <a:ext uri="{FF2B5EF4-FFF2-40B4-BE49-F238E27FC236}">
                <a16:creationId xmlns:a16="http://schemas.microsoft.com/office/drawing/2014/main" id="{515DC056-0A2B-43C0-B444-BE1445F3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The list makes compose wait for both nodes.</a:t>
            </a:r>
          </a:p>
        </p:txBody>
      </p:sp>
      <p:sp>
        <p:nvSpPr>
          <p:cNvPr id="7" name="c3-text-278">
            <a:extLst xmlns:a="http://schemas.openxmlformats.org/drawingml/2006/main">
              <a:ext uri="{FF2B5EF4-FFF2-40B4-BE49-F238E27FC236}">
                <a16:creationId xmlns:a16="http://schemas.microsoft.com/office/drawing/2014/main" id="{0DDFF4CB-9847-4F2F-AD24-E80E648A2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Each parallel branch writes a different state key.</a:t>
            </a:r>
          </a:p>
        </p:txBody>
      </p:sp>
      <p:sp>
        <p:nvSpPr>
          <p:cNvPr id="8" name="c3-text-279">
            <a:hlinkClick xmlns:r="http://schemas.openxmlformats.org/officeDocument/2006/relationships" xmlns:a="http://schemas.openxmlformats.org/drawingml/2006/main" r:id="Rffa669cb69c34307"/>
            <a:extLst xmlns:a="http://schemas.openxmlformats.org/drawingml/2006/main">
              <a:ext uri="{FF2B5EF4-FFF2-40B4-BE49-F238E27FC236}">
                <a16:creationId xmlns:a16="http://schemas.microsoft.com/office/drawing/2014/main" id="{143202CD-DC1A-496C-BE93-88AF4128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01_langgraph.ipynb: 3. Parallel paths</a:t>
            </a:r>
          </a:p>
        </p:txBody>
      </p:sp>
      <p:sp>
        <p:nvSpPr>
          <p:cNvPr id="9" name="c3-text-395">
            <a:extLst xmlns:a="http://schemas.openxmlformats.org/drawingml/2006/main">
              <a:ext uri="{FF2B5EF4-FFF2-40B4-BE49-F238E27FC236}">
                <a16:creationId xmlns:a16="http://schemas.microsoft.com/office/drawing/2014/main" id="{474F2736-322C-48E3-ABA5-23ED6D89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4819236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c3-text-280">
            <a:extLst xmlns:a="http://schemas.openxmlformats.org/drawingml/2006/main">
              <a:ext uri="{FF2B5EF4-FFF2-40B4-BE49-F238E27FC236}">
                <a16:creationId xmlns:a16="http://schemas.microsoft.com/office/drawing/2014/main" id="{77BEBAEB-38D6-4324-A0F6-887CD563C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81">
            <a:extLst xmlns:a="http://schemas.openxmlformats.org/drawingml/2006/main">
              <a:ext uri="{FF2B5EF4-FFF2-40B4-BE49-F238E27FC236}">
                <a16:creationId xmlns:a16="http://schemas.microsoft.com/office/drawing/2014/main" id="{99D3D350-1DD0-421A-98FC-13CA3370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 LLM Inside a Node</a:t>
            </a:r>
          </a:p>
        </p:txBody>
      </p:sp>
      <p:sp>
        <p:nvSpPr>
          <p:cNvPr id="3" name="c3-text-282">
            <a:extLst xmlns:a="http://schemas.openxmlformats.org/drawingml/2006/main">
              <a:ext uri="{FF2B5EF4-FFF2-40B4-BE49-F238E27FC236}">
                <a16:creationId xmlns:a16="http://schemas.microsoft.com/office/drawing/2014/main" id="{382588D4-EB4C-47B7-91C1-CC1D5480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283">
            <a:extLst xmlns:a="http://schemas.openxmlformats.org/drawingml/2006/main">
              <a:ext uri="{FF2B5EF4-FFF2-40B4-BE49-F238E27FC236}">
                <a16:creationId xmlns:a16="http://schemas.microsoft.com/office/drawing/2014/main" id="{5658EA5B-4087-4A6B-A707-EAF7BC463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4287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284">
            <a:extLst xmlns:a="http://schemas.openxmlformats.org/drawingml/2006/main">
              <a:ext uri="{FF2B5EF4-FFF2-40B4-BE49-F238E27FC236}">
                <a16:creationId xmlns:a16="http://schemas.microsoft.com/office/drawing/2014/main" id="{F96A8DBD-049D-4635-974C-DE03D0D8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1200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history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(your list)</a:t>
            </a:r>
          </a:p>
        </p:txBody>
      </p:sp>
      <p:sp>
        <p:nvSpPr>
          <p:cNvPr id="6" name="c3-shape-285">
            <a:extLst xmlns:a="http://schemas.openxmlformats.org/drawingml/2006/main">
              <a:ext uri="{FF2B5EF4-FFF2-40B4-BE49-F238E27FC236}">
                <a16:creationId xmlns:a16="http://schemas.microsoft.com/office/drawing/2014/main" id="{75EF1E5A-E57E-41D6-8383-E9B800CD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047875"/>
            <a:ext cx="3238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286">
            <a:extLst xmlns:a="http://schemas.openxmlformats.org/drawingml/2006/main">
              <a:ext uri="{FF2B5EF4-FFF2-40B4-BE49-F238E27FC236}">
                <a16:creationId xmlns:a16="http://schemas.microsoft.com/office/drawing/2014/main" id="{C75FC6D4-F41C-4088-90C5-FF66A7A7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733550"/>
            <a:ext cx="21907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287">
            <a:extLst xmlns:a="http://schemas.openxmlformats.org/drawingml/2006/main">
              <a:ext uri="{FF2B5EF4-FFF2-40B4-BE49-F238E27FC236}">
                <a16:creationId xmlns:a16="http://schemas.microsoft.com/office/drawing/2014/main" id="{AE4DBBEB-687B-4986-B012-FBAE01E6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809750"/>
            <a:ext cx="1962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filter_messages</a:t>
            </a:r>
          </a:p>
        </p:txBody>
      </p:sp>
      <p:sp>
        <p:nvSpPr>
          <p:cNvPr id="9" name="c3-shape-288">
            <a:extLst xmlns:a="http://schemas.openxmlformats.org/drawingml/2006/main">
              <a:ext uri="{FF2B5EF4-FFF2-40B4-BE49-F238E27FC236}">
                <a16:creationId xmlns:a16="http://schemas.microsoft.com/office/drawing/2014/main" id="{F3034FF9-9D86-4D54-BC0D-DE62173C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47875"/>
            <a:ext cx="3238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289">
            <a:extLst xmlns:a="http://schemas.openxmlformats.org/drawingml/2006/main">
              <a:ext uri="{FF2B5EF4-FFF2-40B4-BE49-F238E27FC236}">
                <a16:creationId xmlns:a16="http://schemas.microsoft.com/office/drawing/2014/main" id="{CF47281B-5DBD-4F2E-83E1-638FCE05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733550"/>
            <a:ext cx="17145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1" name="c3-text-290">
            <a:extLst xmlns:a="http://schemas.openxmlformats.org/drawingml/2006/main">
              <a:ext uri="{FF2B5EF4-FFF2-40B4-BE49-F238E27FC236}">
                <a16:creationId xmlns:a16="http://schemas.microsoft.com/office/drawing/2014/main" id="{43D8D94D-2305-4EDF-AAAB-300716B5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09750"/>
            <a:ext cx="1485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respond</a:t>
            </a:r>
          </a:p>
        </p:txBody>
      </p:sp>
      <p:sp>
        <p:nvSpPr>
          <p:cNvPr id="12" name="c3-shape-291">
            <a:extLst xmlns:a="http://schemas.openxmlformats.org/drawingml/2006/main">
              <a:ext uri="{FF2B5EF4-FFF2-40B4-BE49-F238E27FC236}">
                <a16:creationId xmlns:a16="http://schemas.microsoft.com/office/drawing/2014/main" id="{1DAA1002-6286-4F07-8342-0A387DF2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47875"/>
            <a:ext cx="3238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292">
            <a:extLst xmlns:a="http://schemas.openxmlformats.org/drawingml/2006/main">
              <a:ext uri="{FF2B5EF4-FFF2-40B4-BE49-F238E27FC236}">
                <a16:creationId xmlns:a16="http://schemas.microsoft.com/office/drawing/2014/main" id="{D3960E26-3F9D-400A-9737-04719D3D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733550"/>
            <a:ext cx="10477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4" name="c3-text-293">
            <a:extLst xmlns:a="http://schemas.openxmlformats.org/drawingml/2006/main">
              <a:ext uri="{FF2B5EF4-FFF2-40B4-BE49-F238E27FC236}">
                <a16:creationId xmlns:a16="http://schemas.microsoft.com/office/drawing/2014/main" id="{C24DD92E-30F6-4DE9-83C6-8604F52AD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09750"/>
            <a:ext cx="819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reply</a:t>
            </a:r>
          </a:p>
        </p:txBody>
      </p:sp>
      <p:sp>
        <p:nvSpPr>
          <p:cNvPr id="15" name="c3-text-294">
            <a:extLst xmlns:a="http://schemas.openxmlformats.org/drawingml/2006/main">
              <a:ext uri="{FF2B5EF4-FFF2-40B4-BE49-F238E27FC236}">
                <a16:creationId xmlns:a16="http://schemas.microsoft.com/office/drawing/2014/main" id="{654B2EFF-AB2B-4DEB-A403-5B439C62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2890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Keeps the last MAX_MESSAGES.</a:t>
            </a:r>
          </a:p>
        </p:txBody>
      </p:sp>
      <p:sp>
        <p:nvSpPr>
          <p:cNvPr id="16" name="c3-text-295">
            <a:extLst xmlns:a="http://schemas.openxmlformats.org/drawingml/2006/main">
              <a:ext uri="{FF2B5EF4-FFF2-40B4-BE49-F238E27FC236}">
                <a16:creationId xmlns:a16="http://schemas.microsoft.com/office/drawing/2014/main" id="{46408337-EF66-4E40-B345-8B493263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llm.invoke([system] + context)</a:t>
            </a:r>
          </a:p>
        </p:txBody>
      </p:sp>
      <p:sp>
        <p:nvSpPr>
          <p:cNvPr id="17" name="c3-text-296">
            <a:extLst xmlns:a="http://schemas.openxmlformats.org/drawingml/2006/main">
              <a:ext uri="{FF2B5EF4-FFF2-40B4-BE49-F238E27FC236}">
                <a16:creationId xmlns:a16="http://schemas.microsoft.com/office/drawing/2014/main" id="{9838F1FD-12C0-4DA2-B02D-C7E2A072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list stays outside the graph: we pass it in and append the reply.</a:t>
            </a:r>
          </a:p>
        </p:txBody>
      </p:sp>
      <p:sp>
        <p:nvSpPr>
          <p:cNvPr id="18" name="c3-text-297">
            <a:extLst xmlns:a="http://schemas.openxmlformats.org/drawingml/2006/main">
              <a:ext uri="{FF2B5EF4-FFF2-40B4-BE49-F238E27FC236}">
                <a16:creationId xmlns:a16="http://schemas.microsoft.com/office/drawing/2014/main" id="{8801AC8C-B063-444D-B98A-42E68207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Together: write the two nodes and connect them.</a:t>
            </a:r>
          </a:p>
        </p:txBody>
      </p:sp>
      <p:sp>
        <p:nvSpPr>
          <p:cNvPr id="19" name="c3-text-298">
            <a:hlinkClick xmlns:r="http://schemas.openxmlformats.org/officeDocument/2006/relationships" xmlns:a="http://schemas.openxmlformats.org/drawingml/2006/main" r:id="Reb2793b2c0bf4b61"/>
            <a:extLst xmlns:a="http://schemas.openxmlformats.org/drawingml/2006/main">
              <a:ext uri="{FF2B5EF4-FFF2-40B4-BE49-F238E27FC236}">
                <a16:creationId xmlns:a16="http://schemas.microsoft.com/office/drawing/2014/main" id="{985E01CB-B4DF-45C5-AC55-6AEC2D93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01_langgraph.ipynb: 4. Together: an LLM inside the graph</a:t>
            </a:r>
          </a:p>
        </p:txBody>
      </p:sp>
      <p:sp>
        <p:nvSpPr>
          <p:cNvPr id="20" name="c3-text-396">
            <a:extLst xmlns:a="http://schemas.openxmlformats.org/drawingml/2006/main">
              <a:ext uri="{FF2B5EF4-FFF2-40B4-BE49-F238E27FC236}">
                <a16:creationId xmlns:a16="http://schemas.microsoft.com/office/drawing/2014/main" id="{1CEF9594-A179-4B8B-BB68-9B7EF1D5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54872989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c3-text-299">
            <a:extLst xmlns:a="http://schemas.openxmlformats.org/drawingml/2006/main">
              <a:ext uri="{FF2B5EF4-FFF2-40B4-BE49-F238E27FC236}">
                <a16:creationId xmlns:a16="http://schemas.microsoft.com/office/drawing/2014/main" id="{71D44FE0-4170-4724-AFEB-1717D322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00">
            <a:extLst xmlns:a="http://schemas.openxmlformats.org/drawingml/2006/main">
              <a:ext uri="{FF2B5EF4-FFF2-40B4-BE49-F238E27FC236}">
                <a16:creationId xmlns:a16="http://schemas.microsoft.com/office/drawing/2014/main" id="{6716659A-4489-4E4F-9AA8-21ABE980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Exercise: A Dialogue Manager</a:t>
            </a:r>
          </a:p>
        </p:txBody>
      </p:sp>
      <p:sp>
        <p:nvSpPr>
          <p:cNvPr id="3" name="c3-text-301">
            <a:extLst xmlns:a="http://schemas.openxmlformats.org/drawingml/2006/main">
              <a:ext uri="{FF2B5EF4-FFF2-40B4-BE49-F238E27FC236}">
                <a16:creationId xmlns:a16="http://schemas.microsoft.com/office/drawing/2014/main" id="{3FDABA5A-A0FB-4710-AB60-61B77616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302">
            <a:extLst xmlns:a="http://schemas.openxmlformats.org/drawingml/2006/main">
              <a:ext uri="{FF2B5EF4-FFF2-40B4-BE49-F238E27FC236}">
                <a16:creationId xmlns:a16="http://schemas.microsoft.com/office/drawing/2014/main" id="{72C5CFF3-5947-46D5-876B-C839EDD6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303">
            <a:extLst xmlns:a="http://schemas.openxmlformats.org/drawingml/2006/main">
              <a:ext uri="{FF2B5EF4-FFF2-40B4-BE49-F238E27FC236}">
                <a16:creationId xmlns:a16="http://schemas.microsoft.com/office/drawing/2014/main" id="{D7222E3B-1F3E-4FD0-BA7A-56B054FC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819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304">
            <a:extLst xmlns:a="http://schemas.openxmlformats.org/drawingml/2006/main">
              <a:ext uri="{FF2B5EF4-FFF2-40B4-BE49-F238E27FC236}">
                <a16:creationId xmlns:a16="http://schemas.microsoft.com/office/drawing/2014/main" id="{642FD87F-0990-492D-AA01-636B4A2C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71675"/>
            <a:ext cx="2286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305">
            <a:extLst xmlns:a="http://schemas.openxmlformats.org/drawingml/2006/main">
              <a:ext uri="{FF2B5EF4-FFF2-40B4-BE49-F238E27FC236}">
                <a16:creationId xmlns:a16="http://schemas.microsoft.com/office/drawing/2014/main" id="{FFF5B061-D87A-4557-B167-8A7FC216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95450"/>
            <a:ext cx="18669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306">
            <a:extLst xmlns:a="http://schemas.openxmlformats.org/drawingml/2006/main">
              <a:ext uri="{FF2B5EF4-FFF2-40B4-BE49-F238E27FC236}">
                <a16:creationId xmlns:a16="http://schemas.microsoft.com/office/drawing/2014/main" id="{B51AD970-60F5-4524-BD6C-F9CF52662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71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detect_intent</a:t>
            </a:r>
          </a:p>
        </p:txBody>
      </p:sp>
      <p:sp>
        <p:nvSpPr>
          <p:cNvPr id="9" name="c3-shape-307">
            <a:extLst xmlns:a="http://schemas.openxmlformats.org/drawingml/2006/main">
              <a:ext uri="{FF2B5EF4-FFF2-40B4-BE49-F238E27FC236}">
                <a16:creationId xmlns:a16="http://schemas.microsoft.com/office/drawing/2014/main" id="{6ED296A1-377E-4095-8555-941197B8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971675"/>
            <a:ext cx="1143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308">
            <a:extLst xmlns:a="http://schemas.openxmlformats.org/drawingml/2006/main">
              <a:ext uri="{FF2B5EF4-FFF2-40B4-BE49-F238E27FC236}">
                <a16:creationId xmlns:a16="http://schemas.microsoft.com/office/drawing/2014/main" id="{C5A7A9D8-F7CA-42CE-A202-54A34027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95450"/>
            <a:ext cx="18669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309">
            <a:extLst xmlns:a="http://schemas.openxmlformats.org/drawingml/2006/main">
              <a:ext uri="{FF2B5EF4-FFF2-40B4-BE49-F238E27FC236}">
                <a16:creationId xmlns:a16="http://schemas.microsoft.com/office/drawing/2014/main" id="{477FF94C-F5EA-4421-96F4-3999B60F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771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choose_emotion</a:t>
            </a:r>
          </a:p>
        </p:txBody>
      </p:sp>
      <p:sp>
        <p:nvSpPr>
          <p:cNvPr id="12" name="c3-shape-310">
            <a:extLst xmlns:a="http://schemas.openxmlformats.org/drawingml/2006/main">
              <a:ext uri="{FF2B5EF4-FFF2-40B4-BE49-F238E27FC236}">
                <a16:creationId xmlns:a16="http://schemas.microsoft.com/office/drawing/2014/main" id="{DF32D7AD-0FAC-4100-9E0D-D4A22676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71675"/>
            <a:ext cx="1143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311">
            <a:extLst xmlns:a="http://schemas.openxmlformats.org/drawingml/2006/main">
              <a:ext uri="{FF2B5EF4-FFF2-40B4-BE49-F238E27FC236}">
                <a16:creationId xmlns:a16="http://schemas.microsoft.com/office/drawing/2014/main" id="{F57262D6-04A5-48FC-B45F-B0F8199F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9545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312">
            <a:extLst xmlns:a="http://schemas.openxmlformats.org/drawingml/2006/main">
              <a:ext uri="{FF2B5EF4-FFF2-40B4-BE49-F238E27FC236}">
                <a16:creationId xmlns:a16="http://schemas.microsoft.com/office/drawing/2014/main" id="{205A3093-AAB5-4206-95C4-0BDC4C31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71650"/>
            <a:ext cx="819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respond</a:t>
            </a:r>
          </a:p>
        </p:txBody>
      </p:sp>
      <p:sp>
        <p:nvSpPr>
          <p:cNvPr id="15" name="c3-shape-313">
            <a:extLst xmlns:a="http://schemas.openxmlformats.org/drawingml/2006/main">
              <a:ext uri="{FF2B5EF4-FFF2-40B4-BE49-F238E27FC236}">
                <a16:creationId xmlns:a16="http://schemas.microsoft.com/office/drawing/2014/main" id="{222D291E-D310-46D3-94A7-1F432F8F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95450"/>
            <a:ext cx="9144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c3-text-314">
            <a:extLst xmlns:a="http://schemas.openxmlformats.org/drawingml/2006/main">
              <a:ext uri="{FF2B5EF4-FFF2-40B4-BE49-F238E27FC236}">
                <a16:creationId xmlns:a16="http://schemas.microsoft.com/office/drawing/2014/main" id="{6AA3D28D-B4A8-4B48-A6D9-7160FA800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771650"/>
            <a:ext cx="685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7" name="c3-shape-315">
            <a:extLst xmlns:a="http://schemas.openxmlformats.org/drawingml/2006/main">
              <a:ext uri="{FF2B5EF4-FFF2-40B4-BE49-F238E27FC236}">
                <a16:creationId xmlns:a16="http://schemas.microsoft.com/office/drawing/2014/main" id="{746599EB-C73D-4E37-B7BC-F827E9F7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71675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8" name="c3-text-316">
            <a:extLst xmlns:a="http://schemas.openxmlformats.org/drawingml/2006/main">
              <a:ext uri="{FF2B5EF4-FFF2-40B4-BE49-F238E27FC236}">
                <a16:creationId xmlns:a16="http://schemas.microsoft.com/office/drawing/2014/main" id="{A8850F83-9639-4B24-AFD9-71569047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955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intent</a:t>
            </a:r>
          </a:p>
        </p:txBody>
      </p:sp>
      <p:sp>
        <p:nvSpPr>
          <p:cNvPr id="19" name="c3-text-317">
            <a:extLst xmlns:a="http://schemas.openxmlformats.org/drawingml/2006/main">
              <a:ext uri="{FF2B5EF4-FFF2-40B4-BE49-F238E27FC236}">
                <a16:creationId xmlns:a16="http://schemas.microsoft.com/office/drawing/2014/main" id="{72081F6C-BE87-480A-ADDD-E6D6D560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955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emotion</a:t>
            </a:r>
          </a:p>
        </p:txBody>
      </p:sp>
      <p:sp>
        <p:nvSpPr>
          <p:cNvPr id="20" name="c3-text-318">
            <a:extLst xmlns:a="http://schemas.openxmlformats.org/drawingml/2006/main">
              <a:ext uri="{FF2B5EF4-FFF2-40B4-BE49-F238E27FC236}">
                <a16:creationId xmlns:a16="http://schemas.microsoft.com/office/drawing/2014/main" id="{BE8B3259-2F33-4D97-93EE-AE0DCA96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reply</a:t>
            </a:r>
          </a:p>
        </p:txBody>
      </p:sp>
      <p:sp>
        <p:nvSpPr>
          <p:cNvPr id="21" name="c3-shape-319">
            <a:extLst xmlns:a="http://schemas.openxmlformats.org/drawingml/2006/main">
              <a:ext uri="{FF2B5EF4-FFF2-40B4-BE49-F238E27FC236}">
                <a16:creationId xmlns:a16="http://schemas.microsoft.com/office/drawing/2014/main" id="{71F3041E-9349-4F4C-9AB7-750DF9EC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37719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2" name="c3-shape-320">
            <a:extLst xmlns:a="http://schemas.openxmlformats.org/drawingml/2006/main">
              <a:ext uri="{FF2B5EF4-FFF2-40B4-BE49-F238E27FC236}">
                <a16:creationId xmlns:a16="http://schemas.microsoft.com/office/drawing/2014/main" id="{292746EB-F8D0-4BA9-BBE2-147B0B38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956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23" name="c3-text-321">
            <a:extLst xmlns:a="http://schemas.openxmlformats.org/drawingml/2006/main">
              <a:ext uri="{FF2B5EF4-FFF2-40B4-BE49-F238E27FC236}">
                <a16:creationId xmlns:a16="http://schemas.microsoft.com/office/drawing/2014/main" id="{6C4AF0EF-5B6B-4CE5-8E56-1873811A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908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Intent</a:t>
            </a:r>
          </a:p>
        </p:txBody>
      </p:sp>
      <p:sp>
        <p:nvSpPr>
          <p:cNvPr id="24" name="c3-text-322">
            <a:extLst xmlns:a="http://schemas.openxmlformats.org/drawingml/2006/main">
              <a:ext uri="{FF2B5EF4-FFF2-40B4-BE49-F238E27FC236}">
                <a16:creationId xmlns:a16="http://schemas.microsoft.com/office/drawing/2014/main" id="{2324C627-8DC4-4FE9-AE1C-86717EA7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33775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GREETING, QUESTION, COMPLAINT, THANKS or GOODBYE</a:t>
            </a:r>
          </a:p>
        </p:txBody>
      </p:sp>
      <p:sp>
        <p:nvSpPr>
          <p:cNvPr id="25" name="c3-shape-323">
            <a:extLst xmlns:a="http://schemas.openxmlformats.org/drawingml/2006/main">
              <a:ext uri="{FF2B5EF4-FFF2-40B4-BE49-F238E27FC236}">
                <a16:creationId xmlns:a16="http://schemas.microsoft.com/office/drawing/2014/main" id="{67217CE2-F58D-4AEE-8C7C-DD8B2571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33700"/>
            <a:ext cx="37719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6" name="c3-shape-324">
            <a:extLst xmlns:a="http://schemas.openxmlformats.org/drawingml/2006/main">
              <a:ext uri="{FF2B5EF4-FFF2-40B4-BE49-F238E27FC236}">
                <a16:creationId xmlns:a16="http://schemas.microsoft.com/office/drawing/2014/main" id="{5927C205-A6AD-4924-AC50-512C8B24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956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7" name="c3-text-325">
            <a:extLst xmlns:a="http://schemas.openxmlformats.org/drawingml/2006/main">
              <a:ext uri="{FF2B5EF4-FFF2-40B4-BE49-F238E27FC236}">
                <a16:creationId xmlns:a16="http://schemas.microsoft.com/office/drawing/2014/main" id="{F30270CE-D923-4B71-A12F-AC483273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908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Emotion</a:t>
            </a:r>
          </a:p>
        </p:txBody>
      </p:sp>
      <p:sp>
        <p:nvSpPr>
          <p:cNvPr id="28" name="c3-text-326">
            <a:extLst xmlns:a="http://schemas.openxmlformats.org/drawingml/2006/main">
              <a:ext uri="{FF2B5EF4-FFF2-40B4-BE49-F238E27FC236}">
                <a16:creationId xmlns:a16="http://schemas.microsoft.com/office/drawing/2014/main" id="{B74A1526-E018-460D-A477-55B80381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33775"/>
            <a:ext cx="339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From the avatar catalog: the reply must express it.</a:t>
            </a:r>
          </a:p>
        </p:txBody>
      </p:sp>
      <p:sp>
        <p:nvSpPr>
          <p:cNvPr id="29" name="c3-text-327">
            <a:hlinkClick xmlns:r="http://schemas.openxmlformats.org/officeDocument/2006/relationships" xmlns:a="http://schemas.openxmlformats.org/drawingml/2006/main" r:id="R34bec3723dc4467f"/>
            <a:extLst xmlns:a="http://schemas.openxmlformats.org/drawingml/2006/main">
              <a:ext uri="{FF2B5EF4-FFF2-40B4-BE49-F238E27FC236}">
                <a16:creationId xmlns:a16="http://schemas.microsoft.com/office/drawing/2014/main" id="{929993CA-777B-4C13-A16D-1C951F44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01_langgraph.ipynb: 5. Exercise: a dialogue manager</a:t>
            </a:r>
          </a:p>
        </p:txBody>
      </p:sp>
      <p:sp>
        <p:nvSpPr>
          <p:cNvPr id="30" name="c3-text-397">
            <a:extLst xmlns:a="http://schemas.openxmlformats.org/drawingml/2006/main">
              <a:ext uri="{FF2B5EF4-FFF2-40B4-BE49-F238E27FC236}">
                <a16:creationId xmlns:a16="http://schemas.microsoft.com/office/drawing/2014/main" id="{29D6E05B-D24C-4025-BB61-FA1A4974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1680901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328">
            <a:extLst xmlns:a="http://schemas.openxmlformats.org/drawingml/2006/main">
              <a:ext uri="{FF2B5EF4-FFF2-40B4-BE49-F238E27FC236}">
                <a16:creationId xmlns:a16="http://schemas.microsoft.com/office/drawing/2014/main" id="{483E134B-AF2B-48A5-97A8-F052B2E1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29">
            <a:extLst xmlns:a="http://schemas.openxmlformats.org/drawingml/2006/main">
              <a:ext uri="{FF2B5EF4-FFF2-40B4-BE49-F238E27FC236}">
                <a16:creationId xmlns:a16="http://schemas.microsoft.com/office/drawing/2014/main" id="{38615EF4-6F78-4607-82FE-D08F163F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Next: Conversation Memory [7] [9]</a:t>
            </a:r>
          </a:p>
        </p:txBody>
      </p:sp>
      <p:sp>
        <p:nvSpPr>
          <p:cNvPr id="3" name="c3-text-330">
            <a:extLst xmlns:a="http://schemas.openxmlformats.org/drawingml/2006/main">
              <a:ext uri="{FF2B5EF4-FFF2-40B4-BE49-F238E27FC236}">
                <a16:creationId xmlns:a16="http://schemas.microsoft.com/office/drawing/2014/main" id="{B4C757BB-C488-44F2-AEF1-3A239762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shape-331">
            <a:extLst xmlns:a="http://schemas.openxmlformats.org/drawingml/2006/main">
              <a:ext uri="{FF2B5EF4-FFF2-40B4-BE49-F238E27FC236}">
                <a16:creationId xmlns:a16="http://schemas.microsoft.com/office/drawing/2014/main" id="{8ECE1C9D-CE7E-4263-86B8-B72CC31B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3771900" cy="19812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332">
            <a:extLst xmlns:a="http://schemas.openxmlformats.org/drawingml/2006/main">
              <a:ext uri="{FF2B5EF4-FFF2-40B4-BE49-F238E27FC236}">
                <a16:creationId xmlns:a16="http://schemas.microsoft.com/office/drawing/2014/main" id="{503F4497-53A7-4EA3-A41D-01A69A8D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478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333">
            <a:extLst xmlns:a="http://schemas.openxmlformats.org/drawingml/2006/main">
              <a:ext uri="{FF2B5EF4-FFF2-40B4-BE49-F238E27FC236}">
                <a16:creationId xmlns:a16="http://schemas.microsoft.com/office/drawing/2014/main" id="{D75D7BD0-84BA-43C5-9E8B-969D7F74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431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Today</a:t>
            </a:r>
          </a:p>
        </p:txBody>
      </p:sp>
      <p:sp>
        <p:nvSpPr>
          <p:cNvPr id="7" name="c3-text-334">
            <a:extLst xmlns:a="http://schemas.openxmlformats.org/drawingml/2006/main">
              <a:ext uri="{FF2B5EF4-FFF2-40B4-BE49-F238E27FC236}">
                <a16:creationId xmlns:a16="http://schemas.microsoft.com/office/drawing/2014/main" id="{2B713AB9-33D2-410E-A82B-45F08077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86025"/>
            <a:ext cx="33909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list lives outside the graph.</a:t>
            </a:r>
          </a:p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 pass it in on every call.</a:t>
            </a:r>
          </a:p>
        </p:txBody>
      </p:sp>
      <p:sp>
        <p:nvSpPr>
          <p:cNvPr id="8" name="c3-shape-335">
            <a:extLst xmlns:a="http://schemas.openxmlformats.org/drawingml/2006/main">
              <a:ext uri="{FF2B5EF4-FFF2-40B4-BE49-F238E27FC236}">
                <a16:creationId xmlns:a16="http://schemas.microsoft.com/office/drawing/2014/main" id="{248A9DCA-F074-4006-9A08-8B19E7C3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85950"/>
            <a:ext cx="3771900" cy="19812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336">
            <a:extLst xmlns:a="http://schemas.openxmlformats.org/drawingml/2006/main">
              <a:ext uri="{FF2B5EF4-FFF2-40B4-BE49-F238E27FC236}">
                <a16:creationId xmlns:a16="http://schemas.microsoft.com/office/drawing/2014/main" id="{CE00B1E7-76E7-410F-84C6-3D5D7394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478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337">
            <a:extLst xmlns:a="http://schemas.openxmlformats.org/drawingml/2006/main">
              <a:ext uri="{FF2B5EF4-FFF2-40B4-BE49-F238E27FC236}">
                <a16:creationId xmlns:a16="http://schemas.microsoft.com/office/drawing/2014/main" id="{6DF1DE0C-05D7-4DB8-B458-8303A640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431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Chapter 02</a:t>
            </a:r>
          </a:p>
        </p:txBody>
      </p:sp>
      <p:sp>
        <p:nvSpPr>
          <p:cNvPr id="11" name="c3-text-338">
            <a:extLst xmlns:a="http://schemas.openxmlformats.org/drawingml/2006/main">
              <a:ext uri="{FF2B5EF4-FFF2-40B4-BE49-F238E27FC236}">
                <a16:creationId xmlns:a16="http://schemas.microsoft.com/office/drawing/2014/main" id="{8F8F14DE-4B60-4A79-8382-7E8CE015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86025"/>
            <a:ext cx="33909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 in state.</a:t>
            </a:r>
          </a:p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reducer appends them.</a:t>
            </a:r>
          </a:p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checkpointer saves them.</a:t>
            </a:r>
          </a:p>
        </p:txBody>
      </p:sp>
      <p:sp>
        <p:nvSpPr>
          <p:cNvPr id="12" name="c3-shape-339">
            <a:extLst xmlns:a="http://schemas.openxmlformats.org/drawingml/2006/main">
              <a:ext uri="{FF2B5EF4-FFF2-40B4-BE49-F238E27FC236}">
                <a16:creationId xmlns:a16="http://schemas.microsoft.com/office/drawing/2014/main" id="{F1CF640F-82C9-4054-A104-A42727948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40">
            <a:extLst xmlns:a="http://schemas.openxmlformats.org/drawingml/2006/main">
              <a:ext uri="{FF2B5EF4-FFF2-40B4-BE49-F238E27FC236}">
                <a16:creationId xmlns:a16="http://schemas.microsoft.com/office/drawing/2014/main" id="{3DCF99D8-4BBB-4B50-B6C6-CA9842F7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Next chapter: the graph remembers the conversation by itself.</a:t>
            </a:r>
          </a:p>
        </p:txBody>
      </p:sp>
      <p:sp>
        <p:nvSpPr>
          <p:cNvPr id="14" name="c3-text-398">
            <a:extLst xmlns:a="http://schemas.openxmlformats.org/drawingml/2006/main">
              <a:ext uri="{FF2B5EF4-FFF2-40B4-BE49-F238E27FC236}">
                <a16:creationId xmlns:a16="http://schemas.microsoft.com/office/drawing/2014/main" id="{B3FB752A-E1A3-4063-B270-DD818241D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8961678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341">
            <a:extLst xmlns:a="http://schemas.openxmlformats.org/drawingml/2006/main">
              <a:ext uri="{FF2B5EF4-FFF2-40B4-BE49-F238E27FC236}">
                <a16:creationId xmlns:a16="http://schemas.microsoft.com/office/drawing/2014/main" id="{9503A365-41C6-43DE-8078-D2B5838C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42">
            <a:extLst xmlns:a="http://schemas.openxmlformats.org/drawingml/2006/main">
              <a:ext uri="{FF2B5EF4-FFF2-40B4-BE49-F238E27FC236}">
                <a16:creationId xmlns:a16="http://schemas.microsoft.com/office/drawing/2014/main" id="{CC22EB1E-2E44-4A1F-8C3B-4AA941D46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343">
            <a:extLst xmlns:a="http://schemas.openxmlformats.org/drawingml/2006/main">
              <a:ext uri="{FF2B5EF4-FFF2-40B4-BE49-F238E27FC236}">
                <a16:creationId xmlns:a16="http://schemas.microsoft.com/office/drawing/2014/main" id="{F044CC8B-B6C4-4BC1-A43C-3A952F22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text-344">
            <a:hlinkClick xmlns:r="http://schemas.openxmlformats.org/officeDocument/2006/relationships" xmlns:a="http://schemas.openxmlformats.org/drawingml/2006/main" r:id="R7c57d309f3d44961"/>
            <a:extLst xmlns:a="http://schemas.openxmlformats.org/drawingml/2006/main">
              <a:ext uri="{FF2B5EF4-FFF2-40B4-BE49-F238E27FC236}">
                <a16:creationId xmlns:a16="http://schemas.microsoft.com/office/drawing/2014/main" id="{C165F428-84DA-4F6C-9F0F-20439845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LangGraph</a:t>
            </a:r>
          </a:p>
        </p:txBody>
      </p:sp>
      <p:sp>
        <p:nvSpPr>
          <p:cNvPr id="5" name="c3-text-345">
            <a:hlinkClick xmlns:r="http://schemas.openxmlformats.org/officeDocument/2006/relationships" xmlns:a="http://schemas.openxmlformats.org/drawingml/2006/main" r:id="R401d9af45e2d492a"/>
            <a:extLst xmlns:a="http://schemas.openxmlformats.org/drawingml/2006/main">
              <a:ext uri="{FF2B5EF4-FFF2-40B4-BE49-F238E27FC236}">
                <a16:creationId xmlns:a16="http://schemas.microsoft.com/office/drawing/2014/main" id="{6602C214-D424-4629-98F2-F45E7116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Stateful workflows and explicit control flow</a:t>
            </a:r>
          </a:p>
        </p:txBody>
      </p:sp>
      <p:sp>
        <p:nvSpPr>
          <p:cNvPr id="6" name="c3-shape-346">
            <a:extLst xmlns:a="http://schemas.openxmlformats.org/drawingml/2006/main">
              <a:ext uri="{FF2B5EF4-FFF2-40B4-BE49-F238E27FC236}">
                <a16:creationId xmlns:a16="http://schemas.microsoft.com/office/drawing/2014/main" id="{F836AAF0-4958-478C-89C8-9A84CE41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47">
            <a:hlinkClick xmlns:r="http://schemas.openxmlformats.org/officeDocument/2006/relationships" xmlns:a="http://schemas.openxmlformats.org/drawingml/2006/main" r:id="Rdf01bbf3e9d546de"/>
            <a:extLst xmlns:a="http://schemas.openxmlformats.org/drawingml/2006/main">
              <a:ext uri="{FF2B5EF4-FFF2-40B4-BE49-F238E27FC236}">
                <a16:creationId xmlns:a16="http://schemas.microsoft.com/office/drawing/2014/main" id="{BAB5FDCD-5C3D-460C-833F-EC2AD20A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CrewAI</a:t>
            </a:r>
          </a:p>
        </p:txBody>
      </p:sp>
      <p:sp>
        <p:nvSpPr>
          <p:cNvPr id="8" name="c3-text-348">
            <a:hlinkClick xmlns:r="http://schemas.openxmlformats.org/officeDocument/2006/relationships" xmlns:a="http://schemas.openxmlformats.org/drawingml/2006/main" r:id="Re6e10cfdae9c4502"/>
            <a:extLst xmlns:a="http://schemas.openxmlformats.org/drawingml/2006/main">
              <a:ext uri="{FF2B5EF4-FFF2-40B4-BE49-F238E27FC236}">
                <a16:creationId xmlns:a16="http://schemas.microsoft.com/office/drawing/2014/main" id="{C30396BE-8204-48D2-962E-438D2F68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Role-based teams, tasks and flows</a:t>
            </a:r>
          </a:p>
        </p:txBody>
      </p:sp>
      <p:sp>
        <p:nvSpPr>
          <p:cNvPr id="9" name="c3-shape-349">
            <a:extLst xmlns:a="http://schemas.openxmlformats.org/drawingml/2006/main">
              <a:ext uri="{FF2B5EF4-FFF2-40B4-BE49-F238E27FC236}">
                <a16:creationId xmlns:a16="http://schemas.microsoft.com/office/drawing/2014/main" id="{38446CCC-FD17-4BDD-83A7-D47D9F63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50">
            <a:hlinkClick xmlns:r="http://schemas.openxmlformats.org/officeDocument/2006/relationships" xmlns:a="http://schemas.openxmlformats.org/drawingml/2006/main" r:id="Rc1746e421e2d4ed2"/>
            <a:extLst xmlns:a="http://schemas.openxmlformats.org/drawingml/2006/main">
              <a:ext uri="{FF2B5EF4-FFF2-40B4-BE49-F238E27FC236}">
                <a16:creationId xmlns:a16="http://schemas.microsoft.com/office/drawing/2014/main" id="{5CBF5DBA-4B1B-4FF2-88D6-0D343B18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AutoGen</a:t>
            </a:r>
          </a:p>
        </p:txBody>
      </p:sp>
      <p:sp>
        <p:nvSpPr>
          <p:cNvPr id="11" name="c3-text-351">
            <a:hlinkClick xmlns:r="http://schemas.openxmlformats.org/officeDocument/2006/relationships" xmlns:a="http://schemas.openxmlformats.org/drawingml/2006/main" r:id="R0d1c837f5f09478d"/>
            <a:extLst xmlns:a="http://schemas.openxmlformats.org/drawingml/2006/main">
              <a:ext uri="{FF2B5EF4-FFF2-40B4-BE49-F238E27FC236}">
                <a16:creationId xmlns:a16="http://schemas.microsoft.com/office/drawing/2014/main" id="{38996597-C163-4C69-BB87-32C6704C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Conversational agents and message-driven systems</a:t>
            </a:r>
          </a:p>
        </p:txBody>
      </p:sp>
      <p:sp>
        <p:nvSpPr>
          <p:cNvPr id="12" name="c3-shape-352">
            <a:extLst xmlns:a="http://schemas.openxmlformats.org/drawingml/2006/main">
              <a:ext uri="{FF2B5EF4-FFF2-40B4-BE49-F238E27FC236}">
                <a16:creationId xmlns:a16="http://schemas.microsoft.com/office/drawing/2014/main" id="{590521EE-766B-4B0C-B8C3-2B02ED8C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53">
            <a:hlinkClick xmlns:r="http://schemas.openxmlformats.org/officeDocument/2006/relationships" xmlns:a="http://schemas.openxmlformats.org/drawingml/2006/main" r:id="R436ee2c295e04fcb"/>
            <a:extLst xmlns:a="http://schemas.openxmlformats.org/drawingml/2006/main">
              <a:ext uri="{FF2B5EF4-FFF2-40B4-BE49-F238E27FC236}">
                <a16:creationId xmlns:a16="http://schemas.microsoft.com/office/drawing/2014/main" id="{5E837DE7-FFAD-44D9-B792-A92874A3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Semantic Kernel</a:t>
            </a:r>
          </a:p>
        </p:txBody>
      </p:sp>
      <p:sp>
        <p:nvSpPr>
          <p:cNvPr id="14" name="c3-text-354">
            <a:hlinkClick xmlns:r="http://schemas.openxmlformats.org/officeDocument/2006/relationships" xmlns:a="http://schemas.openxmlformats.org/drawingml/2006/main" r:id="Rb5287a906cc24d1d"/>
            <a:extLst xmlns:a="http://schemas.openxmlformats.org/drawingml/2006/main">
              <a:ext uri="{FF2B5EF4-FFF2-40B4-BE49-F238E27FC236}">
                <a16:creationId xmlns:a16="http://schemas.microsoft.com/office/drawing/2014/main" id="{54A30BF6-7414-436B-BC19-FA8D7481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Plugins and integration with existing applications</a:t>
            </a:r>
          </a:p>
        </p:txBody>
      </p:sp>
      <p:sp>
        <p:nvSpPr>
          <p:cNvPr id="15" name="c3-text-355">
            <a:hlinkClick xmlns:r="http://schemas.openxmlformats.org/officeDocument/2006/relationships" xmlns:a="http://schemas.openxmlformats.org/drawingml/2006/main" r:id="R1418d4cd6db7431b"/>
            <a:extLst xmlns:a="http://schemas.openxmlformats.org/drawingml/2006/main">
              <a:ext uri="{FF2B5EF4-FFF2-40B4-BE49-F238E27FC236}">
                <a16:creationId xmlns:a16="http://schemas.microsoft.com/office/drawing/2014/main" id="{D3A2AA8B-9B14-4987-A11A-1AB89183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Proglio (2026)</a:t>
            </a:r>
          </a:p>
        </p:txBody>
      </p:sp>
      <p:sp>
        <p:nvSpPr>
          <p:cNvPr id="16" name="c3-text-356">
            <a:hlinkClick xmlns:r="http://schemas.openxmlformats.org/officeDocument/2006/relationships" xmlns:a="http://schemas.openxmlformats.org/drawingml/2006/main" r:id="Re3477e9f6abe4dfb"/>
            <a:extLst xmlns:a="http://schemas.openxmlformats.org/drawingml/2006/main">
              <a:ext uri="{FF2B5EF4-FFF2-40B4-BE49-F238E27FC236}">
                <a16:creationId xmlns:a16="http://schemas.microsoft.com/office/drawing/2014/main" id="{2F3CA7B8-879E-4787-BA3D-8AFC9408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Agentic frameworks, thesis section 2.5</a:t>
            </a:r>
          </a:p>
        </p:txBody>
      </p:sp>
      <p:sp>
        <p:nvSpPr>
          <p:cNvPr id="17" name="c3-shape-357">
            <a:extLst xmlns:a="http://schemas.openxmlformats.org/drawingml/2006/main">
              <a:ext uri="{FF2B5EF4-FFF2-40B4-BE49-F238E27FC236}">
                <a16:creationId xmlns:a16="http://schemas.microsoft.com/office/drawing/2014/main" id="{8A4BE130-F758-4597-90AB-6E838C06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358">
            <a:hlinkClick xmlns:r="http://schemas.openxmlformats.org/officeDocument/2006/relationships" xmlns:a="http://schemas.openxmlformats.org/drawingml/2006/main" r:id="R03523fd7caff4d58"/>
            <a:extLst xmlns:a="http://schemas.openxmlformats.org/drawingml/2006/main">
              <a:ext uri="{FF2B5EF4-FFF2-40B4-BE49-F238E27FC236}">
                <a16:creationId xmlns:a16="http://schemas.microsoft.com/office/drawing/2014/main" id="{4A0A9811-F928-47AB-920F-4A52D0E3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Derouiche et al. (2025)</a:t>
            </a:r>
          </a:p>
        </p:txBody>
      </p:sp>
      <p:sp>
        <p:nvSpPr>
          <p:cNvPr id="19" name="c3-text-359">
            <a:hlinkClick xmlns:r="http://schemas.openxmlformats.org/officeDocument/2006/relationships" xmlns:a="http://schemas.openxmlformats.org/drawingml/2006/main" r:id="Rcdf1d8ea43784849"/>
            <a:extLst xmlns:a="http://schemas.openxmlformats.org/drawingml/2006/main">
              <a:ext uri="{FF2B5EF4-FFF2-40B4-BE49-F238E27FC236}">
                <a16:creationId xmlns:a16="http://schemas.microsoft.com/office/drawing/2014/main" id="{4D7DCB9D-82E2-4878-A59A-FDE7AFD2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Agentic AI frameworks: comparative survey</a:t>
            </a:r>
          </a:p>
        </p:txBody>
      </p:sp>
      <p:sp>
        <p:nvSpPr>
          <p:cNvPr id="20" name="c3-shape-360">
            <a:extLst xmlns:a="http://schemas.openxmlformats.org/drawingml/2006/main">
              <a:ext uri="{FF2B5EF4-FFF2-40B4-BE49-F238E27FC236}">
                <a16:creationId xmlns:a16="http://schemas.microsoft.com/office/drawing/2014/main" id="{FDEF3FBD-D912-4012-B193-5246A836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361">
            <a:hlinkClick xmlns:r="http://schemas.openxmlformats.org/officeDocument/2006/relationships" xmlns:a="http://schemas.openxmlformats.org/drawingml/2006/main" r:id="R84c2c2fc283e408a"/>
            <a:extLst xmlns:a="http://schemas.openxmlformats.org/drawingml/2006/main">
              <a:ext uri="{FF2B5EF4-FFF2-40B4-BE49-F238E27FC236}">
                <a16:creationId xmlns:a16="http://schemas.microsoft.com/office/drawing/2014/main" id="{FA769C84-BDBA-40AC-8ECC-A8D51D63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LangGraph persistence</a:t>
            </a:r>
          </a:p>
        </p:txBody>
      </p:sp>
      <p:sp>
        <p:nvSpPr>
          <p:cNvPr id="22" name="c3-text-362">
            <a:hlinkClick xmlns:r="http://schemas.openxmlformats.org/officeDocument/2006/relationships" xmlns:a="http://schemas.openxmlformats.org/drawingml/2006/main" r:id="Rfcd0aa012fe14b01"/>
            <a:extLst xmlns:a="http://schemas.openxmlformats.org/drawingml/2006/main">
              <a:ext uri="{FF2B5EF4-FFF2-40B4-BE49-F238E27FC236}">
                <a16:creationId xmlns:a16="http://schemas.microsoft.com/office/drawing/2014/main" id="{488C7314-3EA4-496D-AAB9-F74B9DAFC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 snapshots and conversation continuity</a:t>
            </a:r>
          </a:p>
        </p:txBody>
      </p:sp>
      <p:sp>
        <p:nvSpPr>
          <p:cNvPr id="23" name="c3-shape-363">
            <a:extLst xmlns:a="http://schemas.openxmlformats.org/drawingml/2006/main">
              <a:ext uri="{FF2B5EF4-FFF2-40B4-BE49-F238E27FC236}">
                <a16:creationId xmlns:a16="http://schemas.microsoft.com/office/drawing/2014/main" id="{D34DD081-E360-44D4-B292-91075CA4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364">
            <a:hlinkClick xmlns:r="http://schemas.openxmlformats.org/officeDocument/2006/relationships" xmlns:a="http://schemas.openxmlformats.org/drawingml/2006/main" r:id="R7e1ecca56e2449a5"/>
            <a:extLst xmlns:a="http://schemas.openxmlformats.org/drawingml/2006/main">
              <a:ext uri="{FF2B5EF4-FFF2-40B4-BE49-F238E27FC236}">
                <a16:creationId xmlns:a16="http://schemas.microsoft.com/office/drawing/2014/main" id="{5A858F07-4D39-483A-80F5-B4E04EAC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LangGraph quickstart</a:t>
            </a:r>
          </a:p>
        </p:txBody>
      </p:sp>
      <p:sp>
        <p:nvSpPr>
          <p:cNvPr id="25" name="c3-text-365">
            <a:hlinkClick xmlns:r="http://schemas.openxmlformats.org/officeDocument/2006/relationships" xmlns:a="http://schemas.openxmlformats.org/drawingml/2006/main" r:id="R9ec306671746482c"/>
            <a:extLst xmlns:a="http://schemas.openxmlformats.org/drawingml/2006/main">
              <a:ext uri="{FF2B5EF4-FFF2-40B4-BE49-F238E27FC236}">
                <a16:creationId xmlns:a16="http://schemas.microsoft.com/office/drawing/2014/main" id="{51C78ADC-6E91-4CC9-B76C-42510127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and compile a graph</a:t>
            </a:r>
          </a:p>
        </p:txBody>
      </p:sp>
      <p:sp>
        <p:nvSpPr>
          <p:cNvPr id="26" name="c3-text-399">
            <a:extLst xmlns:a="http://schemas.openxmlformats.org/drawingml/2006/main">
              <a:ext uri="{FF2B5EF4-FFF2-40B4-BE49-F238E27FC236}">
                <a16:creationId xmlns:a16="http://schemas.microsoft.com/office/drawing/2014/main" id="{F80D1377-5CEC-4438-9672-90E15BA1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67566784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366">
            <a:extLst xmlns:a="http://schemas.openxmlformats.org/drawingml/2006/main">
              <a:ext uri="{FF2B5EF4-FFF2-40B4-BE49-F238E27FC236}">
                <a16:creationId xmlns:a16="http://schemas.microsoft.com/office/drawing/2014/main" id="{61A59A04-41A8-432B-8AB2-756F1607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67">
            <a:extLst xmlns:a="http://schemas.openxmlformats.org/drawingml/2006/main">
              <a:ext uri="{FF2B5EF4-FFF2-40B4-BE49-F238E27FC236}">
                <a16:creationId xmlns:a16="http://schemas.microsoft.com/office/drawing/2014/main" id="{71E74002-728A-4F26-9A30-AE5A69D54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 (continued)</a:t>
            </a:r>
          </a:p>
        </p:txBody>
      </p:sp>
      <p:sp>
        <p:nvSpPr>
          <p:cNvPr id="3" name="c3-text-368">
            <a:extLst xmlns:a="http://schemas.openxmlformats.org/drawingml/2006/main">
              <a:ext uri="{FF2B5EF4-FFF2-40B4-BE49-F238E27FC236}">
                <a16:creationId xmlns:a16="http://schemas.microsoft.com/office/drawing/2014/main" id="{BAB6179D-9D00-434C-AF50-C2F12445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01</a:t>
            </a:r>
          </a:p>
        </p:txBody>
      </p:sp>
      <p:sp>
        <p:nvSpPr>
          <p:cNvPr id="4" name="c3-text-369">
            <a:hlinkClick xmlns:r="http://schemas.openxmlformats.org/officeDocument/2006/relationships" xmlns:a="http://schemas.openxmlformats.org/drawingml/2006/main" r:id="Rf0e86e40ff1e419a"/>
            <a:extLst xmlns:a="http://schemas.openxmlformats.org/drawingml/2006/main">
              <a:ext uri="{FF2B5EF4-FFF2-40B4-BE49-F238E27FC236}">
                <a16:creationId xmlns:a16="http://schemas.microsoft.com/office/drawing/2014/main" id="{1120C06A-4727-4D1F-B070-1281A48E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[9] LangGraph Graph API</a:t>
            </a:r>
          </a:p>
        </p:txBody>
      </p:sp>
      <p:sp>
        <p:nvSpPr>
          <p:cNvPr id="5" name="c3-text-370">
            <a:hlinkClick xmlns:r="http://schemas.openxmlformats.org/officeDocument/2006/relationships" xmlns:a="http://schemas.openxmlformats.org/drawingml/2006/main" r:id="R3040a19069274f95"/>
            <a:extLst xmlns:a="http://schemas.openxmlformats.org/drawingml/2006/main">
              <a:ext uri="{FF2B5EF4-FFF2-40B4-BE49-F238E27FC236}">
                <a16:creationId xmlns:a16="http://schemas.microsoft.com/office/drawing/2014/main" id="{149F0E76-CDFB-4B55-BE09-3BFC07D7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State, nodes, edges and parallel execution</a:t>
            </a:r>
          </a:p>
        </p:txBody>
      </p:sp>
      <p:sp>
        <p:nvSpPr>
          <p:cNvPr id="6" name="c3-shape-371">
            <a:extLst xmlns:a="http://schemas.openxmlformats.org/drawingml/2006/main">
              <a:ext uri="{FF2B5EF4-FFF2-40B4-BE49-F238E27FC236}">
                <a16:creationId xmlns:a16="http://schemas.microsoft.com/office/drawing/2014/main" id="{BD1EA269-C2FD-42E6-B5A4-7230A67B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72">
            <a:hlinkClick xmlns:r="http://schemas.openxmlformats.org/officeDocument/2006/relationships" xmlns:a="http://schemas.openxmlformats.org/drawingml/2006/main" r:id="R1220c2a9aee049d5"/>
            <a:extLst xmlns:a="http://schemas.openxmlformats.org/drawingml/2006/main">
              <a:ext uri="{FF2B5EF4-FFF2-40B4-BE49-F238E27FC236}">
                <a16:creationId xmlns:a16="http://schemas.microsoft.com/office/drawing/2014/main" id="{3C43C641-FCC8-4D9C-A46B-2E6F8ECB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[10] LangChain</a:t>
            </a:r>
          </a:p>
        </p:txBody>
      </p:sp>
      <p:sp>
        <p:nvSpPr>
          <p:cNvPr id="8" name="c3-text-373">
            <a:hlinkClick xmlns:r="http://schemas.openxmlformats.org/officeDocument/2006/relationships" xmlns:a="http://schemas.openxmlformats.org/drawingml/2006/main" r:id="Red7c231846764ebd"/>
            <a:extLst xmlns:a="http://schemas.openxmlformats.org/drawingml/2006/main">
              <a:ext uri="{FF2B5EF4-FFF2-40B4-BE49-F238E27FC236}">
                <a16:creationId xmlns:a16="http://schemas.microsoft.com/office/drawing/2014/main" id="{76CC5EC1-EB05-4C90-AD4F-79449D00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Components for LLM applications</a:t>
            </a:r>
          </a:p>
        </p:txBody>
      </p:sp>
      <p:sp>
        <p:nvSpPr>
          <p:cNvPr id="9" name="c3-shape-374">
            <a:extLst xmlns:a="http://schemas.openxmlformats.org/drawingml/2006/main">
              <a:ext uri="{FF2B5EF4-FFF2-40B4-BE49-F238E27FC236}">
                <a16:creationId xmlns:a16="http://schemas.microsoft.com/office/drawing/2014/main" id="{7DBDBFFC-3B46-4056-9ABE-85733B78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75">
            <a:hlinkClick xmlns:r="http://schemas.openxmlformats.org/officeDocument/2006/relationships" xmlns:a="http://schemas.openxmlformats.org/drawingml/2006/main" r:id="R3441153cdab94cc1"/>
            <a:extLst xmlns:a="http://schemas.openxmlformats.org/drawingml/2006/main">
              <a:ext uri="{FF2B5EF4-FFF2-40B4-BE49-F238E27FC236}">
                <a16:creationId xmlns:a16="http://schemas.microsoft.com/office/drawing/2014/main" id="{0866503A-0E55-4415-BD95-2074AD89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[11] LangSmith</a:t>
            </a:r>
          </a:p>
        </p:txBody>
      </p:sp>
      <p:sp>
        <p:nvSpPr>
          <p:cNvPr id="11" name="c3-text-376">
            <a:hlinkClick xmlns:r="http://schemas.openxmlformats.org/officeDocument/2006/relationships" xmlns:a="http://schemas.openxmlformats.org/drawingml/2006/main" r:id="R723366127e624388"/>
            <a:extLst xmlns:a="http://schemas.openxmlformats.org/drawingml/2006/main">
              <a:ext uri="{FF2B5EF4-FFF2-40B4-BE49-F238E27FC236}">
                <a16:creationId xmlns:a16="http://schemas.microsoft.com/office/drawing/2014/main" id="{8E49C9C0-27ED-4A86-A599-B4A9F46F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Tracing and observability for LLM applications</a:t>
            </a:r>
          </a:p>
        </p:txBody>
      </p:sp>
      <p:sp>
        <p:nvSpPr>
          <p:cNvPr id="12" name="c3-shape-377">
            <a:extLst xmlns:a="http://schemas.openxmlformats.org/drawingml/2006/main">
              <a:ext uri="{FF2B5EF4-FFF2-40B4-BE49-F238E27FC236}">
                <a16:creationId xmlns:a16="http://schemas.microsoft.com/office/drawing/2014/main" id="{6AAC31D2-9C2F-43D7-B4C6-80ED2039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400">
            <a:extLst xmlns:a="http://schemas.openxmlformats.org/drawingml/2006/main">
              <a:ext uri="{FF2B5EF4-FFF2-40B4-BE49-F238E27FC236}">
                <a16:creationId xmlns:a16="http://schemas.microsoft.com/office/drawing/2014/main" id="{8A2704DD-119B-4A6D-996D-B481D3B3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0527779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2026-10-30T11:28:11.5790000Z</dcterms:created>
  <dcterms:modified xsi:type="dcterms:W3CDTF">2026-10-30T11:28:11.5790000Z</dcterms:modified>
</coreProperties>
</file>