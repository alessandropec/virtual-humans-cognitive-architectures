
<file path=[Content_Types].xml><?xml version="1.0" encoding="utf-8"?>
<ns0:Types xmlns:ns0="http://schemas.openxmlformats.org/package/2006/content-types">
  <ns0:Default Extension="xml" ContentType="application/vnd.openxmlformats-package.core-properties+xml"/>
  <ns0:Default Extension="jpeg" ContentType="image/jpeg"/>
  <ns0:Default Extension="png" ContentType="image/png"/>
  <ns0:Default Extension="rels" ContentType="application/vnd.openxmlformats-package.relationships+xml"/>
  <ns0:Override PartName="/docProps/app.xml" ContentType="application/vnd.openxmlformats-officedocument.extended-properties+xml"/>
  <ns0:Override PartName="/ppt/presentation.xml" ContentType="application/vnd.openxmlformats-officedocument.presentationml.presentation.main+xml"/>
  <ns0:Override PartName="/ppt/theme/theme1.xml" ContentType="application/vnd.openxmlformats-officedocument.theme+xml"/>
  <ns0:Override PartName="/ppt/slideMasters/slideMaster1.xml" ContentType="application/vnd.openxmlformats-officedocument.presentationml.slideMaster+xml"/>
  <ns0:Override PartName="/ppt/slideMasters/theme/theme2.xml" ContentType="application/vnd.openxmlformats-officedocument.theme+xml"/>
  <ns0:Override PartName="/ppt/slideLayouts/slideLayout1.xml" ContentType="application/vnd.openxmlformats-officedocument.presentationml.slideLayout+xml"/>
  <ns0:Override PartName="/ppt/slideLayouts/slideLayout2.xml" ContentType="application/vnd.openxmlformats-officedocument.presentationml.slideLayout+xml"/>
  <ns0:Override PartName="/ppt/slideLayouts/slideLayout3.xml" ContentType="application/vnd.openxmlformats-officedocument.presentationml.slideLayout+xml"/>
  <ns0:Override PartName="/ppt/slideLayouts/slideLayout4.xml" ContentType="application/vnd.openxmlformats-officedocument.presentationml.slideLayout+xml"/>
  <ns0:Override PartName="/ppt/slideLayouts/slideLayout5.xml" ContentType="application/vnd.openxmlformats-officedocument.presentationml.slideLayout+xml"/>
  <ns0:Override PartName="/ppt/slideLayouts/slideLayout6.xml" ContentType="application/vnd.openxmlformats-officedocument.presentationml.slideLayout+xml"/>
  <ns0:Override PartName="/ppt/slideLayouts/slideLayout7.xml" ContentType="application/vnd.openxmlformats-officedocument.presentationml.slideLayout+xml"/>
  <ns0:Override PartName="/ppt/slideLayouts/slideLayout8.xml" ContentType="application/vnd.openxmlformats-officedocument.presentationml.slideLayout+xml"/>
  <ns0:Override PartName="/ppt/presProps.xml" ContentType="application/vnd.openxmlformats-officedocument.presentationml.presProps+xml"/>
  <ns0:Override PartName="/ppt/viewProps.xml" ContentType="application/vnd.openxmlformats-officedocument.presentationml.viewProps+xml"/>
  <ns0:Override PartName="/ppt/tableStyles.xml" ContentType="application/vnd.openxmlformats-officedocument.presentationml.tableStyles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slides/slide13.xml" ContentType="application/vnd.openxmlformats-officedocument.presentationml.slide+xml"/>
  <ns0:Override PartName="/ppt/slides/slide14.xml" ContentType="application/vnd.openxmlformats-officedocument.presentationml.slide+xml"/>
  <ns0:Override PartName="/ppt/slides/slide15.xml" ContentType="application/vnd.openxmlformats-officedocument.presentationml.slide+xml"/>
  <ns0:Override PartName="/ppt/slides/slide16.xml" ContentType="application/vnd.openxmlformats-officedocument.presentationml.slide+xml"/>
  <ns0:Override PartName="/ppt/slides/slide17.xml" ContentType="application/vnd.openxmlformats-officedocument.presentationml.slide+xml"/>
  <ns0:Override PartName="/ppt/slides/slide18.xml" ContentType="application/vnd.openxmlformats-officedocument.presentationml.slide+xml"/>
  <ns0:Override PartName="/ppt/slides/slide19.xml" ContentType="application/vnd.openxmlformats-officedocument.presentationml.slide+xml"/>
  <ns0:Override PartName="/ppt/slides/slide20.xml" ContentType="application/vnd.openxmlformats-officedocument.presentationml.slide+xml"/>
  <ns0:Override PartName="/ppt/slides/slide21.xml" ContentType="application/vnd.openxmlformats-officedocument.presentationml.slide+xml"/>
  <ns0:Override PartName="/ppt/slides/slide22.xml" ContentType="application/vnd.openxmlformats-officedocument.presentationml.slide+xml"/>
  <ns0:Override PartName="/ppt/slides/slide23.xml" ContentType="application/vnd.openxmlformats-officedocument.presentationml.slide+xml"/>
  <ns0:Override PartName="/ppt/slides/slide24.xml" ContentType="application/vnd.openxmlformats-officedocument.presentationml.slide+xml"/>
  <ns0:Override PartName="/ppt/slides/slide25.xml" ContentType="application/vnd.openxmlformats-officedocument.presentationml.slide+xml"/>
  <ns0:Override PartName="/ppt/slides/slide26.xml" ContentType="application/vnd.openxmlformats-officedocument.presentationml.slide+xml"/>
  <ns0:Override PartName="/ppt/slides/slide27.xml" ContentType="application/vnd.openxmlformats-officedocument.presentationml.slide+xml"/>
  <ns0:Override PartName="/ppt/slides/slide28.xml" ContentType="application/vnd.openxmlformats-officedocument.presentationml.slide+xml"/>
  <ns0:Override PartName="/ppt/slides/slide29.xml" ContentType="application/vnd.openxmlformats-officedocument.presentationml.slide+xml"/>
  <ns0:Override PartName="/ppt/slides/slide30.xml" ContentType="application/vnd.openxmlformats-officedocument.presentationml.slide+xml"/>
</ns0: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951256b2edf4886" /><Relationship Type="http://schemas.openxmlformats.org/officeDocument/2006/relationships/extended-properties" Target="/docProps/app.xml" Id="R60717a45eb794748" /><Relationship Type="http://schemas.openxmlformats.org/officeDocument/2006/relationships/officeDocument" Target="/ppt/presentation.xml" Id="R45b07959c0ed486f" /></Relationships>
</file>

<file path=ppt/presentation.xml><?xml version="1.0" encoding="utf-8"?>
<ns0:presentation xmlns:ns0="http://schemas.openxmlformats.org/presentationml/2006/main" xmlns:ns1="http://schemas.openxmlformats.org/officeDocument/2006/relationships">
  <ns0:sldMasterIdLst>
    <ns0:sldMasterId id="2147483648" ns1:id="R978161a033184336"/>
  </ns0:sldMasterIdLst>
  <ns0:sldIdLst>
    <ns0:sldId id="256" ns1:id="R047225957e984d54"/>
    <ns0:sldId id="257" ns1:id="R5ff861d089cf4c31"/>
    <ns0:sldId id="258" ns1:id="R9773ae3c5a7e4c56"/>
    <ns0:sldId id="259" ns1:id="R02eefebeb20c4d77"/>
    <ns0:sldId id="260" ns1:id="Ra3d6f506e602412f"/>
    <ns0:sldId id="261" ns1:id="R67e3ee4336244fe1"/>
    <ns0:sldId id="262" ns1:id="R79a5b3f705614136"/>
    <ns0:sldId id="263" ns1:id="R21b8baf6104645b4"/>
    <ns0:sldId id="264" ns1:id="R87a59ee26dce43f7"/>
    <ns0:sldId id="265" ns1:id="R9f82e7bef3e04c03"/>
    <ns0:sldId id="266" ns1:id="Rd03449face1e4b78"/>
    <ns0:sldId id="267" ns1:id="R7449cfd00a5f4f34"/>
    <ns0:sldId id="268" ns1:id="R7820f328fce249e3"/>
    <ns0:sldId id="269" ns1:id="R3d51b8ee3aef4e0b"/>
    <ns0:sldId id="270" ns1:id="R29a4ac3c7dfb4ee3"/>
    <ns0:sldId id="271" ns1:id="Ra0fd9ad986dc445e"/>
    <ns0:sldId id="272" ns1:id="R10dbaf50730a46d0"/>
    <ns0:sldId id="273" ns1:id="R1bf524a1888b4a70"/>
    <ns0:sldId id="274" ns1:id="R8bc0bb0ab30e4e3c"/>
    <ns0:sldId id="275" ns1:id="R3f367b41612a433a"/>
    <ns0:sldId id="276" ns1:id="Rbaad4f2950c64e7f"/>
    <ns0:sldId id="277" ns1:id="R4653197cfa6242b7"/>
    <ns0:sldId id="278" ns1:id="R207babe490704dcb"/>
    <ns0:sldId id="279" ns1:id="R80620f2ae1234287"/>
    <ns0:sldId id="280" ns1:id="Rfc2555b510744ebb"/>
    <ns0:sldId id="281" ns1:id="R98ec24464a7146dc"/>
    <ns0:sldId id="282" ns1:id="Rb0a33d0e3b5e4476"/>
    <ns0:sldId id="283" ns1:id="Rb73ccecc53634f2a"/>
    <ns0:sldId id="284" ns1:id="R9870c26bbb6b4380"/>
    <ns0:sldId id="285" ns1:id="Rd826920f71a74516"/>
  </ns0:sldIdLst>
  <ns0:sldSz cx="9144000" cy="5143500"/>
  <ns0:notesSz cx="6858000" cy="9144000"/>
</ns0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ca6e36770ff34a12" /><ns0:Relationship Type="http://schemas.openxmlformats.org/officeDocument/2006/relationships/slideMaster" Target="/ppt/slideMasters/slideMaster1.xml" Id="R978161a033184336" /><ns0:Relationship Type="http://schemas.openxmlformats.org/officeDocument/2006/relationships/presProps" Target="/ppt/presProps.xml" Id="R7de2593b588b412c" /><ns0:Relationship Type="http://schemas.openxmlformats.org/officeDocument/2006/relationships/viewProps" Target="/ppt/viewProps.xml" Id="R9a3a3600d33a4ffc" /><ns0:Relationship Type="http://schemas.openxmlformats.org/officeDocument/2006/relationships/tableStyles" Target="/ppt/tableStyles.xml" Id="R2b51b0fdf52b4c9d" /><ns0:Relationship Type="http://schemas.openxmlformats.org/officeDocument/2006/relationships/slide" Target="/ppt/slides/slide1.xml" Id="R047225957e984d54" /><ns0:Relationship Type="http://schemas.openxmlformats.org/officeDocument/2006/relationships/slide" Target="/ppt/slides/slide2.xml" Id="R5ff861d089cf4c31" /><ns0:Relationship Type="http://schemas.openxmlformats.org/officeDocument/2006/relationships/slide" Target="/ppt/slides/slide3.xml" Id="R9773ae3c5a7e4c56" /><ns0:Relationship Type="http://schemas.openxmlformats.org/officeDocument/2006/relationships/slide" Target="/ppt/slides/slide4.xml" Id="R02eefebeb20c4d77" /><ns0:Relationship Type="http://schemas.openxmlformats.org/officeDocument/2006/relationships/slide" Target="/ppt/slides/slide5.xml" Id="Ra3d6f506e602412f" /><ns0:Relationship Type="http://schemas.openxmlformats.org/officeDocument/2006/relationships/slide" Target="/ppt/slides/slide6.xml" Id="R67e3ee4336244fe1" /><ns0:Relationship Type="http://schemas.openxmlformats.org/officeDocument/2006/relationships/slide" Target="/ppt/slides/slide7.xml" Id="R79a5b3f705614136" /><ns0:Relationship Type="http://schemas.openxmlformats.org/officeDocument/2006/relationships/slide" Target="/ppt/slides/slide8.xml" Id="R21b8baf6104645b4" /><ns0:Relationship Type="http://schemas.openxmlformats.org/officeDocument/2006/relationships/slide" Target="/ppt/slides/slide9.xml" Id="R87a59ee26dce43f7" /><ns0:Relationship Type="http://schemas.openxmlformats.org/officeDocument/2006/relationships/slide" Target="/ppt/slides/slide10.xml" Id="R9f82e7bef3e04c03" /><ns0:Relationship Type="http://schemas.openxmlformats.org/officeDocument/2006/relationships/slide" Target="/ppt/slides/slide11.xml" Id="Rd03449face1e4b78" /><ns0:Relationship Type="http://schemas.openxmlformats.org/officeDocument/2006/relationships/slide" Target="/ppt/slides/slide12.xml" Id="R7449cfd00a5f4f34" /><ns0:Relationship Type="http://schemas.openxmlformats.org/officeDocument/2006/relationships/slide" Target="/ppt/slides/slide13.xml" Id="R7820f328fce249e3" /><ns0:Relationship Type="http://schemas.openxmlformats.org/officeDocument/2006/relationships/slide" Target="/ppt/slides/slide14.xml" Id="R3d51b8ee3aef4e0b" /><ns0:Relationship Type="http://schemas.openxmlformats.org/officeDocument/2006/relationships/slide" Target="/ppt/slides/slide15.xml" Id="R29a4ac3c7dfb4ee3" /><ns0:Relationship Type="http://schemas.openxmlformats.org/officeDocument/2006/relationships/slide" Target="/ppt/slides/slide16.xml" Id="Ra0fd9ad986dc445e" /><ns0:Relationship Type="http://schemas.openxmlformats.org/officeDocument/2006/relationships/slide" Target="/ppt/slides/slide17.xml" Id="R10dbaf50730a46d0" /><ns0:Relationship Type="http://schemas.openxmlformats.org/officeDocument/2006/relationships/slide" Target="/ppt/slides/slide18.xml" Id="R1bf524a1888b4a70" /><ns0:Relationship Type="http://schemas.openxmlformats.org/officeDocument/2006/relationships/slide" Target="/ppt/slides/slide19.xml" Id="R8bc0bb0ab30e4e3c" /><ns0:Relationship Type="http://schemas.openxmlformats.org/officeDocument/2006/relationships/slide" Target="/ppt/slides/slide20.xml" Id="R3f367b41612a433a" /><ns0:Relationship Type="http://schemas.openxmlformats.org/officeDocument/2006/relationships/slide" Target="/ppt/slides/slide21.xml" Id="Rbaad4f2950c64e7f" /><ns0:Relationship Type="http://schemas.openxmlformats.org/officeDocument/2006/relationships/slide" Target="/ppt/slides/slide22.xml" Id="R4653197cfa6242b7" /><ns0:Relationship Type="http://schemas.openxmlformats.org/officeDocument/2006/relationships/slide" Target="/ppt/slides/slide23.xml" Id="R207babe490704dcb" /><ns0:Relationship Type="http://schemas.openxmlformats.org/officeDocument/2006/relationships/slide" Target="/ppt/slides/slide24.xml" Id="R80620f2ae1234287" /><ns0:Relationship Type="http://schemas.openxmlformats.org/officeDocument/2006/relationships/slide" Target="/ppt/slides/slide25.xml" Id="Rfc2555b510744ebb" /><ns0:Relationship Type="http://schemas.openxmlformats.org/officeDocument/2006/relationships/slide" Target="/ppt/slides/slide26.xml" Id="R98ec24464a7146dc" /><ns0:Relationship Type="http://schemas.openxmlformats.org/officeDocument/2006/relationships/slide" Target="/ppt/slides/slide27.xml" Id="Rb0a33d0e3b5e4476" /><ns0:Relationship Type="http://schemas.openxmlformats.org/officeDocument/2006/relationships/slide" Target="/ppt/slides/slide28.xml" Id="Rb73ccecc53634f2a" /><ns0:Relationship Type="http://schemas.openxmlformats.org/officeDocument/2006/relationships/slide" Target="/ppt/slides/slide29.xml" Id="R9870c26bbb6b4380" /><ns0:Relationship Type="http://schemas.openxmlformats.org/officeDocument/2006/relationships/slide" Target="/ppt/slides/slide30.xml" Id="Rd826920f71a74516" /></ns0: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ab1b53a2a14ca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75239950fc49dd" /><Relationship Type="http://schemas.openxmlformats.org/officeDocument/2006/relationships/image" Target="/ppt/media/image.jpeg" Id="R28e26406a76d451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863af6aaf641b8" /><Relationship Type="http://schemas.openxmlformats.org/officeDocument/2006/relationships/image" Target="/ppt/media/image.png" Id="Re11bed767851458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79c0d6a6c849e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9cde25a5b4486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fb23d5ec6a44ff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fb43d163254727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029e3af2094b8d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TITLE_P1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e26406a76d451d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55FC7451-64D3-4CB8-9AA0-48C8D9DAF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CDF34BA1-73E7-4752-8D70-4FEFC7FA2B5E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>
  <p:cSld name="TITLE_P2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1bed767851458d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079BB4D8-5B9D-4F65-BBDB-8D681C9A4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393FC60A-EA91-4AC7-BC18-270D30866589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>
  <p:cSld name="SECTION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2660B54-203F-42EC-A5A3-F2DC5C93C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CC66AC75-C800-41C1-BA5A-9761923D22AF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>
  <p:cSld name="CONTENT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1450B48-B37E-42BD-8A40-552BD5F2B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30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/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05E3C3A-CD83-4BD1-8F19-7D30E2610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BACBE0D7-4493-47F3-A3B0-8926F89D6ADB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>
  <p:cSld name="CONTENT_P1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3AF5B2E-D90D-402D-998C-27509820E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PART 1 · VIRTUAL HUMANS FOUNDATIONS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4270CFE-C9FB-4344-8B2C-69291004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D9532946-C1F9-48AE-995E-50C10B842843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>
  <p:cSld name="CODE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FCB2DEA-1F6F-40AE-B1E2-0531D3467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HANDS-ON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FCA723F-1C94-47D6-8CBD-26D793475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E2A5C3D1-AC51-4DA6-AEE4-466D7F7C1DA6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preserve="1">
  <p:cSld name="STATEMENT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A0ACBF4-7074-4ED0-A09E-3755A1AD6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E1A20153-E490-422E-8D29-B810FEAC614D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a0fb23f386145dd" /><Relationship Type="http://schemas.openxmlformats.org/officeDocument/2006/relationships/slideLayout" Target="/ppt/slideLayouts/slideLayout1.xml" Id="R9e616681ec1a4508" /><Relationship Type="http://schemas.openxmlformats.org/officeDocument/2006/relationships/slideLayout" Target="/ppt/slideLayouts/slideLayout2.xml" Id="Ra94c4783bfa546dd" /><Relationship Type="http://schemas.openxmlformats.org/officeDocument/2006/relationships/slideLayout" Target="/ppt/slideLayouts/slideLayout3.xml" Id="R15df07aeaabd4c3d" /><Relationship Type="http://schemas.openxmlformats.org/officeDocument/2006/relationships/slideLayout" Target="/ppt/slideLayouts/slideLayout4.xml" Id="R2842feabf48d4cee" /><Relationship Type="http://schemas.openxmlformats.org/officeDocument/2006/relationships/slideLayout" Target="/ppt/slideLayouts/slideLayout5.xml" Id="R2dd32180e65f4065" /><Relationship Type="http://schemas.openxmlformats.org/officeDocument/2006/relationships/slideLayout" Target="/ppt/slideLayouts/slideLayout6.xml" Id="Rfc14233be1e248d9" /><Relationship Type="http://schemas.openxmlformats.org/officeDocument/2006/relationships/slideLayout" Target="/ppt/slideLayouts/slideLayout7.xml" Id="R0a9c79d32cd14fc4" /><Relationship Type="http://schemas.openxmlformats.org/officeDocument/2006/relationships/slideLayout" Target="/ppt/slideLayouts/slideLayout8.xml" Id="R266b106f7b5a4588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2F40BB06-55D8-4F61-8DB4-8F5ED2A813AF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>
                <a:solidFill>
                  <a:srgbClr val="FFFFFF"/>
                </a:solidFill>
              </a:rPr>
              <a:t>null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e616681ec1a4508"/>
    <p:sldLayoutId xmlns:r="http://schemas.openxmlformats.org/officeDocument/2006/relationships" id="2147483650" r:id="Ra94c4783bfa546dd"/>
    <p:sldLayoutId xmlns:r="http://schemas.openxmlformats.org/officeDocument/2006/relationships" id="2147483651" r:id="R15df07aeaabd4c3d"/>
    <p:sldLayoutId xmlns:r="http://schemas.openxmlformats.org/officeDocument/2006/relationships" id="2147483652" r:id="R2842feabf48d4cee"/>
    <p:sldLayoutId xmlns:r="http://schemas.openxmlformats.org/officeDocument/2006/relationships" id="2147483653" r:id="R2dd32180e65f4065"/>
    <p:sldLayoutId xmlns:r="http://schemas.openxmlformats.org/officeDocument/2006/relationships" id="2147483654" r:id="Rfc14233be1e248d9"/>
    <p:sldLayoutId xmlns:r="http://schemas.openxmlformats.org/officeDocument/2006/relationships" id="2147483655" r:id="R0a9c79d32cd14fc4"/>
    <p:sldLayoutId xmlns:r="http://schemas.openxmlformats.org/officeDocument/2006/relationships" id="2147483656" r:id="R266b106f7b5a4588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3.xml" Id="R4362908f9f15488f" /><ns0:Relationship Type="http://schemas.openxmlformats.org/officeDocument/2006/relationships/image" Target="/ppt/media/image2.png" Id="Rd986ce0c67044015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8f862af41914e13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fe4ea25690f4b77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0117d4355df4690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6d6a2afa3f24c19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917193926964b71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463d503e4664b85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f5ed2d980a0466a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7769edfb3534cdd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015321bb58f4b17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d2461e9df904fb5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8950e5ea0e34317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f17ad3c45f24232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0cb5a2b9cf84cde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19ec7f2683b46d8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8602747d4464e72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f83e2686399416d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7dc366186cb4101" /><ns0:Relationship Type="http://schemas.openxmlformats.org/officeDocument/2006/relationships/hyperlink" Target="https://home.openweathermap.org/users/sign_up" TargetMode="External" Id="Rf12c7b7acb574e7c" /><ns0:Relationship Type="http://schemas.openxmlformats.org/officeDocument/2006/relationships/hyperlink" Target="https://home.openweathermap.org/api_keys" TargetMode="External" Id="R78bfcf22d4794ced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ec9ea926d814736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43eb03b7f0f4313" /><ns0:Relationship Type="http://schemas.openxmlformats.org/officeDocument/2006/relationships/image" Target="/ppt/media/image3.png" Id="Rf50785e724764885" /><ns0:Relationship Type="http://schemas.openxmlformats.org/officeDocument/2006/relationships/image" Target="/ppt/media/image4.png" Id="Reb9257540c76468b" /><ns0:Relationship Type="http://schemas.openxmlformats.org/officeDocument/2006/relationships/hyperlink" Target="https://claude.com/claude-code" TargetMode="External" Id="R4ce74e8f533b4cae" /><ns0:Relationship Type="http://schemas.openxmlformats.org/officeDocument/2006/relationships/hyperlink" Target="https://openai.com/codex/" TargetMode="External" Id="R3b7ea3e29d2e49db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3f627d067fa4485" /><ns0:Relationship Type="http://schemas.openxmlformats.org/officeDocument/2006/relationships/hyperlink" Target="https://marketplace.visualstudio.com/items?itemName=OpenAI.chatgpt" TargetMode="External" Id="Re0bb6cada2c9425a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4a6bcae4b2345c9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ebec254104a444d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e3016efc85b47ef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49f1fe75f9a4804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0cdbc93053b4c10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4069473f03a4a3d" /></ns0:Relationships>
</file>

<file path=ppt/slides/_rels/slide2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c8389959b6044d2" /></ns0:Relationships>
</file>

<file path=ppt/slides/_rels/slide2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f9fc71302cf40ab" /><ns0:Relationship Type="http://schemas.openxmlformats.org/officeDocument/2006/relationships/hyperlink" Target="https://docs.langchain.com/oss/python/langgraph/persistence" TargetMode="External" Id="R84b407ed36c14a77" /><ns0:Relationship Type="http://schemas.openxmlformats.org/officeDocument/2006/relationships/hyperlink" Target="https://docs.langchain.com/oss/python/langgraph/persistence" TargetMode="External" Id="R39e0c8f917214774" /><ns0:Relationship Type="http://schemas.openxmlformats.org/officeDocument/2006/relationships/hyperlink" Target="https://reference.langchain.com/python/langchain-ollama/chat_models/ChatOllama/with_structured_output" TargetMode="External" Id="R4debead0c21c4e45" /><ns0:Relationship Type="http://schemas.openxmlformats.org/officeDocument/2006/relationships/hyperlink" Target="https://reference.langchain.com/python/langchain-ollama/chat_models/ChatOllama/with_structured_output" TargetMode="External" Id="R74ad086b19d54065" /><ns0:Relationship Type="http://schemas.openxmlformats.org/officeDocument/2006/relationships/hyperlink" Target="https://reference.langchain.com/python/langchain-core/prompts/chat/ChatPromptTemplate" TargetMode="External" Id="R0585dd0a353d4fa8" /><ns0:Relationship Type="http://schemas.openxmlformats.org/officeDocument/2006/relationships/hyperlink" Target="https://reference.langchain.com/python/langchain-core/prompts/chat/ChatPromptTemplate" TargetMode="External" Id="R259b6b40ecda48b8" /><ns0:Relationship Type="http://schemas.openxmlformats.org/officeDocument/2006/relationships/hyperlink" Target="https://docs.langchain.com/oss/python/langgraph/workflows-agents" TargetMode="External" Id="Rad5ede0e0b464c4d" /><ns0:Relationship Type="http://schemas.openxmlformats.org/officeDocument/2006/relationships/hyperlink" Target="https://docs.langchain.com/oss/python/langgraph/workflows-agents" TargetMode="External" Id="R56898fd93f5749c9" /><ns0:Relationship Type="http://schemas.openxmlformats.org/officeDocument/2006/relationships/hyperlink" Target="https://learn.chatgpt.com/docs/ide" TargetMode="External" Id="R4639fc620cc344dc" /><ns0:Relationship Type="http://schemas.openxmlformats.org/officeDocument/2006/relationships/hyperlink" Target="https://learn.chatgpt.com/docs/ide" TargetMode="External" Id="R1ee89e38d1d14fa7" /><ns0:Relationship Type="http://schemas.openxmlformats.org/officeDocument/2006/relationships/hyperlink" Target="https://code.claude.com/docs/en/overview" TargetMode="External" Id="Rc8c139c8c94d452d" /><ns0:Relationship Type="http://schemas.openxmlformats.org/officeDocument/2006/relationships/hyperlink" Target="https://code.claude.com/docs/en/overview" TargetMode="External" Id="R5a1e60808ea7482a" /><ns0:Relationship Type="http://schemas.openxmlformats.org/officeDocument/2006/relationships/hyperlink" Target="https://openweathermap.org/api/current" TargetMode="External" Id="Rfa61d79d9af54847" /><ns0:Relationship Type="http://schemas.openxmlformats.org/officeDocument/2006/relationships/hyperlink" Target="https://openweathermap.org/api/current" TargetMode="External" Id="Rce8c6279882641df" /><ns0:Relationship Type="http://schemas.openxmlformats.org/officeDocument/2006/relationships/hyperlink" Target="https://openweathermap.org/api/geocoding-api" TargetMode="External" Id="Raaa201ce87b34e16" /><ns0:Relationship Type="http://schemas.openxmlformats.org/officeDocument/2006/relationships/hyperlink" Target="https://openweathermap.org/api/geocoding-api" TargetMode="External" Id="Rd8c9e226cb59446e" /></ns0:Relationships>
</file>

<file path=ppt/slides/_rels/slide3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f6ef41d82984037" /><ns0:Relationship Type="http://schemas.openxmlformats.org/officeDocument/2006/relationships/hyperlink" Target="https://openweathermap.org/api/weather-conditions" TargetMode="External" Id="R5893385142d24a9b" /><ns0:Relationship Type="http://schemas.openxmlformats.org/officeDocument/2006/relationships/hyperlink" Target="https://openweathermap.org/api/weather-conditions" TargetMode="External" Id="R2ee2dc3367954a9d" /><ns0:Relationship Type="http://schemas.openxmlformats.org/officeDocument/2006/relationships/hyperlink" Target="https://openweathermap.org/faq" TargetMode="External" Id="Ra5fe75ee74f64ae9" /><ns0:Relationship Type="http://schemas.openxmlformats.org/officeDocument/2006/relationships/hyperlink" Target="https://openweathermap.org/faq" TargetMode="External" Id="R1f62cbacc6484266" /><ns0:Relationship Type="http://schemas.openxmlformats.org/officeDocument/2006/relationships/hyperlink" Target="https://openweathermap.org/price" TargetMode="External" Id="Rc46fc70714804c39" /><ns0:Relationship Type="http://schemas.openxmlformats.org/officeDocument/2006/relationships/hyperlink" Target="https://openweathermap.org/price" TargetMode="External" Id="Rf38173c393a84e77" /><ns0:Relationship Type="http://schemas.openxmlformats.org/officeDocument/2006/relationships/hyperlink" Target="https://code.claude.com/docs/en/vs-code" TargetMode="External" Id="Rca10b02a79884ecc" /><ns0:Relationship Type="http://schemas.openxmlformats.org/officeDocument/2006/relationships/hyperlink" Target="https://code.claude.com/docs/en/vs-code" TargetMode="External" Id="Rbe17e2717a004962" /><ns0:Relationship Type="http://schemas.openxmlformats.org/officeDocument/2006/relationships/hyperlink" Target="https://marketplace.visualstudio.com/items?itemName=OpenAI.chatgpt" TargetMode="External" Id="R8a91cdf5e4874c14" /><ns0:Relationship Type="http://schemas.openxmlformats.org/officeDocument/2006/relationships/hyperlink" Target="https://marketplace.visualstudio.com/items?itemName=OpenAI.chatgpt" TargetMode="External" Id="R8a5506d071ee4c10" /><ns0:Relationship Type="http://schemas.openxmlformats.org/officeDocument/2006/relationships/hyperlink" Target="https://marketplace.visualstudio.com/items?itemName=anthropic.claude-code" TargetMode="External" Id="Rb498be9598144dfc" /><ns0:Relationship Type="http://schemas.openxmlformats.org/officeDocument/2006/relationships/hyperlink" Target="https://marketplace.visualstudio.com/items?itemName=anthropic.claude-code" TargetMode="External" Id="R78d203cfb51945d6" /></ns0: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23E2CA0-25C4-4FBC-91B7-70ECAD485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6052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Alessandro Emmanuel Pecora · 30 October 2026</a:t>
            </a:r>
            <a:endParaRPr sz="11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6671F37A-9C3B-4F2D-951B-FB8AADDF2EF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  <p:pic>
        <p:nvPicPr>
          <p:cNvPr id="5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86ce0c67044015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27" name="m0-text-1">
            <a:extLst xmlns:a="http://schemas.openxmlformats.org/drawingml/2006/main">
              <a:ext uri="{FF2B5EF4-FFF2-40B4-BE49-F238E27FC236}">
                <a16:creationId xmlns:a16="http://schemas.microsoft.com/office/drawing/2014/main" id="{42240BCB-CB11-468E-AB0E-9B00F39E3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90925"/>
            <a:ext cx="4286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Module 2 - Chapter 03</a:t>
            </a:r>
          </a:p>
          <a:p xmlns:a="http://schemas.openxmlformats.org/drawingml/2006/main">
            <a:pPr>
              <a:buNone/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Integration with the Virtual Human</a:t>
            </a:r>
          </a:p>
        </p:txBody>
      </p:sp>
      <p:sp>
        <p:nvSpPr>
          <p:cNvPr id="29" name="m1-text-266">
            <a:extLst xmlns:a="http://schemas.openxmlformats.org/drawingml/2006/main">
              <a:ext uri="{FF2B5EF4-FFF2-40B4-BE49-F238E27FC236}">
                <a16:creationId xmlns:a16="http://schemas.microsoft.com/office/drawing/2014/main" id="{3BB0F476-8304-4F09-BB14-952D406D4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 i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1" name="c2-text-33">
            <a:extLst xmlns:a="http://schemas.openxmlformats.org/drawingml/2006/main">
              <a:ext uri="{FF2B5EF4-FFF2-40B4-BE49-F238E27FC236}">
                <a16:creationId xmlns:a16="http://schemas.microsoft.com/office/drawing/2014/main" id="{BDE23DF7-EB72-4801-8530-87C0CD005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3" name="c2-text-151">
            <a:extLst xmlns:a="http://schemas.openxmlformats.org/drawingml/2006/main">
              <a:ext uri="{FF2B5EF4-FFF2-40B4-BE49-F238E27FC236}">
                <a16:creationId xmlns:a16="http://schemas.microsoft.com/office/drawing/2014/main" id="{6AFF5EB8-9E72-4719-9542-1566CA776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5" name="c2-text-197">
            <a:extLst xmlns:a="http://schemas.openxmlformats.org/drawingml/2006/main">
              <a:ext uri="{FF2B5EF4-FFF2-40B4-BE49-F238E27FC236}">
                <a16:creationId xmlns:a16="http://schemas.microsoft.com/office/drawing/2014/main" id="{873E902F-219A-4954-B177-DD955470A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7" name="c2-text-223">
            <a:extLst xmlns:a="http://schemas.openxmlformats.org/drawingml/2006/main">
              <a:ext uri="{FF2B5EF4-FFF2-40B4-BE49-F238E27FC236}">
                <a16:creationId xmlns:a16="http://schemas.microsoft.com/office/drawing/2014/main" id="{A305475C-F33A-453B-BD1E-35E07D3ED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9" name="c2-text-217">
            <a:extLst xmlns:a="http://schemas.openxmlformats.org/drawingml/2006/main">
              <a:ext uri="{FF2B5EF4-FFF2-40B4-BE49-F238E27FC236}">
                <a16:creationId xmlns:a16="http://schemas.microsoft.com/office/drawing/2014/main" id="{7B5494E3-495E-4E40-A97B-845CBC97C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1" name="c2-text-198">
            <a:extLst xmlns:a="http://schemas.openxmlformats.org/drawingml/2006/main">
              <a:ext uri="{FF2B5EF4-FFF2-40B4-BE49-F238E27FC236}">
                <a16:creationId xmlns:a16="http://schemas.microsoft.com/office/drawing/2014/main" id="{70AC672E-C96B-41A3-B850-987365D02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3" name="c2-text-211">
            <a:extLst xmlns:a="http://schemas.openxmlformats.org/drawingml/2006/main">
              <a:ext uri="{FF2B5EF4-FFF2-40B4-BE49-F238E27FC236}">
                <a16:creationId xmlns:a16="http://schemas.microsoft.com/office/drawing/2014/main" id="{DCB5F5CB-2D5B-422D-B5DF-6E628156D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5" name="c2-text-220">
            <a:extLst xmlns:a="http://schemas.openxmlformats.org/drawingml/2006/main">
              <a:ext uri="{FF2B5EF4-FFF2-40B4-BE49-F238E27FC236}">
                <a16:creationId xmlns:a16="http://schemas.microsoft.com/office/drawing/2014/main" id="{E51B7192-FD18-487B-8BD5-C7554404E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7" name="c2-text-265">
            <a:extLst xmlns:a="http://schemas.openxmlformats.org/drawingml/2006/main">
              <a:ext uri="{FF2B5EF4-FFF2-40B4-BE49-F238E27FC236}">
                <a16:creationId xmlns:a16="http://schemas.microsoft.com/office/drawing/2014/main" id="{DDB11875-B60B-4CD9-87A5-5274469BB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9" name="c2-text-282">
            <a:extLst xmlns:a="http://schemas.openxmlformats.org/drawingml/2006/main">
              <a:ext uri="{FF2B5EF4-FFF2-40B4-BE49-F238E27FC236}">
                <a16:creationId xmlns:a16="http://schemas.microsoft.com/office/drawing/2014/main" id="{F5485890-4DD9-408B-B0E0-2577FD1A8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51" name="c2-text-275">
            <a:extLst xmlns:a="http://schemas.openxmlformats.org/drawingml/2006/main">
              <a:ext uri="{FF2B5EF4-FFF2-40B4-BE49-F238E27FC236}">
                <a16:creationId xmlns:a16="http://schemas.microsoft.com/office/drawing/2014/main" id="{2FADCB92-2930-4079-9725-B8A8EC752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53" name="c3-text-328">
            <a:extLst xmlns:a="http://schemas.openxmlformats.org/drawingml/2006/main">
              <a:ext uri="{FF2B5EF4-FFF2-40B4-BE49-F238E27FC236}">
                <a16:creationId xmlns:a16="http://schemas.microsoft.com/office/drawing/2014/main" id="{0B8C38AE-BAC3-4C48-B4F1-04C371219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74861534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c3-text-1">
            <a:extLst xmlns:a="http://schemas.openxmlformats.org/drawingml/2006/main">
              <a:ext uri="{FF2B5EF4-FFF2-40B4-BE49-F238E27FC236}">
                <a16:creationId xmlns:a16="http://schemas.microsoft.com/office/drawing/2014/main" id="{5F6B3308-81C7-41E8-891E-364EC2331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">
            <a:extLst xmlns:a="http://schemas.openxmlformats.org/drawingml/2006/main">
              <a:ext uri="{FF2B5EF4-FFF2-40B4-BE49-F238E27FC236}">
                <a16:creationId xmlns:a16="http://schemas.microsoft.com/office/drawing/2014/main" id="{022F4CDD-1E99-4328-90CD-C1F0046F2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Avatar Loop</a:t>
            </a:r>
          </a:p>
        </p:txBody>
      </p:sp>
      <p:sp>
        <p:nvSpPr>
          <p:cNvPr id="3" name="c3-text-3">
            <a:extLst xmlns:a="http://schemas.openxmlformats.org/drawingml/2006/main">
              <a:ext uri="{FF2B5EF4-FFF2-40B4-BE49-F238E27FC236}">
                <a16:creationId xmlns:a16="http://schemas.microsoft.com/office/drawing/2014/main" id="{CA9B9BEE-6E1A-43F9-A90A-21E9D0AEB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4">
            <a:extLst xmlns:a="http://schemas.openxmlformats.org/drawingml/2006/main">
              <a:ext uri="{FF2B5EF4-FFF2-40B4-BE49-F238E27FC236}">
                <a16:creationId xmlns:a16="http://schemas.microsoft.com/office/drawing/2014/main" id="{611B9DF8-23B0-4A93-8515-7AFF07FD0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714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5" name="c3-text-5">
            <a:extLst xmlns:a="http://schemas.openxmlformats.org/drawingml/2006/main">
              <a:ext uri="{FF2B5EF4-FFF2-40B4-BE49-F238E27FC236}">
                <a16:creationId xmlns:a16="http://schemas.microsoft.com/office/drawing/2014/main" id="{FFDCC80E-ABF0-4A49-9D29-688A28264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71650"/>
            <a:ext cx="148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Browser</a:t>
            </a:r>
          </a:p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voice or text</a:t>
            </a:r>
          </a:p>
        </p:txBody>
      </p:sp>
      <p:sp>
        <p:nvSpPr>
          <p:cNvPr id="6" name="c3-shape-6">
            <a:extLst xmlns:a="http://schemas.openxmlformats.org/drawingml/2006/main">
              <a:ext uri="{FF2B5EF4-FFF2-40B4-BE49-F238E27FC236}">
                <a16:creationId xmlns:a16="http://schemas.microsoft.com/office/drawing/2014/main" id="{27EB7BE9-E250-42A8-A8DF-5AE96D985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047875"/>
            <a:ext cx="17145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7" name="c3-shape-7">
            <a:extLst xmlns:a="http://schemas.openxmlformats.org/drawingml/2006/main">
              <a:ext uri="{FF2B5EF4-FFF2-40B4-BE49-F238E27FC236}">
                <a16:creationId xmlns:a16="http://schemas.microsoft.com/office/drawing/2014/main" id="{B7E6B3F6-93F0-4DF3-A4B0-5C1DADC40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1695450"/>
            <a:ext cx="1714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8" name="c3-text-8">
            <a:extLst xmlns:a="http://schemas.openxmlformats.org/drawingml/2006/main">
              <a:ext uri="{FF2B5EF4-FFF2-40B4-BE49-F238E27FC236}">
                <a16:creationId xmlns:a16="http://schemas.microsoft.com/office/drawing/2014/main" id="{7CF99BAF-4E42-4B86-B5DC-76DEA5A57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771650"/>
            <a:ext cx="148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Embodiment</a:t>
            </a:r>
          </a:p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server</a:t>
            </a:r>
          </a:p>
        </p:txBody>
      </p:sp>
      <p:sp>
        <p:nvSpPr>
          <p:cNvPr id="9" name="c3-shape-9">
            <a:extLst xmlns:a="http://schemas.openxmlformats.org/drawingml/2006/main">
              <a:ext uri="{FF2B5EF4-FFF2-40B4-BE49-F238E27FC236}">
                <a16:creationId xmlns:a16="http://schemas.microsoft.com/office/drawing/2014/main" id="{EFA52000-31D4-47D5-904A-A78315448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047875"/>
            <a:ext cx="17145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shape-10">
            <a:extLst xmlns:a="http://schemas.openxmlformats.org/drawingml/2006/main">
              <a:ext uri="{FF2B5EF4-FFF2-40B4-BE49-F238E27FC236}">
                <a16:creationId xmlns:a16="http://schemas.microsoft.com/office/drawing/2014/main" id="{DAC25DE6-F68E-4657-B5C4-4C1040258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695450"/>
            <a:ext cx="1714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1" name="c3-text-11">
            <a:extLst xmlns:a="http://schemas.openxmlformats.org/drawingml/2006/main">
              <a:ext uri="{FF2B5EF4-FFF2-40B4-BE49-F238E27FC236}">
                <a16:creationId xmlns:a16="http://schemas.microsoft.com/office/drawing/2014/main" id="{F00C00BD-C2F2-4E5C-913A-33AA3BC74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1771650"/>
            <a:ext cx="148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Cognitive server</a:t>
            </a:r>
          </a:p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response(text)</a:t>
            </a:r>
          </a:p>
        </p:txBody>
      </p:sp>
      <p:sp>
        <p:nvSpPr>
          <p:cNvPr id="12" name="c3-shape-12">
            <a:extLst xmlns:a="http://schemas.openxmlformats.org/drawingml/2006/main">
              <a:ext uri="{FF2B5EF4-FFF2-40B4-BE49-F238E27FC236}">
                <a16:creationId xmlns:a16="http://schemas.microsoft.com/office/drawing/2014/main" id="{A099B4B7-291B-4EDE-B7A5-0E924EB13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47875"/>
            <a:ext cx="17145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3" name="c3-shape-13">
            <a:extLst xmlns:a="http://schemas.openxmlformats.org/drawingml/2006/main">
              <a:ext uri="{FF2B5EF4-FFF2-40B4-BE49-F238E27FC236}">
                <a16:creationId xmlns:a16="http://schemas.microsoft.com/office/drawing/2014/main" id="{E9E91219-E72B-4CD1-A5AE-A95643F1A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95450"/>
            <a:ext cx="17145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4" name="c3-text-14">
            <a:extLst xmlns:a="http://schemas.openxmlformats.org/drawingml/2006/main">
              <a:ext uri="{FF2B5EF4-FFF2-40B4-BE49-F238E27FC236}">
                <a16:creationId xmlns:a16="http://schemas.microsoft.com/office/drawing/2014/main" id="{7A4B57E8-3FA5-48E9-B3E5-AD6E97B6C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771650"/>
            <a:ext cx="1485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LangGraph</a:t>
            </a:r>
          </a:p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agent</a:t>
            </a:r>
          </a:p>
        </p:txBody>
      </p:sp>
      <p:sp>
        <p:nvSpPr>
          <p:cNvPr id="15" name="c3-shape-15">
            <a:extLst xmlns:a="http://schemas.openxmlformats.org/drawingml/2006/main">
              <a:ext uri="{FF2B5EF4-FFF2-40B4-BE49-F238E27FC236}">
                <a16:creationId xmlns:a16="http://schemas.microsoft.com/office/drawing/2014/main" id="{6F7A504C-2738-484F-B1BB-E03A99711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79248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6" name="c3-text-16">
            <a:extLst xmlns:a="http://schemas.openxmlformats.org/drawingml/2006/main">
              <a:ext uri="{FF2B5EF4-FFF2-40B4-BE49-F238E27FC236}">
                <a16:creationId xmlns:a16="http://schemas.microsoft.com/office/drawing/2014/main" id="{F354F7C6-FAB3-40B9-96F9-682499D44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86100"/>
            <a:ext cx="7696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AgentReply: speech_text, emotion, expression, gesture</a:t>
            </a:r>
          </a:p>
        </p:txBody>
      </p:sp>
      <p:sp>
        <p:nvSpPr>
          <p:cNvPr id="17" name="c3-text-17">
            <a:extLst xmlns:a="http://schemas.openxmlformats.org/drawingml/2006/main">
              <a:ext uri="{FF2B5EF4-FFF2-40B4-BE49-F238E27FC236}">
                <a16:creationId xmlns:a16="http://schemas.microsoft.com/office/drawing/2014/main" id="{5E5FBDA2-EB8F-4E18-999D-143778358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7924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The reply travels back: the avatar speaks, moves and changes expression.</a:t>
            </a:r>
          </a:p>
        </p:txBody>
      </p:sp>
      <p:sp>
        <p:nvSpPr>
          <p:cNvPr id="18" name="c3-text-329">
            <a:extLst xmlns:a="http://schemas.openxmlformats.org/drawingml/2006/main">
              <a:ext uri="{FF2B5EF4-FFF2-40B4-BE49-F238E27FC236}">
                <a16:creationId xmlns:a16="http://schemas.microsoft.com/office/drawing/2014/main" id="{9D89279F-0092-4C14-BB67-CA4094DB8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40582041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c3-text-18">
            <a:extLst xmlns:a="http://schemas.openxmlformats.org/drawingml/2006/main">
              <a:ext uri="{FF2B5EF4-FFF2-40B4-BE49-F238E27FC236}">
                <a16:creationId xmlns:a16="http://schemas.microsoft.com/office/drawing/2014/main" id="{CF4E9B93-E1C8-4712-9989-949306241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9">
            <a:extLst xmlns:a="http://schemas.openxmlformats.org/drawingml/2006/main">
              <a:ext uri="{FF2B5EF4-FFF2-40B4-BE49-F238E27FC236}">
                <a16:creationId xmlns:a16="http://schemas.microsoft.com/office/drawing/2014/main" id="{50860515-DBE0-483D-8736-E679929B6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What Stays the Same</a:t>
            </a:r>
          </a:p>
        </p:txBody>
      </p:sp>
      <p:sp>
        <p:nvSpPr>
          <p:cNvPr id="3" name="c3-text-20">
            <a:extLst xmlns:a="http://schemas.openxmlformats.org/drawingml/2006/main">
              <a:ext uri="{FF2B5EF4-FFF2-40B4-BE49-F238E27FC236}">
                <a16:creationId xmlns:a16="http://schemas.microsoft.com/office/drawing/2014/main" id="{3DECA6C3-1325-4E5F-9FE4-0AA635DBC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21">
            <a:extLst xmlns:a="http://schemas.openxmlformats.org/drawingml/2006/main">
              <a:ext uri="{FF2B5EF4-FFF2-40B4-BE49-F238E27FC236}">
                <a16:creationId xmlns:a16="http://schemas.microsoft.com/office/drawing/2014/main" id="{3A58D83E-38DC-42AF-8587-0339D9709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2514600" cy="220980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22">
            <a:extLst xmlns:a="http://schemas.openxmlformats.org/drawingml/2006/main">
              <a:ext uri="{FF2B5EF4-FFF2-40B4-BE49-F238E27FC236}">
                <a16:creationId xmlns:a16="http://schemas.microsoft.com/office/drawing/2014/main" id="{EC461F7D-53D8-4398-A2E0-4E296BC7D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23">
            <a:extLst xmlns:a="http://schemas.openxmlformats.org/drawingml/2006/main">
              <a:ext uri="{FF2B5EF4-FFF2-40B4-BE49-F238E27FC236}">
                <a16:creationId xmlns:a16="http://schemas.microsoft.com/office/drawing/2014/main" id="{AF92264C-6DA2-4A92-B124-30B4B3D40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764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Frontend</a:t>
            </a:r>
          </a:p>
        </p:txBody>
      </p:sp>
      <p:sp>
        <p:nvSpPr>
          <p:cNvPr id="7" name="c3-text-24">
            <a:extLst xmlns:a="http://schemas.openxmlformats.org/drawingml/2006/main">
              <a:ext uri="{FF2B5EF4-FFF2-40B4-BE49-F238E27FC236}">
                <a16:creationId xmlns:a16="http://schemas.microsoft.com/office/drawing/2014/main" id="{31807FA8-848A-428C-8288-8F4DA9360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19325"/>
            <a:ext cx="21336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Sends only text.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Plays the reply.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Unchanged.</a:t>
            </a:r>
          </a:p>
        </p:txBody>
      </p:sp>
      <p:sp>
        <p:nvSpPr>
          <p:cNvPr id="8" name="c3-shape-25">
            <a:extLst xmlns:a="http://schemas.openxmlformats.org/drawingml/2006/main">
              <a:ext uri="{FF2B5EF4-FFF2-40B4-BE49-F238E27FC236}">
                <a16:creationId xmlns:a16="http://schemas.microsoft.com/office/drawing/2014/main" id="{C76096E0-028A-400B-A56D-BD62EA81D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619250"/>
            <a:ext cx="2514600" cy="220980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26">
            <a:extLst xmlns:a="http://schemas.openxmlformats.org/drawingml/2006/main">
              <a:ext uri="{FF2B5EF4-FFF2-40B4-BE49-F238E27FC236}">
                <a16:creationId xmlns:a16="http://schemas.microsoft.com/office/drawing/2014/main" id="{2AF3FDB6-3D37-43B3-8D71-B4F003BB6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27">
            <a:extLst xmlns:a="http://schemas.openxmlformats.org/drawingml/2006/main">
              <a:ext uri="{FF2B5EF4-FFF2-40B4-BE49-F238E27FC236}">
                <a16:creationId xmlns:a16="http://schemas.microsoft.com/office/drawing/2014/main" id="{761AC44C-ED60-44E8-BA16-CD98640F3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8764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Contract</a:t>
            </a:r>
          </a:p>
        </p:txBody>
      </p:sp>
      <p:sp>
        <p:nvSpPr>
          <p:cNvPr id="11" name="c3-text-28">
            <a:extLst xmlns:a="http://schemas.openxmlformats.org/drawingml/2006/main">
              <a:ext uri="{FF2B5EF4-FFF2-40B4-BE49-F238E27FC236}">
                <a16:creationId xmlns:a16="http://schemas.microsoft.com/office/drawing/2014/main" id="{9DA77C92-EBC2-4F90-B120-D7FCBE93C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219325"/>
            <a:ext cx="21336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response(text)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→ AgentReply</a:t>
            </a:r>
          </a:p>
        </p:txBody>
      </p:sp>
      <p:sp>
        <p:nvSpPr>
          <p:cNvPr id="12" name="c3-shape-29">
            <a:extLst xmlns:a="http://schemas.openxmlformats.org/drawingml/2006/main">
              <a:ext uri="{FF2B5EF4-FFF2-40B4-BE49-F238E27FC236}">
                <a16:creationId xmlns:a16="http://schemas.microsoft.com/office/drawing/2014/main" id="{FF13867B-81D5-4D84-81AE-560AFB724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619250"/>
            <a:ext cx="2514600" cy="220980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shape-30">
            <a:extLst xmlns:a="http://schemas.openxmlformats.org/drawingml/2006/main">
              <a:ext uri="{FF2B5EF4-FFF2-40B4-BE49-F238E27FC236}">
                <a16:creationId xmlns:a16="http://schemas.microsoft.com/office/drawing/2014/main" id="{C683D8F3-3296-429A-BA7B-DA2E75DF6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4" name="c3-text-31">
            <a:extLst xmlns:a="http://schemas.openxmlformats.org/drawingml/2006/main">
              <a:ext uri="{FF2B5EF4-FFF2-40B4-BE49-F238E27FC236}">
                <a16:creationId xmlns:a16="http://schemas.microsoft.com/office/drawing/2014/main" id="{AAE794DB-28D4-43A6-A261-AB26C1092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764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Server routes</a:t>
            </a:r>
          </a:p>
        </p:txBody>
      </p:sp>
      <p:sp>
        <p:nvSpPr>
          <p:cNvPr id="15" name="c3-text-32">
            <a:extLst xmlns:a="http://schemas.openxmlformats.org/drawingml/2006/main">
              <a:ext uri="{FF2B5EF4-FFF2-40B4-BE49-F238E27FC236}">
                <a16:creationId xmlns:a16="http://schemas.microsoft.com/office/drawing/2014/main" id="{E0D394F7-8C2A-45D6-99AD-05429EC3F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19325"/>
            <a:ext cx="21336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/agent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/conversation/clear</a:t>
            </a:r>
          </a:p>
        </p:txBody>
      </p:sp>
      <p:sp>
        <p:nvSpPr>
          <p:cNvPr id="16" name="c3-shape-33">
            <a:extLst xmlns:a="http://schemas.openxmlformats.org/drawingml/2006/main">
              <a:ext uri="{FF2B5EF4-FFF2-40B4-BE49-F238E27FC236}">
                <a16:creationId xmlns:a16="http://schemas.microsoft.com/office/drawing/2014/main" id="{5A5FAF23-17FF-44E5-8BA6-90E353F58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7" name="c3-text-34">
            <a:extLst xmlns:a="http://schemas.openxmlformats.org/drawingml/2006/main">
              <a:ext uri="{FF2B5EF4-FFF2-40B4-BE49-F238E27FC236}">
                <a16:creationId xmlns:a16="http://schemas.microsoft.com/office/drawing/2014/main" id="{DA8E5DCE-F407-474F-85A8-C2B83701A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Memory is a backend decision: select another agent import.</a:t>
            </a:r>
          </a:p>
        </p:txBody>
      </p:sp>
      <p:sp>
        <p:nvSpPr>
          <p:cNvPr id="18" name="c3-text-330">
            <a:extLst xmlns:a="http://schemas.openxmlformats.org/drawingml/2006/main">
              <a:ext uri="{FF2B5EF4-FFF2-40B4-BE49-F238E27FC236}">
                <a16:creationId xmlns:a16="http://schemas.microsoft.com/office/drawing/2014/main" id="{BBA62271-0F98-490C-8C4A-03284985D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54487750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c3-text-35">
            <a:extLst xmlns:a="http://schemas.openxmlformats.org/drawingml/2006/main">
              <a:ext uri="{FF2B5EF4-FFF2-40B4-BE49-F238E27FC236}">
                <a16:creationId xmlns:a16="http://schemas.microsoft.com/office/drawing/2014/main" id="{8600623D-1C3D-484B-99F6-14D7D2BAE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36">
            <a:extLst xmlns:a="http://schemas.openxmlformats.org/drawingml/2006/main">
              <a:ext uri="{FF2B5EF4-FFF2-40B4-BE49-F238E27FC236}">
                <a16:creationId xmlns:a16="http://schemas.microsoft.com/office/drawing/2014/main" id="{138CFE24-D473-4756-B1B3-F9F8A96B2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Graph Behind response() [1]</a:t>
            </a:r>
          </a:p>
        </p:txBody>
      </p:sp>
      <p:sp>
        <p:nvSpPr>
          <p:cNvPr id="3" name="c3-text-37">
            <a:extLst xmlns:a="http://schemas.openxmlformats.org/drawingml/2006/main">
              <a:ext uri="{FF2B5EF4-FFF2-40B4-BE49-F238E27FC236}">
                <a16:creationId xmlns:a16="http://schemas.microsoft.com/office/drawing/2014/main" id="{76EF6B6B-627F-454F-8142-95AF895EB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38">
            <a:extLst xmlns:a="http://schemas.openxmlformats.org/drawingml/2006/main">
              <a:ext uri="{FF2B5EF4-FFF2-40B4-BE49-F238E27FC236}">
                <a16:creationId xmlns:a16="http://schemas.microsoft.com/office/drawing/2014/main" id="{C81D39A0-206C-49FB-828C-7923596C4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4287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text-39">
            <a:extLst xmlns:a="http://schemas.openxmlformats.org/drawingml/2006/main">
              <a:ext uri="{FF2B5EF4-FFF2-40B4-BE49-F238E27FC236}">
                <a16:creationId xmlns:a16="http://schemas.microsoft.com/office/drawing/2014/main" id="{80974AA0-5999-4B19-BF3A-22351E7F4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52600"/>
            <a:ext cx="1200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START</a:t>
            </a:r>
          </a:p>
        </p:txBody>
      </p:sp>
      <p:sp>
        <p:nvSpPr>
          <p:cNvPr id="6" name="c3-shape-40">
            <a:extLst xmlns:a="http://schemas.openxmlformats.org/drawingml/2006/main">
              <a:ext uri="{FF2B5EF4-FFF2-40B4-BE49-F238E27FC236}">
                <a16:creationId xmlns:a16="http://schemas.microsoft.com/office/drawing/2014/main" id="{E1D29399-B18A-44FC-8CF5-A9CBC0813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1924050"/>
            <a:ext cx="26670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7" name="c3-shape-41">
            <a:extLst xmlns:a="http://schemas.openxmlformats.org/drawingml/2006/main">
              <a:ext uri="{FF2B5EF4-FFF2-40B4-BE49-F238E27FC236}">
                <a16:creationId xmlns:a16="http://schemas.microsoft.com/office/drawing/2014/main" id="{CA61AFE5-7EE1-49C4-910A-6B82FAA1B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5717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8" name="c3-text-42">
            <a:extLst xmlns:a="http://schemas.openxmlformats.org/drawingml/2006/main">
              <a:ext uri="{FF2B5EF4-FFF2-40B4-BE49-F238E27FC236}">
                <a16:creationId xmlns:a16="http://schemas.microsoft.com/office/drawing/2014/main" id="{E078A041-34C7-4F7F-8646-1AC263A4D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752600"/>
            <a:ext cx="2343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respond</a:t>
            </a:r>
          </a:p>
        </p:txBody>
      </p:sp>
      <p:sp>
        <p:nvSpPr>
          <p:cNvPr id="9" name="c3-shape-43">
            <a:extLst xmlns:a="http://schemas.openxmlformats.org/drawingml/2006/main">
              <a:ext uri="{FF2B5EF4-FFF2-40B4-BE49-F238E27FC236}">
                <a16:creationId xmlns:a16="http://schemas.microsoft.com/office/drawing/2014/main" id="{81EF5A5F-2711-41F8-B56B-0D240EEB6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924050"/>
            <a:ext cx="26670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shape-44">
            <a:extLst xmlns:a="http://schemas.openxmlformats.org/drawingml/2006/main">
              <a:ext uri="{FF2B5EF4-FFF2-40B4-BE49-F238E27FC236}">
                <a16:creationId xmlns:a16="http://schemas.microsoft.com/office/drawing/2014/main" id="{95FD2A77-C1A9-4E89-B332-1A7A435AF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1676400"/>
            <a:ext cx="14287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1" name="c3-text-45">
            <a:extLst xmlns:a="http://schemas.openxmlformats.org/drawingml/2006/main">
              <a:ext uri="{FF2B5EF4-FFF2-40B4-BE49-F238E27FC236}">
                <a16:creationId xmlns:a16="http://schemas.microsoft.com/office/drawing/2014/main" id="{31D77993-C3C6-46B2-B0A0-6BF603885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1752600"/>
            <a:ext cx="1200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END</a:t>
            </a:r>
          </a:p>
        </p:txBody>
      </p:sp>
      <p:sp>
        <p:nvSpPr>
          <p:cNvPr id="12" name="c3-shape-46">
            <a:extLst xmlns:a="http://schemas.openxmlformats.org/drawingml/2006/main">
              <a:ext uri="{FF2B5EF4-FFF2-40B4-BE49-F238E27FC236}">
                <a16:creationId xmlns:a16="http://schemas.microsoft.com/office/drawing/2014/main" id="{D4D60FE9-0E74-4E46-9E20-3D5BEF62C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6572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3" name="c3-text-47">
            <a:extLst xmlns:a="http://schemas.openxmlformats.org/drawingml/2006/main">
              <a:ext uri="{FF2B5EF4-FFF2-40B4-BE49-F238E27FC236}">
                <a16:creationId xmlns:a16="http://schemas.microsoft.com/office/drawing/2014/main" id="{CBA84FE9-23C3-4508-BA75-708D6D449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38450"/>
            <a:ext cx="6343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InMemorySaver checkpointer · thread_id = "avatar"</a:t>
            </a:r>
          </a:p>
        </p:txBody>
      </p:sp>
      <p:sp>
        <p:nvSpPr>
          <p:cNvPr id="14" name="c3-text-48">
            <a:extLst xmlns:a="http://schemas.openxmlformats.org/drawingml/2006/main">
              <a:ext uri="{FF2B5EF4-FFF2-40B4-BE49-F238E27FC236}">
                <a16:creationId xmlns:a16="http://schemas.microsoft.com/office/drawing/2014/main" id="{0B2F0F7E-DF74-4109-BD30-EEEFCBEA2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7924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respond: prompt template + recent messages → ModelReply</a:t>
            </a:r>
          </a:p>
        </p:txBody>
      </p:sp>
      <p:sp>
        <p:nvSpPr>
          <p:cNvPr id="15" name="c3-text-331">
            <a:extLst xmlns:a="http://schemas.openxmlformats.org/drawingml/2006/main">
              <a:ext uri="{FF2B5EF4-FFF2-40B4-BE49-F238E27FC236}">
                <a16:creationId xmlns:a16="http://schemas.microsoft.com/office/drawing/2014/main" id="{F0F83BE9-0DBA-4FD4-8425-35698F377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81645197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c3-text-49">
            <a:extLst xmlns:a="http://schemas.openxmlformats.org/drawingml/2006/main">
              <a:ext uri="{FF2B5EF4-FFF2-40B4-BE49-F238E27FC236}">
                <a16:creationId xmlns:a16="http://schemas.microsoft.com/office/drawing/2014/main" id="{7D237B16-FBB9-4E9D-B216-56147CE96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50">
            <a:extLst xmlns:a="http://schemas.openxmlformats.org/drawingml/2006/main">
              <a:ext uri="{FF2B5EF4-FFF2-40B4-BE49-F238E27FC236}">
                <a16:creationId xmlns:a16="http://schemas.microsoft.com/office/drawing/2014/main" id="{6E3D7555-BCB1-4408-934E-4B52E394C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State: Messages and Reply [2]</a:t>
            </a:r>
          </a:p>
        </p:txBody>
      </p:sp>
      <p:sp>
        <p:nvSpPr>
          <p:cNvPr id="3" name="c3-text-51">
            <a:extLst xmlns:a="http://schemas.openxmlformats.org/drawingml/2006/main">
              <a:ext uri="{FF2B5EF4-FFF2-40B4-BE49-F238E27FC236}">
                <a16:creationId xmlns:a16="http://schemas.microsoft.com/office/drawing/2014/main" id="{5CF0F710-5631-4E7B-9F08-1C4878464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52">
            <a:extLst xmlns:a="http://schemas.openxmlformats.org/drawingml/2006/main">
              <a:ext uri="{FF2B5EF4-FFF2-40B4-BE49-F238E27FC236}">
                <a16:creationId xmlns:a16="http://schemas.microsoft.com/office/drawing/2014/main" id="{EEBCBE7C-B1CC-4F41-851B-9B146B422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79248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5" name="c3-text-53">
            <a:extLst xmlns:a="http://schemas.openxmlformats.org/drawingml/2006/main">
              <a:ext uri="{FF2B5EF4-FFF2-40B4-BE49-F238E27FC236}">
                <a16:creationId xmlns:a16="http://schemas.microsoft.com/office/drawing/2014/main" id="{9BE0AACC-40D4-4E01-B856-F4F137C80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57350"/>
            <a:ext cx="7581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class</a:t>
            </a:r>
            <a:r>
              <a:rPr sz="18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0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AvatarState</a:t>
            </a:r>
            <a:r>
              <a:rPr sz="18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(MessagesState):</a:t>
            </a:r>
          </a:p>
          <a:p xmlns:a="http://schemas.openxmlformats.org/drawingml/2006/main">
            <a:pPr>
              <a:defRPr sz="18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reply: dict</a:t>
            </a:r>
          </a:p>
        </p:txBody>
      </p:sp>
      <p:sp>
        <p:nvSpPr>
          <p:cNvPr id="6" name="c3-shape-54">
            <a:extLst xmlns:a="http://schemas.openxmlformats.org/drawingml/2006/main">
              <a:ext uri="{FF2B5EF4-FFF2-40B4-BE49-F238E27FC236}">
                <a16:creationId xmlns:a16="http://schemas.microsoft.com/office/drawing/2014/main" id="{F4173DE5-C89B-4B6B-9420-A2E872DEE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3771900" cy="1333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7" name="c3-shape-55">
            <a:extLst xmlns:a="http://schemas.openxmlformats.org/drawingml/2006/main">
              <a:ext uri="{FF2B5EF4-FFF2-40B4-BE49-F238E27FC236}">
                <a16:creationId xmlns:a16="http://schemas.microsoft.com/office/drawing/2014/main" id="{A45AEE4D-52C5-4169-AE17-705D2A9CB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8" name="c3-text-56">
            <a:extLst xmlns:a="http://schemas.openxmlformats.org/drawingml/2006/main">
              <a:ext uri="{FF2B5EF4-FFF2-40B4-BE49-F238E27FC236}">
                <a16:creationId xmlns:a16="http://schemas.microsoft.com/office/drawing/2014/main" id="{8594A196-07EF-484A-B692-E754E1E75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3847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messages</a:t>
            </a:r>
          </a:p>
        </p:txBody>
      </p:sp>
      <p:sp>
        <p:nvSpPr>
          <p:cNvPr id="9" name="c3-text-57">
            <a:extLst xmlns:a="http://schemas.openxmlformats.org/drawingml/2006/main">
              <a:ext uri="{FF2B5EF4-FFF2-40B4-BE49-F238E27FC236}">
                <a16:creationId xmlns:a16="http://schemas.microsoft.com/office/drawing/2014/main" id="{74A6A259-30BA-4B04-A9A6-31B66AE32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81375"/>
            <a:ext cx="3390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conversation, appended by the reducer.</a:t>
            </a:r>
          </a:p>
          <a:p xmlns:a="http://schemas.openxmlformats.org/drawingml/2006/main">
            <a:pPr>
              <a:defRPr sz="15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Only the spoken text is stored.</a:t>
            </a:r>
          </a:p>
        </p:txBody>
      </p:sp>
      <p:sp>
        <p:nvSpPr>
          <p:cNvPr id="10" name="c3-shape-58">
            <a:extLst xmlns:a="http://schemas.openxmlformats.org/drawingml/2006/main">
              <a:ext uri="{FF2B5EF4-FFF2-40B4-BE49-F238E27FC236}">
                <a16:creationId xmlns:a16="http://schemas.microsoft.com/office/drawing/2014/main" id="{7794EBC6-1DEE-438D-B5BC-F0859B7B2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81300"/>
            <a:ext cx="3771900" cy="1333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1" name="c3-shape-59">
            <a:extLst xmlns:a="http://schemas.openxmlformats.org/drawingml/2006/main">
              <a:ext uri="{FF2B5EF4-FFF2-40B4-BE49-F238E27FC236}">
                <a16:creationId xmlns:a16="http://schemas.microsoft.com/office/drawing/2014/main" id="{B96B1C6C-B350-479A-884B-166D20653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9432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2" name="c3-text-60">
            <a:extLst xmlns:a="http://schemas.openxmlformats.org/drawingml/2006/main">
              <a:ext uri="{FF2B5EF4-FFF2-40B4-BE49-F238E27FC236}">
                <a16:creationId xmlns:a16="http://schemas.microsoft.com/office/drawing/2014/main" id="{5C18A416-35B8-4744-A3B9-B9DF50CCE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03847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reply</a:t>
            </a:r>
          </a:p>
        </p:txBody>
      </p:sp>
      <p:sp>
        <p:nvSpPr>
          <p:cNvPr id="13" name="c3-text-61">
            <a:extLst xmlns:a="http://schemas.openxmlformats.org/drawingml/2006/main">
              <a:ext uri="{FF2B5EF4-FFF2-40B4-BE49-F238E27FC236}">
                <a16:creationId xmlns:a16="http://schemas.microsoft.com/office/drawing/2014/main" id="{F85A485D-3B75-43E8-8A21-243566D9F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381375"/>
            <a:ext cx="3390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full ModelReply:</a:t>
            </a:r>
          </a:p>
          <a:p xmlns:a="http://schemas.openxmlformats.org/drawingml/2006/main">
            <a:pPr>
              <a:defRPr sz="15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speech and avatar behaviour.</a:t>
            </a:r>
          </a:p>
        </p:txBody>
      </p:sp>
      <p:sp>
        <p:nvSpPr>
          <p:cNvPr id="14" name="c3-text-332">
            <a:extLst xmlns:a="http://schemas.openxmlformats.org/drawingml/2006/main">
              <a:ext uri="{FF2B5EF4-FFF2-40B4-BE49-F238E27FC236}">
                <a16:creationId xmlns:a16="http://schemas.microsoft.com/office/drawing/2014/main" id="{7D0C8FD5-BBFE-46A0-8E15-C8C6446F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50244417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3-text-62">
            <a:extLst xmlns:a="http://schemas.openxmlformats.org/drawingml/2006/main">
              <a:ext uri="{FF2B5EF4-FFF2-40B4-BE49-F238E27FC236}">
                <a16:creationId xmlns:a16="http://schemas.microsoft.com/office/drawing/2014/main" id="{25B06B01-9590-48F3-B240-43851C36B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63">
            <a:extLst xmlns:a="http://schemas.openxmlformats.org/drawingml/2006/main">
              <a:ext uri="{FF2B5EF4-FFF2-40B4-BE49-F238E27FC236}">
                <a16:creationId xmlns:a16="http://schemas.microsoft.com/office/drawing/2014/main" id="{B4847864-8597-47D2-A275-6591ECC22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Prompt Templates and Message History [3]</a:t>
            </a:r>
          </a:p>
        </p:txBody>
      </p:sp>
      <p:sp>
        <p:nvSpPr>
          <p:cNvPr id="3" name="c3-text-64">
            <a:extLst xmlns:a="http://schemas.openxmlformats.org/drawingml/2006/main">
              <a:ext uri="{FF2B5EF4-FFF2-40B4-BE49-F238E27FC236}">
                <a16:creationId xmlns:a16="http://schemas.microsoft.com/office/drawing/2014/main" id="{E4478843-5FAB-4796-A2F9-0299D0206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65">
            <a:extLst xmlns:a="http://schemas.openxmlformats.org/drawingml/2006/main">
              <a:ext uri="{FF2B5EF4-FFF2-40B4-BE49-F238E27FC236}">
                <a16:creationId xmlns:a16="http://schemas.microsoft.com/office/drawing/2014/main" id="{6424B8F1-20C8-43D4-ACEE-8B069EBFF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792480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5" name="c3-text-66">
            <a:extLst xmlns:a="http://schemas.openxmlformats.org/drawingml/2006/main">
              <a:ext uri="{FF2B5EF4-FFF2-40B4-BE49-F238E27FC236}">
                <a16:creationId xmlns:a16="http://schemas.microsoft.com/office/drawing/2014/main" id="{A4D79418-9B17-4BE6-84F3-A7D228F58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57350"/>
            <a:ext cx="75819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prompt = ChatPromptTemplate.</a:t>
            </a:r>
            <a:r>
              <a:rPr sz="150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from_messages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([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SystemMessagePromptTemplate.</a:t>
            </a:r>
            <a:r>
              <a:rPr sz="150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from_template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50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"You are a virtual human. Time: {current_time}."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),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50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MessagesPlaceholder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50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"messages"</a:t>
            </a: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),</a:t>
            </a:r>
          </a:p>
          <a:p xmlns:a="http://schemas.openxmlformats.org/drawingml/2006/main">
            <a:pPr>
              <a:defRPr sz="150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])</a:t>
            </a:r>
          </a:p>
        </p:txBody>
      </p:sp>
      <p:sp>
        <p:nvSpPr>
          <p:cNvPr id="6" name="c3-text-67">
            <a:extLst xmlns:a="http://schemas.openxmlformats.org/drawingml/2006/main">
              <a:ext uri="{FF2B5EF4-FFF2-40B4-BE49-F238E27FC236}">
                <a16:creationId xmlns:a16="http://schemas.microsoft.com/office/drawing/2014/main" id="{FE492115-044D-4A90-A5F8-DC30D5FFA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7924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system template fills variables. The placeholder keeps message roles.</a:t>
            </a:r>
          </a:p>
        </p:txBody>
      </p:sp>
      <p:sp>
        <p:nvSpPr>
          <p:cNvPr id="7" name="c3-text-333">
            <a:extLst xmlns:a="http://schemas.openxmlformats.org/drawingml/2006/main">
              <a:ext uri="{FF2B5EF4-FFF2-40B4-BE49-F238E27FC236}">
                <a16:creationId xmlns:a16="http://schemas.microsoft.com/office/drawing/2014/main" id="{F61CEC41-E868-422E-AF99-FBF159383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83316779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68">
            <a:extLst xmlns:a="http://schemas.openxmlformats.org/drawingml/2006/main">
              <a:ext uri="{FF2B5EF4-FFF2-40B4-BE49-F238E27FC236}">
                <a16:creationId xmlns:a16="http://schemas.microsoft.com/office/drawing/2014/main" id="{BBC69A9C-83D2-4E91-81C4-990C16A0C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69">
            <a:extLst xmlns:a="http://schemas.openxmlformats.org/drawingml/2006/main">
              <a:ext uri="{FF2B5EF4-FFF2-40B4-BE49-F238E27FC236}">
                <a16:creationId xmlns:a16="http://schemas.microsoft.com/office/drawing/2014/main" id="{9B24FD0F-161F-47FA-AD23-5F7AAA8BE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respond Node [2]</a:t>
            </a:r>
          </a:p>
        </p:txBody>
      </p:sp>
      <p:sp>
        <p:nvSpPr>
          <p:cNvPr id="3" name="c3-text-70">
            <a:extLst xmlns:a="http://schemas.openxmlformats.org/drawingml/2006/main">
              <a:ext uri="{FF2B5EF4-FFF2-40B4-BE49-F238E27FC236}">
                <a16:creationId xmlns:a16="http://schemas.microsoft.com/office/drawing/2014/main" id="{36E91D30-048B-4885-A325-8B0877974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71">
            <a:extLst xmlns:a="http://schemas.openxmlformats.org/drawingml/2006/main">
              <a:ext uri="{FF2B5EF4-FFF2-40B4-BE49-F238E27FC236}">
                <a16:creationId xmlns:a16="http://schemas.microsoft.com/office/drawing/2014/main" id="{D659A788-8F2B-43C4-8F19-D4ADA3A11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7924800" cy="2362200"/>
          </a:xfrm>
          <a:prstGeom xmlns:a="http://schemas.openxmlformats.org/drawingml/2006/main" prst="roundRect">
            <a:avLst>
              <a:gd name="adj" fmla="val 3226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5" name="c3-text-72">
            <a:extLst xmlns:a="http://schemas.openxmlformats.org/drawingml/2006/main">
              <a:ext uri="{FF2B5EF4-FFF2-40B4-BE49-F238E27FC236}">
                <a16:creationId xmlns:a16="http://schemas.microsoft.com/office/drawing/2014/main" id="{80D6A1A5-0242-4EF2-BCE0-B1371B1AE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57350"/>
            <a:ext cx="75819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def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3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respond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(state: AvatarState):</a:t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current_time = datetime.</a:t>
            </a:r>
            <a:r>
              <a:rPr sz="13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now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().</a:t>
            </a:r>
            <a:r>
              <a:rPr sz="13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strftime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35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"%H:%M"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answer = structured_client.</a:t>
            </a:r>
            <a:r>
              <a:rPr sz="13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invoke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    prompt.</a:t>
            </a:r>
            <a:r>
              <a:rPr sz="13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format_messages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        current_time=current_time,</a:t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        messages=state[</a:t>
            </a:r>
            <a:r>
              <a:rPr sz="135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"messages"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][-</a:t>
            </a:r>
            <a:r>
              <a:rPr sz="135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MAX_MESSAGES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:]))</a:t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350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{</a:t>
            </a:r>
            <a:r>
              <a:rPr sz="135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"messages"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[</a:t>
            </a:r>
            <a:r>
              <a:rPr sz="13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AIMessage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(answer.speech_text)],</a:t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        </a:t>
            </a:r>
            <a:r>
              <a:rPr sz="1350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"reply"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answer.</a:t>
            </a:r>
            <a:r>
              <a:rPr sz="1350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model_dump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()}</a:t>
            </a:r>
          </a:p>
        </p:txBody>
      </p:sp>
      <p:sp>
        <p:nvSpPr>
          <p:cNvPr id="6" name="c3-shape-73">
            <a:extLst xmlns:a="http://schemas.openxmlformats.org/drawingml/2006/main">
              <a:ext uri="{FF2B5EF4-FFF2-40B4-BE49-F238E27FC236}">
                <a16:creationId xmlns:a16="http://schemas.microsoft.com/office/drawing/2014/main" id="{7F407389-31EA-4026-A902-605155CF5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7" name="c3-text-74">
            <a:extLst xmlns:a="http://schemas.openxmlformats.org/drawingml/2006/main">
              <a:ext uri="{FF2B5EF4-FFF2-40B4-BE49-F238E27FC236}">
                <a16:creationId xmlns:a16="http://schemas.microsoft.com/office/drawing/2014/main" id="{667761DB-FBC0-4AC5-BCF9-6B1405A58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Structured output from Module 1 + rolling buffer from Chapter 02.</a:t>
            </a:r>
          </a:p>
        </p:txBody>
      </p:sp>
      <p:sp>
        <p:nvSpPr>
          <p:cNvPr id="8" name="c3-text-334">
            <a:extLst xmlns:a="http://schemas.openxmlformats.org/drawingml/2006/main">
              <a:ext uri="{FF2B5EF4-FFF2-40B4-BE49-F238E27FC236}">
                <a16:creationId xmlns:a16="http://schemas.microsoft.com/office/drawing/2014/main" id="{2DC852C4-1A13-4F97-AEAC-8E64EEC28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44641968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75">
            <a:extLst xmlns:a="http://schemas.openxmlformats.org/drawingml/2006/main">
              <a:ext uri="{FF2B5EF4-FFF2-40B4-BE49-F238E27FC236}">
                <a16:creationId xmlns:a16="http://schemas.microsoft.com/office/drawing/2014/main" id="{42BF008E-EFA2-4E2C-B05B-22E5EFA49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76">
            <a:extLst xmlns:a="http://schemas.openxmlformats.org/drawingml/2006/main">
              <a:ext uri="{FF2B5EF4-FFF2-40B4-BE49-F238E27FC236}">
                <a16:creationId xmlns:a16="http://schemas.microsoft.com/office/drawing/2014/main" id="{23AE1FB0-CF7B-413F-9F78-229B8E886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Thread Lives in the Backend [1]</a:t>
            </a:r>
          </a:p>
        </p:txBody>
      </p:sp>
      <p:sp>
        <p:nvSpPr>
          <p:cNvPr id="3" name="c3-text-77">
            <a:extLst xmlns:a="http://schemas.openxmlformats.org/drawingml/2006/main">
              <a:ext uri="{FF2B5EF4-FFF2-40B4-BE49-F238E27FC236}">
                <a16:creationId xmlns:a16="http://schemas.microsoft.com/office/drawing/2014/main" id="{C33CDD5E-1D9E-462E-8C19-C67DDEA2B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78">
            <a:extLst xmlns:a="http://schemas.openxmlformats.org/drawingml/2006/main">
              <a:ext uri="{FF2B5EF4-FFF2-40B4-BE49-F238E27FC236}">
                <a16:creationId xmlns:a16="http://schemas.microsoft.com/office/drawing/2014/main" id="{91ECD520-575A-441C-B469-7085A230D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792480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5" name="c3-text-79">
            <a:extLst xmlns:a="http://schemas.openxmlformats.org/drawingml/2006/main">
              <a:ext uri="{FF2B5EF4-FFF2-40B4-BE49-F238E27FC236}">
                <a16:creationId xmlns:a16="http://schemas.microsoft.com/office/drawing/2014/main" id="{094E89F6-F023-4803-A308-1CF1A1743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57350"/>
            <a:ext cx="758190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THREAD_ID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= 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"avatar"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config = {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"configurable"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{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"thread_id"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</a:t>
            </a:r>
            <a:r>
              <a:rPr sz="1425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THREAD_ID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}}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def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response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(text: str) -&gt; AgentReply: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result = graph.</a:t>
            </a:r>
            <a:r>
              <a:rPr sz="14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invoke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({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"messages"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[</a:t>
            </a:r>
            <a:r>
              <a:rPr sz="14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HumanMessage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(text)]}, config)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425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AgentReply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(**result[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"reply"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])</a:t>
            </a:r>
          </a:p>
        </p:txBody>
      </p:sp>
      <p:sp>
        <p:nvSpPr>
          <p:cNvPr id="6" name="c3-shape-80">
            <a:extLst xmlns:a="http://schemas.openxmlformats.org/drawingml/2006/main">
              <a:ext uri="{FF2B5EF4-FFF2-40B4-BE49-F238E27FC236}">
                <a16:creationId xmlns:a16="http://schemas.microsoft.com/office/drawing/2014/main" id="{53C4C277-842A-45C8-A5C6-B93B7E3C6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7" name="c3-text-81">
            <a:extLst xmlns:a="http://schemas.openxmlformats.org/drawingml/2006/main">
              <a:ext uri="{FF2B5EF4-FFF2-40B4-BE49-F238E27FC236}">
                <a16:creationId xmlns:a16="http://schemas.microsoft.com/office/drawing/2014/main" id="{1A749F45-8686-4078-894B-5E6B639F2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browser sends only text; every request continues the same thread.</a:t>
            </a:r>
          </a:p>
        </p:txBody>
      </p:sp>
      <p:sp>
        <p:nvSpPr>
          <p:cNvPr id="8" name="c3-text-335">
            <a:extLst xmlns:a="http://schemas.openxmlformats.org/drawingml/2006/main">
              <a:ext uri="{FF2B5EF4-FFF2-40B4-BE49-F238E27FC236}">
                <a16:creationId xmlns:a16="http://schemas.microsoft.com/office/drawing/2014/main" id="{D3740710-E723-4AE4-9C23-92E9A9190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77948608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c3-text-82">
            <a:extLst xmlns:a="http://schemas.openxmlformats.org/drawingml/2006/main">
              <a:ext uri="{FF2B5EF4-FFF2-40B4-BE49-F238E27FC236}">
                <a16:creationId xmlns:a16="http://schemas.microsoft.com/office/drawing/2014/main" id="{E8C67C61-ACFC-44DA-82E1-CA6800F4E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83">
            <a:extLst xmlns:a="http://schemas.openxmlformats.org/drawingml/2006/main">
              <a:ext uri="{FF2B5EF4-FFF2-40B4-BE49-F238E27FC236}">
                <a16:creationId xmlns:a16="http://schemas.microsoft.com/office/drawing/2014/main" id="{05F9AA1B-FA95-42AF-994F-E001EBE21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Clear Conversation [1]</a:t>
            </a:r>
          </a:p>
        </p:txBody>
      </p:sp>
      <p:sp>
        <p:nvSpPr>
          <p:cNvPr id="3" name="c3-text-84">
            <a:extLst xmlns:a="http://schemas.openxmlformats.org/drawingml/2006/main">
              <a:ext uri="{FF2B5EF4-FFF2-40B4-BE49-F238E27FC236}">
                <a16:creationId xmlns:a16="http://schemas.microsoft.com/office/drawing/2014/main" id="{586D17E8-1006-4069-9467-805C171A2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85">
            <a:extLst xmlns:a="http://schemas.openxmlformats.org/drawingml/2006/main">
              <a:ext uri="{FF2B5EF4-FFF2-40B4-BE49-F238E27FC236}">
                <a16:creationId xmlns:a16="http://schemas.microsoft.com/office/drawing/2014/main" id="{BA2DA602-D2C3-48E6-AC43-58C56C85C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9621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5" name="c3-text-86">
            <a:extLst xmlns:a="http://schemas.openxmlformats.org/drawingml/2006/main">
              <a:ext uri="{FF2B5EF4-FFF2-40B4-BE49-F238E27FC236}">
                <a16:creationId xmlns:a16="http://schemas.microsoft.com/office/drawing/2014/main" id="{E120BA4E-D681-429E-8EFD-80AC329E8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5260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Clear button</a:t>
            </a:r>
          </a:p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(browser)</a:t>
            </a:r>
          </a:p>
        </p:txBody>
      </p:sp>
      <p:sp>
        <p:nvSpPr>
          <p:cNvPr id="6" name="c3-shape-87">
            <a:extLst xmlns:a="http://schemas.openxmlformats.org/drawingml/2006/main">
              <a:ext uri="{FF2B5EF4-FFF2-40B4-BE49-F238E27FC236}">
                <a16:creationId xmlns:a16="http://schemas.microsoft.com/office/drawing/2014/main" id="{1C68854D-826D-4299-839F-FCB94487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019300"/>
            <a:ext cx="9525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7" name="c3-shape-88">
            <a:extLst xmlns:a="http://schemas.openxmlformats.org/drawingml/2006/main">
              <a:ext uri="{FF2B5EF4-FFF2-40B4-BE49-F238E27FC236}">
                <a16:creationId xmlns:a16="http://schemas.microsoft.com/office/drawing/2014/main" id="{0F95C130-B4E0-4836-9385-456799360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676400"/>
            <a:ext cx="19621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8" name="c3-text-89">
            <a:extLst xmlns:a="http://schemas.openxmlformats.org/drawingml/2006/main">
              <a:ext uri="{FF2B5EF4-FFF2-40B4-BE49-F238E27FC236}">
                <a16:creationId xmlns:a16="http://schemas.microsoft.com/office/drawing/2014/main" id="{59C14B2C-54AE-4ABF-BA91-AA475086A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75260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/conversation/clear</a:t>
            </a:r>
          </a:p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(server)</a:t>
            </a:r>
          </a:p>
        </p:txBody>
      </p:sp>
      <p:sp>
        <p:nvSpPr>
          <p:cNvPr id="9" name="c3-shape-90">
            <a:extLst xmlns:a="http://schemas.openxmlformats.org/drawingml/2006/main">
              <a:ext uri="{FF2B5EF4-FFF2-40B4-BE49-F238E27FC236}">
                <a16:creationId xmlns:a16="http://schemas.microsoft.com/office/drawing/2014/main" id="{F691CCD8-794F-4EE8-8CBE-139C6559F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019300"/>
            <a:ext cx="95250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shape-91">
            <a:extLst xmlns:a="http://schemas.openxmlformats.org/drawingml/2006/main">
              <a:ext uri="{FF2B5EF4-FFF2-40B4-BE49-F238E27FC236}">
                <a16:creationId xmlns:a16="http://schemas.microsoft.com/office/drawing/2014/main" id="{F3F2B26B-188A-450E-ACA6-42D81143F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676400"/>
            <a:ext cx="19621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1" name="c3-text-92">
            <a:extLst xmlns:a="http://schemas.openxmlformats.org/drawingml/2006/main">
              <a:ext uri="{FF2B5EF4-FFF2-40B4-BE49-F238E27FC236}">
                <a16:creationId xmlns:a16="http://schemas.microsoft.com/office/drawing/2014/main" id="{7DC93D23-E37C-4A53-8604-A32189B1A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75260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clear_conversation()</a:t>
            </a:r>
          </a:p>
          <a:p xmlns:a="http://schemas.openxmlformats.org/drawingml/2006/main">
            <a:pPr algn="ctr"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(agent)</a:t>
            </a:r>
          </a:p>
        </p:txBody>
      </p:sp>
      <p:sp>
        <p:nvSpPr>
          <p:cNvPr id="12" name="c3-shape-93">
            <a:extLst xmlns:a="http://schemas.openxmlformats.org/drawingml/2006/main">
              <a:ext uri="{FF2B5EF4-FFF2-40B4-BE49-F238E27FC236}">
                <a16:creationId xmlns:a16="http://schemas.microsoft.com/office/drawing/2014/main" id="{B844B2C2-F242-4CF3-8A53-B3E0DF4A0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19400"/>
            <a:ext cx="79248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13" name="c3-text-94">
            <a:extLst xmlns:a="http://schemas.openxmlformats.org/drawingml/2006/main">
              <a:ext uri="{FF2B5EF4-FFF2-40B4-BE49-F238E27FC236}">
                <a16:creationId xmlns:a16="http://schemas.microsoft.com/office/drawing/2014/main" id="{0464B151-6C0E-417D-BC7C-9011A0588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52750"/>
            <a:ext cx="7581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def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57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clear_conversation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():</a:t>
            </a:r>
          </a:p>
          <a:p xmlns:a="http://schemas.openxmlformats.org/drawingml/2006/main">
            <a:pPr>
              <a:defRPr sz="157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checkpointer.</a:t>
            </a:r>
            <a:r>
              <a:rPr sz="157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delete_thread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575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THREAD_ID</a:t>
            </a:r>
            <a:r>
              <a:rPr sz="15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)</a:t>
            </a:r>
          </a:p>
        </p:txBody>
      </p:sp>
      <p:sp>
        <p:nvSpPr>
          <p:cNvPr id="14" name="c3-text-95">
            <a:extLst xmlns:a="http://schemas.openxmlformats.org/drawingml/2006/main">
              <a:ext uri="{FF2B5EF4-FFF2-40B4-BE49-F238E27FC236}">
                <a16:creationId xmlns:a16="http://schemas.microsoft.com/office/drawing/2014/main" id="{7D01560B-4E83-4365-A7A6-3B827D97F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7924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The next message starts an empty conversation.</a:t>
            </a:r>
          </a:p>
        </p:txBody>
      </p:sp>
      <p:sp>
        <p:nvSpPr>
          <p:cNvPr id="15" name="c3-text-336">
            <a:extLst xmlns:a="http://schemas.openxmlformats.org/drawingml/2006/main">
              <a:ext uri="{FF2B5EF4-FFF2-40B4-BE49-F238E27FC236}">
                <a16:creationId xmlns:a16="http://schemas.microsoft.com/office/drawing/2014/main" id="{399B2685-3A2F-44A1-848C-9D71225D4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03962113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3-text-96">
            <a:extLst xmlns:a="http://schemas.openxmlformats.org/drawingml/2006/main">
              <a:ext uri="{FF2B5EF4-FFF2-40B4-BE49-F238E27FC236}">
                <a16:creationId xmlns:a16="http://schemas.microsoft.com/office/drawing/2014/main" id="{FAC47261-F0E8-4026-A599-2EFCF80B9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97">
            <a:extLst xmlns:a="http://schemas.openxmlformats.org/drawingml/2006/main">
              <a:ext uri="{FF2B5EF4-FFF2-40B4-BE49-F238E27FC236}">
                <a16:creationId xmlns:a16="http://schemas.microsoft.com/office/drawing/2014/main" id="{75BE6173-BEAB-4BF7-9A38-1E7DAF753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Together: Clear Memory through the API</a:t>
            </a:r>
          </a:p>
        </p:txBody>
      </p:sp>
      <p:sp>
        <p:nvSpPr>
          <p:cNvPr id="3" name="c3-text-98">
            <a:extLst xmlns:a="http://schemas.openxmlformats.org/drawingml/2006/main">
              <a:ext uri="{FF2B5EF4-FFF2-40B4-BE49-F238E27FC236}">
                <a16:creationId xmlns:a16="http://schemas.microsoft.com/office/drawing/2014/main" id="{A3138BBE-D6D8-41CF-8D93-35666BFCD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99">
            <a:extLst xmlns:a="http://schemas.openxmlformats.org/drawingml/2006/main">
              <a:ext uri="{FF2B5EF4-FFF2-40B4-BE49-F238E27FC236}">
                <a16:creationId xmlns:a16="http://schemas.microsoft.com/office/drawing/2014/main" id="{AC7E70CE-828B-4491-9BCF-59CE413A8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7924800" cy="2428875"/>
          </a:xfrm>
          <a:prstGeom xmlns:a="http://schemas.openxmlformats.org/drawingml/2006/main" prst="roundRect">
            <a:avLst>
              <a:gd name="adj" fmla="val 3137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5" name="c3-text-100">
            <a:extLst xmlns:a="http://schemas.openxmlformats.org/drawingml/2006/main">
              <a:ext uri="{FF2B5EF4-FFF2-40B4-BE49-F238E27FC236}">
                <a16:creationId xmlns:a16="http://schemas.microsoft.com/office/drawing/2014/main" id="{3828BBD3-1B58-478C-80BC-00331DF32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62100"/>
            <a:ext cx="7581900" cy="2162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@app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4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post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"/conversation/clear"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def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clear_conversation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():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selected_agent = sys.modules[response.__module__]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clear_agent_memory = </a:t>
            </a:r>
            <a:r>
              <a:rPr sz="14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getattr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    selected_agent, 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"clear_conversation"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425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None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425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if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4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callable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(clear_agent_memory):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425" b="0">
                <a:solidFill>
                  <a:srgbClr val="82AAFF"/>
                </a:solidFill>
                <a:latin typeface="Consolas"/>
                <a:ea typeface="Consolas"/>
                <a:cs typeface="Consolas"/>
              </a:rPr>
              <a:t>clear_agent_memory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()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425" b="0">
                <a:solidFill>
                  <a:srgbClr val="CBA6F7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{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"status"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"ok"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6" name="c3-text-101">
            <a:extLst xmlns:a="http://schemas.openxmlformats.org/drawingml/2006/main">
              <a:ext uri="{FF2B5EF4-FFF2-40B4-BE49-F238E27FC236}">
                <a16:creationId xmlns:a16="http://schemas.microsoft.com/office/drawing/2014/main" id="{A0EC61BA-CE58-4067-B66D-7CF18D060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7924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Rebuild this route together, then test Clear conversation.</a:t>
            </a:r>
          </a:p>
        </p:txBody>
      </p:sp>
      <p:sp>
        <p:nvSpPr>
          <p:cNvPr id="7" name="c3-text-337">
            <a:extLst xmlns:a="http://schemas.openxmlformats.org/drawingml/2006/main">
              <a:ext uri="{FF2B5EF4-FFF2-40B4-BE49-F238E27FC236}">
                <a16:creationId xmlns:a16="http://schemas.microsoft.com/office/drawing/2014/main" id="{18F3C954-5FC3-41E5-B1C9-D19AF936C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4425272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c3-text-102">
            <a:extLst xmlns:a="http://schemas.openxmlformats.org/drawingml/2006/main">
              <a:ext uri="{FF2B5EF4-FFF2-40B4-BE49-F238E27FC236}">
                <a16:creationId xmlns:a16="http://schemas.microsoft.com/office/drawing/2014/main" id="{320C5AFB-B8C7-4D29-A39E-FE0C107B0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03">
            <a:extLst xmlns:a="http://schemas.openxmlformats.org/drawingml/2006/main">
              <a:ext uri="{FF2B5EF4-FFF2-40B4-BE49-F238E27FC236}">
                <a16:creationId xmlns:a16="http://schemas.microsoft.com/office/drawing/2014/main" id="{24065F95-01F4-4CBC-8970-A3FD5A414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Always Answer</a:t>
            </a:r>
          </a:p>
        </p:txBody>
      </p:sp>
      <p:sp>
        <p:nvSpPr>
          <p:cNvPr id="3" name="c3-text-104">
            <a:extLst xmlns:a="http://schemas.openxmlformats.org/drawingml/2006/main">
              <a:ext uri="{FF2B5EF4-FFF2-40B4-BE49-F238E27FC236}">
                <a16:creationId xmlns:a16="http://schemas.microsoft.com/office/drawing/2014/main" id="{29D39A43-01F6-4646-8886-B7F6A909B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105">
            <a:extLst xmlns:a="http://schemas.openxmlformats.org/drawingml/2006/main">
              <a:ext uri="{FF2B5EF4-FFF2-40B4-BE49-F238E27FC236}">
                <a16:creationId xmlns:a16="http://schemas.microsoft.com/office/drawing/2014/main" id="{1FF29364-E7A7-44E1-AC1F-92349EA19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2514600" cy="1905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106">
            <a:extLst xmlns:a="http://schemas.openxmlformats.org/drawingml/2006/main">
              <a:ext uri="{FF2B5EF4-FFF2-40B4-BE49-F238E27FC236}">
                <a16:creationId xmlns:a16="http://schemas.microsoft.com/office/drawing/2014/main" id="{DE611815-9AD3-4A9F-A626-C9191CA7B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107">
            <a:extLst xmlns:a="http://schemas.openxmlformats.org/drawingml/2006/main">
              <a:ext uri="{FF2B5EF4-FFF2-40B4-BE49-F238E27FC236}">
                <a16:creationId xmlns:a16="http://schemas.microsoft.com/office/drawing/2014/main" id="{8A5D4744-29BD-4150-B439-B48966EEB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764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Model error or timeout</a:t>
            </a:r>
          </a:p>
        </p:txBody>
      </p:sp>
      <p:sp>
        <p:nvSpPr>
          <p:cNvPr id="7" name="c3-text-108">
            <a:extLst xmlns:a="http://schemas.openxmlformats.org/drawingml/2006/main">
              <a:ext uri="{FF2B5EF4-FFF2-40B4-BE49-F238E27FC236}">
                <a16:creationId xmlns:a16="http://schemas.microsoft.com/office/drawing/2014/main" id="{7A68C2BF-3490-4700-A578-D28111E07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19325"/>
            <a:ext cx="21336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 short apology and a shrug.</a:t>
            </a:r>
          </a:p>
        </p:txBody>
      </p:sp>
      <p:sp>
        <p:nvSpPr>
          <p:cNvPr id="8" name="c3-shape-109">
            <a:extLst xmlns:a="http://schemas.openxmlformats.org/drawingml/2006/main">
              <a:ext uri="{FF2B5EF4-FFF2-40B4-BE49-F238E27FC236}">
                <a16:creationId xmlns:a16="http://schemas.microsoft.com/office/drawing/2014/main" id="{3C7EF7FB-1B3C-4AE8-A753-FE197B185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619250"/>
            <a:ext cx="2514600" cy="1905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110">
            <a:extLst xmlns:a="http://schemas.openxmlformats.org/drawingml/2006/main">
              <a:ext uri="{FF2B5EF4-FFF2-40B4-BE49-F238E27FC236}">
                <a16:creationId xmlns:a16="http://schemas.microsoft.com/office/drawing/2014/main" id="{127CFB61-6A88-4B94-A54F-6B7AE187B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111">
            <a:extLst xmlns:a="http://schemas.openxmlformats.org/drawingml/2006/main">
              <a:ext uri="{FF2B5EF4-FFF2-40B4-BE49-F238E27FC236}">
                <a16:creationId xmlns:a16="http://schemas.microsoft.com/office/drawing/2014/main" id="{BDB74661-CE35-4B1F-B223-D7BFA7545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8764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No structured reply</a:t>
            </a:r>
          </a:p>
        </p:txBody>
      </p:sp>
      <p:sp>
        <p:nvSpPr>
          <p:cNvPr id="11" name="c3-text-112">
            <a:extLst xmlns:a="http://schemas.openxmlformats.org/drawingml/2006/main">
              <a:ext uri="{FF2B5EF4-FFF2-40B4-BE49-F238E27FC236}">
                <a16:creationId xmlns:a16="http://schemas.microsoft.com/office/drawing/2014/main" id="{B2954F6F-C5AD-4A7B-8DF2-B33ABA888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219325"/>
            <a:ext cx="21336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same fallback reply.</a:t>
            </a:r>
          </a:p>
        </p:txBody>
      </p:sp>
      <p:sp>
        <p:nvSpPr>
          <p:cNvPr id="12" name="c3-shape-113">
            <a:extLst xmlns:a="http://schemas.openxmlformats.org/drawingml/2006/main">
              <a:ext uri="{FF2B5EF4-FFF2-40B4-BE49-F238E27FC236}">
                <a16:creationId xmlns:a16="http://schemas.microsoft.com/office/drawing/2014/main" id="{855396A3-3D1F-4CF7-A015-4213ABFC7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619250"/>
            <a:ext cx="2514600" cy="1905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shape-114">
            <a:extLst xmlns:a="http://schemas.openxmlformats.org/drawingml/2006/main">
              <a:ext uri="{FF2B5EF4-FFF2-40B4-BE49-F238E27FC236}">
                <a16:creationId xmlns:a16="http://schemas.microsoft.com/office/drawing/2014/main" id="{F0AAC318-7DFF-4C04-A524-044A8EDD9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4" name="c3-text-115">
            <a:extLst xmlns:a="http://schemas.openxmlformats.org/drawingml/2006/main">
              <a:ext uri="{FF2B5EF4-FFF2-40B4-BE49-F238E27FC236}">
                <a16:creationId xmlns:a16="http://schemas.microsoft.com/office/drawing/2014/main" id="{5417C5C2-1DA7-4BA8-A315-22C7DE9D7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764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History in order</a:t>
            </a:r>
          </a:p>
        </p:txBody>
      </p:sp>
      <p:sp>
        <p:nvSpPr>
          <p:cNvPr id="15" name="c3-text-116">
            <a:extLst xmlns:a="http://schemas.openxmlformats.org/drawingml/2006/main">
              <a:ext uri="{FF2B5EF4-FFF2-40B4-BE49-F238E27FC236}">
                <a16:creationId xmlns:a16="http://schemas.microsoft.com/office/drawing/2014/main" id="{45601D19-A23E-4743-B5DE-C5C5C573E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19325"/>
            <a:ext cx="21336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Human and AI messages still alternate.</a:t>
            </a:r>
          </a:p>
        </p:txBody>
      </p:sp>
      <p:sp>
        <p:nvSpPr>
          <p:cNvPr id="16" name="c3-shape-117">
            <a:extLst xmlns:a="http://schemas.openxmlformats.org/drawingml/2006/main">
              <a:ext uri="{FF2B5EF4-FFF2-40B4-BE49-F238E27FC236}">
                <a16:creationId xmlns:a16="http://schemas.microsoft.com/office/drawing/2014/main" id="{21C5AF8D-06F6-4300-83B3-4F1F7F93F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7" name="c3-text-118">
            <a:extLst xmlns:a="http://schemas.openxmlformats.org/drawingml/2006/main">
              <a:ext uri="{FF2B5EF4-FFF2-40B4-BE49-F238E27FC236}">
                <a16:creationId xmlns:a16="http://schemas.microsoft.com/office/drawing/2014/main" id="{78814A32-96C7-455C-AF4B-AF8661B80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 failed call must not break the avatar or the saved conversation.</a:t>
            </a:r>
          </a:p>
        </p:txBody>
      </p:sp>
      <p:sp>
        <p:nvSpPr>
          <p:cNvPr id="18" name="c3-text-338">
            <a:extLst xmlns:a="http://schemas.openxmlformats.org/drawingml/2006/main">
              <a:ext uri="{FF2B5EF4-FFF2-40B4-BE49-F238E27FC236}">
                <a16:creationId xmlns:a16="http://schemas.microsoft.com/office/drawing/2014/main" id="{AEFFC7EA-225A-43C6-A654-BCE9639A9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4230886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c3-text-119">
            <a:extLst xmlns:a="http://schemas.openxmlformats.org/drawingml/2006/main">
              <a:ext uri="{FF2B5EF4-FFF2-40B4-BE49-F238E27FC236}">
                <a16:creationId xmlns:a16="http://schemas.microsoft.com/office/drawing/2014/main" id="{2E1F74DE-9E43-48B3-9A36-965FDE258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20">
            <a:extLst xmlns:a="http://schemas.openxmlformats.org/drawingml/2006/main">
              <a:ext uri="{FF2B5EF4-FFF2-40B4-BE49-F238E27FC236}">
                <a16:creationId xmlns:a16="http://schemas.microsoft.com/office/drawing/2014/main" id="{DD286AFF-4BD0-43CB-9C6E-C4683AC66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Try It on the Avatar</a:t>
            </a:r>
          </a:p>
        </p:txBody>
      </p:sp>
      <p:sp>
        <p:nvSpPr>
          <p:cNvPr id="3" name="c3-text-121">
            <a:extLst xmlns:a="http://schemas.openxmlformats.org/drawingml/2006/main">
              <a:ext uri="{FF2B5EF4-FFF2-40B4-BE49-F238E27FC236}">
                <a16:creationId xmlns:a16="http://schemas.microsoft.com/office/drawing/2014/main" id="{5050BDAC-D273-4E0A-8AB3-C3DD9AA01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122">
            <a:extLst xmlns:a="http://schemas.openxmlformats.org/drawingml/2006/main">
              <a:ext uri="{FF2B5EF4-FFF2-40B4-BE49-F238E27FC236}">
                <a16:creationId xmlns:a16="http://schemas.microsoft.com/office/drawing/2014/main" id="{C974345F-23B9-4A79-B39E-42DFCE72C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377190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123">
            <a:extLst xmlns:a="http://schemas.openxmlformats.org/drawingml/2006/main">
              <a:ext uri="{FF2B5EF4-FFF2-40B4-BE49-F238E27FC236}">
                <a16:creationId xmlns:a16="http://schemas.microsoft.com/office/drawing/2014/main" id="{EC7084AA-63AC-4B08-9C56-FB484F899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859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124">
            <a:extLst xmlns:a="http://schemas.openxmlformats.org/drawingml/2006/main">
              <a:ext uri="{FF2B5EF4-FFF2-40B4-BE49-F238E27FC236}">
                <a16:creationId xmlns:a16="http://schemas.microsoft.com/office/drawing/2014/main" id="{DDF4E5EC-E708-4350-93E1-C51843366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8117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Select the agent</a:t>
            </a:r>
          </a:p>
        </p:txBody>
      </p:sp>
      <p:sp>
        <p:nvSpPr>
          <p:cNvPr id="7" name="c3-text-125">
            <a:extLst xmlns:a="http://schemas.openxmlformats.org/drawingml/2006/main">
              <a:ext uri="{FF2B5EF4-FFF2-40B4-BE49-F238E27FC236}">
                <a16:creationId xmlns:a16="http://schemas.microsoft.com/office/drawing/2014/main" id="{4CBDB048-E28F-4E90-97D7-3F39FD83B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24075"/>
            <a:ext cx="33909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 vh_cognitive_server.py keep one import:</a:t>
            </a:r>
          </a:p>
          <a:p xmlns:a="http://schemas.openxmlformats.org/drawingml/2006/main">
            <a:pPr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agents.Module_2.Chapter_03</a:t>
            </a:r>
          </a:p>
          <a:p xmlns:a="http://schemas.openxmlformats.org/drawingml/2006/main">
            <a:pPr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.langgraph_avatar_agent</a:t>
            </a:r>
          </a:p>
        </p:txBody>
      </p:sp>
      <p:sp>
        <p:nvSpPr>
          <p:cNvPr id="8" name="c3-shape-126">
            <a:extLst xmlns:a="http://schemas.openxmlformats.org/drawingml/2006/main">
              <a:ext uri="{FF2B5EF4-FFF2-40B4-BE49-F238E27FC236}">
                <a16:creationId xmlns:a16="http://schemas.microsoft.com/office/drawing/2014/main" id="{4D15012C-97C5-4C40-A3FB-1679AF600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24000"/>
            <a:ext cx="377190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127">
            <a:extLst xmlns:a="http://schemas.openxmlformats.org/drawingml/2006/main">
              <a:ext uri="{FF2B5EF4-FFF2-40B4-BE49-F238E27FC236}">
                <a16:creationId xmlns:a16="http://schemas.microsoft.com/office/drawing/2014/main" id="{F5F47B8B-5BFA-405E-8DD1-1B4F78A2F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6859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128">
            <a:extLst xmlns:a="http://schemas.openxmlformats.org/drawingml/2006/main">
              <a:ext uri="{FF2B5EF4-FFF2-40B4-BE49-F238E27FC236}">
                <a16:creationId xmlns:a16="http://schemas.microsoft.com/office/drawing/2014/main" id="{1F19BA27-5AAC-4FCC-9545-2D952EF73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78117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Test the memory</a:t>
            </a:r>
          </a:p>
        </p:txBody>
      </p:sp>
      <p:sp>
        <p:nvSpPr>
          <p:cNvPr id="11" name="c3-text-129">
            <a:extLst xmlns:a="http://schemas.openxmlformats.org/drawingml/2006/main">
              <a:ext uri="{FF2B5EF4-FFF2-40B4-BE49-F238E27FC236}">
                <a16:creationId xmlns:a16="http://schemas.microsoft.com/office/drawing/2014/main" id="{C978CE99-0699-45E2-848C-F95DB067B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124075"/>
            <a:ext cx="33909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Tell your name and favourite colour.</a:t>
            </a:r>
          </a:p>
          <a:p xmlns:a="http://schemas.openxmlformats.org/drawingml/2006/main">
            <a:pPr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Ask for both.</a:t>
            </a:r>
          </a:p>
          <a:p xmlns:a="http://schemas.openxmlformats.org/drawingml/2006/main">
            <a:pPr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Clear the conversation and ask again.</a:t>
            </a:r>
          </a:p>
        </p:txBody>
      </p:sp>
      <p:sp>
        <p:nvSpPr>
          <p:cNvPr id="12" name="c3-shape-130">
            <a:extLst xmlns:a="http://schemas.openxmlformats.org/drawingml/2006/main">
              <a:ext uri="{FF2B5EF4-FFF2-40B4-BE49-F238E27FC236}">
                <a16:creationId xmlns:a16="http://schemas.microsoft.com/office/drawing/2014/main" id="{E75389FD-753B-47FC-9134-C9E8AAEC2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text-131">
            <a:extLst xmlns:a="http://schemas.openxmlformats.org/drawingml/2006/main">
              <a:ext uri="{FF2B5EF4-FFF2-40B4-BE49-F238E27FC236}">
                <a16:creationId xmlns:a16="http://schemas.microsoft.com/office/drawing/2014/main" id="{A2846D2D-E5AD-46AD-AB6B-9216472D4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Save, then restart the cognitive server in the avatar Settings.</a:t>
            </a:r>
          </a:p>
        </p:txBody>
      </p:sp>
      <p:sp>
        <p:nvSpPr>
          <p:cNvPr id="14" name="c3-text-339">
            <a:extLst xmlns:a="http://schemas.openxmlformats.org/drawingml/2006/main">
              <a:ext uri="{FF2B5EF4-FFF2-40B4-BE49-F238E27FC236}">
                <a16:creationId xmlns:a16="http://schemas.microsoft.com/office/drawing/2014/main" id="{C672AA5A-5430-42A4-8BAA-6CB8D0DAD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27402127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c3-text-132">
            <a:extLst xmlns:a="http://schemas.openxmlformats.org/drawingml/2006/main">
              <a:ext uri="{FF2B5EF4-FFF2-40B4-BE49-F238E27FC236}">
                <a16:creationId xmlns:a16="http://schemas.microsoft.com/office/drawing/2014/main" id="{3F4F1BA0-8A95-4AA9-9282-092E4FB79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33">
            <a:extLst xmlns:a="http://schemas.openxmlformats.org/drawingml/2006/main">
              <a:ext uri="{FF2B5EF4-FFF2-40B4-BE49-F238E27FC236}">
                <a16:creationId xmlns:a16="http://schemas.microsoft.com/office/drawing/2014/main" id="{D9032C41-4863-498A-B9D6-057C4B08B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Your Turn</a:t>
            </a:r>
          </a:p>
        </p:txBody>
      </p:sp>
      <p:sp>
        <p:nvSpPr>
          <p:cNvPr id="3" name="c3-text-134">
            <a:extLst xmlns:a="http://schemas.openxmlformats.org/drawingml/2006/main">
              <a:ext uri="{FF2B5EF4-FFF2-40B4-BE49-F238E27FC236}">
                <a16:creationId xmlns:a16="http://schemas.microsoft.com/office/drawing/2014/main" id="{4EDD6579-9A7A-40B0-BDF1-9A7FD8CA0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135">
            <a:extLst xmlns:a="http://schemas.openxmlformats.org/drawingml/2006/main">
              <a:ext uri="{FF2B5EF4-FFF2-40B4-BE49-F238E27FC236}">
                <a16:creationId xmlns:a16="http://schemas.microsoft.com/office/drawing/2014/main" id="{D4642FDA-8FED-4F20-9AB7-C1854C729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2514600" cy="22479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136">
            <a:extLst xmlns:a="http://schemas.openxmlformats.org/drawingml/2006/main">
              <a:ext uri="{FF2B5EF4-FFF2-40B4-BE49-F238E27FC236}">
                <a16:creationId xmlns:a16="http://schemas.microsoft.com/office/drawing/2014/main" id="{87615552-A884-4AB6-BEE0-8C87D61AA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859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137">
            <a:extLst xmlns:a="http://schemas.openxmlformats.org/drawingml/2006/main">
              <a:ext uri="{FF2B5EF4-FFF2-40B4-BE49-F238E27FC236}">
                <a16:creationId xmlns:a16="http://schemas.microsoft.com/office/drawing/2014/main" id="{2C9891F2-2FC3-4883-B712-096A1C13E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8117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Persona</a:t>
            </a:r>
          </a:p>
        </p:txBody>
      </p:sp>
      <p:sp>
        <p:nvSpPr>
          <p:cNvPr id="7" name="c3-text-138">
            <a:extLst xmlns:a="http://schemas.openxmlformats.org/drawingml/2006/main">
              <a:ext uri="{FF2B5EF4-FFF2-40B4-BE49-F238E27FC236}">
                <a16:creationId xmlns:a16="http://schemas.microsoft.com/office/drawing/2014/main" id="{98CDB295-98CD-45FC-A3EC-90E5A1A4D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24075"/>
            <a:ext cx="21336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Change the system instruction: a museum guide with its own name.</a:t>
            </a:r>
          </a:p>
        </p:txBody>
      </p:sp>
      <p:sp>
        <p:nvSpPr>
          <p:cNvPr id="8" name="c3-shape-139">
            <a:extLst xmlns:a="http://schemas.openxmlformats.org/drawingml/2006/main">
              <a:ext uri="{FF2B5EF4-FFF2-40B4-BE49-F238E27FC236}">
                <a16:creationId xmlns:a16="http://schemas.microsoft.com/office/drawing/2014/main" id="{E2B668AC-937B-44FA-BF0D-BF0C4E81E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524000"/>
            <a:ext cx="2514600" cy="22479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140">
            <a:extLst xmlns:a="http://schemas.openxmlformats.org/drawingml/2006/main">
              <a:ext uri="{FF2B5EF4-FFF2-40B4-BE49-F238E27FC236}">
                <a16:creationId xmlns:a16="http://schemas.microsoft.com/office/drawing/2014/main" id="{37ADD6E4-9EE6-4F3D-A650-3E7FDEC07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6859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141">
            <a:extLst xmlns:a="http://schemas.openxmlformats.org/drawingml/2006/main">
              <a:ext uri="{FF2B5EF4-FFF2-40B4-BE49-F238E27FC236}">
                <a16:creationId xmlns:a16="http://schemas.microsoft.com/office/drawing/2014/main" id="{5418BF6E-FB7B-4069-80D3-8E9230B08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78117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Buffer</a:t>
            </a:r>
          </a:p>
        </p:txBody>
      </p:sp>
      <p:sp>
        <p:nvSpPr>
          <p:cNvPr id="11" name="c3-text-142">
            <a:extLst xmlns:a="http://schemas.openxmlformats.org/drawingml/2006/main">
              <a:ext uri="{FF2B5EF4-FFF2-40B4-BE49-F238E27FC236}">
                <a16:creationId xmlns:a16="http://schemas.microsoft.com/office/drawing/2014/main" id="{C8B13F8D-8D76-4F1A-A40B-85EE91599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124075"/>
            <a:ext cx="21336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Set MAX_MESSAGES = 4.</a:t>
            </a:r>
          </a:p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Which messages reach the model?</a:t>
            </a:r>
          </a:p>
        </p:txBody>
      </p:sp>
      <p:sp>
        <p:nvSpPr>
          <p:cNvPr id="12" name="c3-shape-143">
            <a:extLst xmlns:a="http://schemas.openxmlformats.org/drawingml/2006/main">
              <a:ext uri="{FF2B5EF4-FFF2-40B4-BE49-F238E27FC236}">
                <a16:creationId xmlns:a16="http://schemas.microsoft.com/office/drawing/2014/main" id="{0EF7C0FB-1595-4551-954C-9B7F90984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524000"/>
            <a:ext cx="2514600" cy="22479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shape-144">
            <a:extLst xmlns:a="http://schemas.openxmlformats.org/drawingml/2006/main">
              <a:ext uri="{FF2B5EF4-FFF2-40B4-BE49-F238E27FC236}">
                <a16:creationId xmlns:a16="http://schemas.microsoft.com/office/drawing/2014/main" id="{098B0763-62DF-48FB-B4BC-02D39313F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6859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4" name="c3-text-145">
            <a:extLst xmlns:a="http://schemas.openxmlformats.org/drawingml/2006/main">
              <a:ext uri="{FF2B5EF4-FFF2-40B4-BE49-F238E27FC236}">
                <a16:creationId xmlns:a16="http://schemas.microsoft.com/office/drawing/2014/main" id="{75C2D0AC-8E58-403B-9CD7-F89893FEB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78117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Optional</a:t>
            </a:r>
          </a:p>
        </p:txBody>
      </p:sp>
      <p:sp>
        <p:nvSpPr>
          <p:cNvPr id="15" name="c3-text-146">
            <a:extLst xmlns:a="http://schemas.openxmlformats.org/drawingml/2006/main">
              <a:ext uri="{FF2B5EF4-FFF2-40B4-BE49-F238E27FC236}">
                <a16:creationId xmlns:a16="http://schemas.microsoft.com/office/drawing/2014/main" id="{4ABA2E2F-5CE6-4092-8B75-06BF018BA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24075"/>
            <a:ext cx="21336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Return a different gesture when greeting and when saying goodbye.</a:t>
            </a:r>
          </a:p>
        </p:txBody>
      </p:sp>
      <p:sp>
        <p:nvSpPr>
          <p:cNvPr id="16" name="c3-shape-147">
            <a:extLst xmlns:a="http://schemas.openxmlformats.org/drawingml/2006/main">
              <a:ext uri="{FF2B5EF4-FFF2-40B4-BE49-F238E27FC236}">
                <a16:creationId xmlns:a16="http://schemas.microsoft.com/office/drawing/2014/main" id="{D6B0B302-C67D-4225-AC59-B31F93D76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7" name="c3-text-148">
            <a:extLst xmlns:a="http://schemas.openxmlformats.org/drawingml/2006/main">
              <a:ext uri="{FF2B5EF4-FFF2-40B4-BE49-F238E27FC236}">
                <a16:creationId xmlns:a16="http://schemas.microsoft.com/office/drawing/2014/main" id="{7C527530-834B-4511-8A18-3BA04840B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Edit the agent file, save and restart the cognitive server each time.</a:t>
            </a:r>
          </a:p>
        </p:txBody>
      </p:sp>
      <p:sp>
        <p:nvSpPr>
          <p:cNvPr id="18" name="c3-text-340">
            <a:extLst xmlns:a="http://schemas.openxmlformats.org/drawingml/2006/main">
              <a:ext uri="{FF2B5EF4-FFF2-40B4-BE49-F238E27FC236}">
                <a16:creationId xmlns:a16="http://schemas.microsoft.com/office/drawing/2014/main" id="{4B7241BC-F6C5-4038-AC0F-D79874B2D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72887625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c3-text-149">
            <a:extLst xmlns:a="http://schemas.openxmlformats.org/drawingml/2006/main">
              <a:ext uri="{FF2B5EF4-FFF2-40B4-BE49-F238E27FC236}">
                <a16:creationId xmlns:a16="http://schemas.microsoft.com/office/drawing/2014/main" id="{B9FFBD45-FB9D-48A5-AB3C-964891DCA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50">
            <a:extLst xmlns:a="http://schemas.openxmlformats.org/drawingml/2006/main">
              <a:ext uri="{FF2B5EF4-FFF2-40B4-BE49-F238E27FC236}">
                <a16:creationId xmlns:a16="http://schemas.microsoft.com/office/drawing/2014/main" id="{2E5DDEA1-DBF2-433B-B9F8-8847311C6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Module 2 Recap [1] [2]</a:t>
            </a:r>
          </a:p>
        </p:txBody>
      </p:sp>
      <p:sp>
        <p:nvSpPr>
          <p:cNvPr id="3" name="c3-text-151">
            <a:extLst xmlns:a="http://schemas.openxmlformats.org/drawingml/2006/main">
              <a:ext uri="{FF2B5EF4-FFF2-40B4-BE49-F238E27FC236}">
                <a16:creationId xmlns:a16="http://schemas.microsoft.com/office/drawing/2014/main" id="{CF2C4F9F-75A8-4F9A-AF66-80A53C9DA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152">
            <a:extLst xmlns:a="http://schemas.openxmlformats.org/drawingml/2006/main">
              <a:ext uri="{FF2B5EF4-FFF2-40B4-BE49-F238E27FC236}">
                <a16:creationId xmlns:a16="http://schemas.microsoft.com/office/drawing/2014/main" id="{4C1ACF9A-F5A0-43E2-A478-219ED2F47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25146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153">
            <a:extLst xmlns:a="http://schemas.openxmlformats.org/drawingml/2006/main">
              <a:ext uri="{FF2B5EF4-FFF2-40B4-BE49-F238E27FC236}">
                <a16:creationId xmlns:a16="http://schemas.microsoft.com/office/drawing/2014/main" id="{7CC47BA6-429B-446B-ACED-2926FE5FF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154">
            <a:extLst xmlns:a="http://schemas.openxmlformats.org/drawingml/2006/main">
              <a:ext uri="{FF2B5EF4-FFF2-40B4-BE49-F238E27FC236}">
                <a16:creationId xmlns:a16="http://schemas.microsoft.com/office/drawing/2014/main" id="{8C0FAB7E-A953-413C-B76C-4AEED8057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764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Chapter 01</a:t>
            </a:r>
          </a:p>
        </p:txBody>
      </p:sp>
      <p:sp>
        <p:nvSpPr>
          <p:cNvPr id="7" name="c3-text-155">
            <a:extLst xmlns:a="http://schemas.openxmlformats.org/drawingml/2006/main">
              <a:ext uri="{FF2B5EF4-FFF2-40B4-BE49-F238E27FC236}">
                <a16:creationId xmlns:a16="http://schemas.microsoft.com/office/drawing/2014/main" id="{8409E8CA-A957-49F1-AE08-849E02DD4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19325"/>
            <a:ext cx="21336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Graphs: state, nodes, edges.</a:t>
            </a:r>
          </a:p>
        </p:txBody>
      </p:sp>
      <p:sp>
        <p:nvSpPr>
          <p:cNvPr id="8" name="c3-shape-156">
            <a:extLst xmlns:a="http://schemas.openxmlformats.org/drawingml/2006/main">
              <a:ext uri="{FF2B5EF4-FFF2-40B4-BE49-F238E27FC236}">
                <a16:creationId xmlns:a16="http://schemas.microsoft.com/office/drawing/2014/main" id="{1F264C72-3BE0-4795-BDC2-B62186381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619250"/>
            <a:ext cx="25146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157">
            <a:extLst xmlns:a="http://schemas.openxmlformats.org/drawingml/2006/main">
              <a:ext uri="{FF2B5EF4-FFF2-40B4-BE49-F238E27FC236}">
                <a16:creationId xmlns:a16="http://schemas.microsoft.com/office/drawing/2014/main" id="{16011E0B-1149-4458-AFCA-A980FB40E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158">
            <a:extLst xmlns:a="http://schemas.openxmlformats.org/drawingml/2006/main">
              <a:ext uri="{FF2B5EF4-FFF2-40B4-BE49-F238E27FC236}">
                <a16:creationId xmlns:a16="http://schemas.microsoft.com/office/drawing/2014/main" id="{27D0B0DE-59F3-4DD8-BC45-12CA7D1DA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8764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Chapter 02</a:t>
            </a:r>
          </a:p>
        </p:txBody>
      </p:sp>
      <p:sp>
        <p:nvSpPr>
          <p:cNvPr id="11" name="c3-text-159">
            <a:extLst xmlns:a="http://schemas.openxmlformats.org/drawingml/2006/main">
              <a:ext uri="{FF2B5EF4-FFF2-40B4-BE49-F238E27FC236}">
                <a16:creationId xmlns:a16="http://schemas.microsoft.com/office/drawing/2014/main" id="{39191DBC-3D2A-4F33-8678-4C729A606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219325"/>
            <a:ext cx="21336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Messages, reducers, checkpointer and threads.</a:t>
            </a:r>
          </a:p>
        </p:txBody>
      </p:sp>
      <p:sp>
        <p:nvSpPr>
          <p:cNvPr id="12" name="c3-shape-160">
            <a:extLst xmlns:a="http://schemas.openxmlformats.org/drawingml/2006/main">
              <a:ext uri="{FF2B5EF4-FFF2-40B4-BE49-F238E27FC236}">
                <a16:creationId xmlns:a16="http://schemas.microsoft.com/office/drawing/2014/main" id="{830C097E-CF3E-43DE-8803-CCFB6833A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619250"/>
            <a:ext cx="25146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shape-161">
            <a:extLst xmlns:a="http://schemas.openxmlformats.org/drawingml/2006/main">
              <a:ext uri="{FF2B5EF4-FFF2-40B4-BE49-F238E27FC236}">
                <a16:creationId xmlns:a16="http://schemas.microsoft.com/office/drawing/2014/main" id="{A1605D17-5509-46A1-92E3-A315E76F2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7811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4" name="c3-text-162">
            <a:extLst xmlns:a="http://schemas.openxmlformats.org/drawingml/2006/main">
              <a:ext uri="{FF2B5EF4-FFF2-40B4-BE49-F238E27FC236}">
                <a16:creationId xmlns:a16="http://schemas.microsoft.com/office/drawing/2014/main" id="{F8C765B7-8A40-4A0A-BC07-75D996F6E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764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Chapter 03</a:t>
            </a:r>
          </a:p>
        </p:txBody>
      </p:sp>
      <p:sp>
        <p:nvSpPr>
          <p:cNvPr id="15" name="c3-text-163">
            <a:extLst xmlns:a="http://schemas.openxmlformats.org/drawingml/2006/main">
              <a:ext uri="{FF2B5EF4-FFF2-40B4-BE49-F238E27FC236}">
                <a16:creationId xmlns:a16="http://schemas.microsoft.com/office/drawing/2014/main" id="{ED54D16F-031C-41C3-9FC8-10866EDCD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19325"/>
            <a:ext cx="21336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avatar remembers the conversation.</a:t>
            </a:r>
          </a:p>
        </p:txBody>
      </p:sp>
      <p:sp>
        <p:nvSpPr>
          <p:cNvPr id="16" name="c3-shape-164">
            <a:extLst xmlns:a="http://schemas.openxmlformats.org/drawingml/2006/main">
              <a:ext uri="{FF2B5EF4-FFF2-40B4-BE49-F238E27FC236}">
                <a16:creationId xmlns:a16="http://schemas.microsoft.com/office/drawing/2014/main" id="{F3061405-1AED-4ADC-896E-E7D20ABA8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7" name="c3-text-165">
            <a:extLst xmlns:a="http://schemas.openxmlformats.org/drawingml/2006/main">
              <a:ext uri="{FF2B5EF4-FFF2-40B4-BE49-F238E27FC236}">
                <a16:creationId xmlns:a16="http://schemas.microsoft.com/office/drawing/2014/main" id="{7D8C7242-90C9-445A-B939-88F21E3AB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Final lab: tools, coding agents and a weather presenter.</a:t>
            </a:r>
          </a:p>
        </p:txBody>
      </p:sp>
      <p:sp>
        <p:nvSpPr>
          <p:cNvPr id="18" name="c3-text-341">
            <a:extLst xmlns:a="http://schemas.openxmlformats.org/drawingml/2006/main">
              <a:ext uri="{FF2B5EF4-FFF2-40B4-BE49-F238E27FC236}">
                <a16:creationId xmlns:a16="http://schemas.microsoft.com/office/drawing/2014/main" id="{754220AD-AEC8-46B2-9D15-47B1479F1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83995459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3-text-166">
            <a:extLst xmlns:a="http://schemas.openxmlformats.org/drawingml/2006/main">
              <a:ext uri="{FF2B5EF4-FFF2-40B4-BE49-F238E27FC236}">
                <a16:creationId xmlns:a16="http://schemas.microsoft.com/office/drawing/2014/main" id="{2622F983-13C1-4924-AE73-4F60F0DE4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67">
            <a:extLst xmlns:a="http://schemas.openxmlformats.org/drawingml/2006/main">
              <a:ext uri="{FF2B5EF4-FFF2-40B4-BE49-F238E27FC236}">
                <a16:creationId xmlns:a16="http://schemas.microsoft.com/office/drawing/2014/main" id="{CA0369EF-4267-44DE-8FCE-BA3161E7E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Tools: Actions Outside the Model [4]</a:t>
            </a:r>
          </a:p>
        </p:txBody>
      </p:sp>
      <p:sp>
        <p:nvSpPr>
          <p:cNvPr id="3" name="c3-text-168">
            <a:extLst xmlns:a="http://schemas.openxmlformats.org/drawingml/2006/main">
              <a:ext uri="{FF2B5EF4-FFF2-40B4-BE49-F238E27FC236}">
                <a16:creationId xmlns:a16="http://schemas.microsoft.com/office/drawing/2014/main" id="{66C4F435-F581-42EC-89D9-8F905C4EC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169">
            <a:extLst xmlns:a="http://schemas.openxmlformats.org/drawingml/2006/main">
              <a:ext uri="{FF2B5EF4-FFF2-40B4-BE49-F238E27FC236}">
                <a16:creationId xmlns:a16="http://schemas.microsoft.com/office/drawing/2014/main" id="{0D1CA956-6F54-4C7B-A0B1-99B8DB4FF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7924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 tool lets an agent retrieve data or perform an action.</a:t>
            </a:r>
          </a:p>
        </p:txBody>
      </p:sp>
      <p:sp>
        <p:nvSpPr>
          <p:cNvPr id="5" name="c3-text-170">
            <a:extLst xmlns:a="http://schemas.openxmlformats.org/drawingml/2006/main">
              <a:ext uri="{FF2B5EF4-FFF2-40B4-BE49-F238E27FC236}">
                <a16:creationId xmlns:a16="http://schemas.microsoft.com/office/drawing/2014/main" id="{99839CF7-485D-4AFB-92E8-87D76C5DC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19350"/>
            <a:ext cx="7924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model chooses an available tool and supplies its inputs.</a:t>
            </a:r>
          </a:p>
        </p:txBody>
      </p:sp>
      <p:sp>
        <p:nvSpPr>
          <p:cNvPr id="6" name="c3-text-171">
            <a:extLst xmlns:a="http://schemas.openxmlformats.org/drawingml/2006/main">
              <a:ext uri="{FF2B5EF4-FFF2-40B4-BE49-F238E27FC236}">
                <a16:creationId xmlns:a16="http://schemas.microsoft.com/office/drawing/2014/main" id="{A1428A66-25E0-453D-A377-4964FE233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7924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The program runs the tool and returns its result to the model.</a:t>
            </a:r>
          </a:p>
        </p:txBody>
      </p:sp>
      <p:sp>
        <p:nvSpPr>
          <p:cNvPr id="7" name="c3-text-342">
            <a:extLst xmlns:a="http://schemas.openxmlformats.org/drawingml/2006/main">
              <a:ext uri="{FF2B5EF4-FFF2-40B4-BE49-F238E27FC236}">
                <a16:creationId xmlns:a16="http://schemas.microsoft.com/office/drawing/2014/main" id="{D4B18716-4557-4BC4-AB69-CFA5DBAD2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6643127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c3-text-172">
            <a:extLst xmlns:a="http://schemas.openxmlformats.org/drawingml/2006/main">
              <a:ext uri="{FF2B5EF4-FFF2-40B4-BE49-F238E27FC236}">
                <a16:creationId xmlns:a16="http://schemas.microsoft.com/office/drawing/2014/main" id="{2BD5F728-F33D-4A61-9757-84AA018FE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73">
            <a:extLst xmlns:a="http://schemas.openxmlformats.org/drawingml/2006/main">
              <a:ext uri="{FF2B5EF4-FFF2-40B4-BE49-F238E27FC236}">
                <a16:creationId xmlns:a16="http://schemas.microsoft.com/office/drawing/2014/main" id="{F64746AF-99A0-41AC-8669-652A0ABD9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Tool Loop [4]</a:t>
            </a:r>
          </a:p>
        </p:txBody>
      </p:sp>
      <p:sp>
        <p:nvSpPr>
          <p:cNvPr id="3" name="c3-text-174">
            <a:extLst xmlns:a="http://schemas.openxmlformats.org/drawingml/2006/main">
              <a:ext uri="{FF2B5EF4-FFF2-40B4-BE49-F238E27FC236}">
                <a16:creationId xmlns:a16="http://schemas.microsoft.com/office/drawing/2014/main" id="{90463A3E-6D11-4105-BB43-BA66FA441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175">
            <a:extLst xmlns:a="http://schemas.openxmlformats.org/drawingml/2006/main">
              <a:ext uri="{FF2B5EF4-FFF2-40B4-BE49-F238E27FC236}">
                <a16:creationId xmlns:a16="http://schemas.microsoft.com/office/drawing/2014/main" id="{B4C2E119-49C8-4B57-A7BE-B20721EA6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12192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text-176">
            <a:extLst xmlns:a="http://schemas.openxmlformats.org/drawingml/2006/main">
              <a:ext uri="{FF2B5EF4-FFF2-40B4-BE49-F238E27FC236}">
                <a16:creationId xmlns:a16="http://schemas.microsoft.com/office/drawing/2014/main" id="{D38C180E-BF9C-4D53-A1B7-1AA373EBF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62150"/>
            <a:ext cx="990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START</a:t>
            </a:r>
          </a:p>
        </p:txBody>
      </p:sp>
      <p:sp>
        <p:nvSpPr>
          <p:cNvPr id="6" name="c3-shape-177">
            <a:extLst xmlns:a="http://schemas.openxmlformats.org/drawingml/2006/main">
              <a:ext uri="{FF2B5EF4-FFF2-40B4-BE49-F238E27FC236}">
                <a16:creationId xmlns:a16="http://schemas.microsoft.com/office/drawing/2014/main" id="{3B259D69-4C13-45D3-9E54-B6BD60A68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095500"/>
            <a:ext cx="3810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7" name="c3-shape-178">
            <a:extLst xmlns:a="http://schemas.openxmlformats.org/drawingml/2006/main">
              <a:ext uri="{FF2B5EF4-FFF2-40B4-BE49-F238E27FC236}">
                <a16:creationId xmlns:a16="http://schemas.microsoft.com/office/drawing/2014/main" id="{5B70D8E9-E810-4960-ADBA-E1D4C8FB0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885950"/>
            <a:ext cx="20955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8" name="c3-text-179">
            <a:extLst xmlns:a="http://schemas.openxmlformats.org/drawingml/2006/main">
              <a:ext uri="{FF2B5EF4-FFF2-40B4-BE49-F238E27FC236}">
                <a16:creationId xmlns:a16="http://schemas.microsoft.com/office/drawing/2014/main" id="{4877358F-D6FF-4F63-B94D-64C969C98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1962150"/>
            <a:ext cx="186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assistant</a:t>
            </a:r>
          </a:p>
        </p:txBody>
      </p:sp>
      <p:sp>
        <p:nvSpPr>
          <p:cNvPr id="9" name="c3-shape-180">
            <a:extLst xmlns:a="http://schemas.openxmlformats.org/drawingml/2006/main">
              <a:ext uri="{FF2B5EF4-FFF2-40B4-BE49-F238E27FC236}">
                <a16:creationId xmlns:a16="http://schemas.microsoft.com/office/drawing/2014/main" id="{EE524F37-0DE3-47BE-B6BA-84C9251FF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095500"/>
            <a:ext cx="3810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shape-181">
            <a:extLst xmlns:a="http://schemas.openxmlformats.org/drawingml/2006/main">
              <a:ext uri="{FF2B5EF4-FFF2-40B4-BE49-F238E27FC236}">
                <a16:creationId xmlns:a16="http://schemas.microsoft.com/office/drawing/2014/main" id="{969506AB-C751-4C5E-B565-F61179716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885950"/>
            <a:ext cx="19050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1" name="c3-text-182">
            <a:extLst xmlns:a="http://schemas.openxmlformats.org/drawingml/2006/main">
              <a:ext uri="{FF2B5EF4-FFF2-40B4-BE49-F238E27FC236}">
                <a16:creationId xmlns:a16="http://schemas.microsoft.com/office/drawing/2014/main" id="{5A247FD4-4FBC-4A14-B235-BF1CCB28B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962150"/>
            <a:ext cx="1676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tools</a:t>
            </a:r>
          </a:p>
        </p:txBody>
      </p:sp>
      <p:sp>
        <p:nvSpPr>
          <p:cNvPr id="12" name="c3-text-183">
            <a:extLst xmlns:a="http://schemas.openxmlformats.org/drawingml/2006/main">
              <a:ext uri="{FF2B5EF4-FFF2-40B4-BE49-F238E27FC236}">
                <a16:creationId xmlns:a16="http://schemas.microsoft.com/office/drawing/2014/main" id="{A4119E08-B338-4BE6-9650-489C63FC5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609725"/>
            <a:ext cx="2809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tool requested</a:t>
            </a:r>
          </a:p>
        </p:txBody>
      </p:sp>
      <p:sp>
        <p:nvSpPr>
          <p:cNvPr id="13" name="c3-shape-184">
            <a:extLst xmlns:a="http://schemas.openxmlformats.org/drawingml/2006/main">
              <a:ext uri="{FF2B5EF4-FFF2-40B4-BE49-F238E27FC236}">
                <a16:creationId xmlns:a16="http://schemas.microsoft.com/office/drawing/2014/main" id="{53731C08-F0B7-480D-836B-F781EA6EE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238500"/>
            <a:ext cx="20955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4" name="c3-text-185">
            <a:extLst xmlns:a="http://schemas.openxmlformats.org/drawingml/2006/main">
              <a:ext uri="{FF2B5EF4-FFF2-40B4-BE49-F238E27FC236}">
                <a16:creationId xmlns:a16="http://schemas.microsoft.com/office/drawing/2014/main" id="{3ACAD0F7-8C98-42A4-9057-4666557B9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314700"/>
            <a:ext cx="186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final reply</a:t>
            </a:r>
          </a:p>
        </p:txBody>
      </p:sp>
      <p:sp>
        <p:nvSpPr>
          <p:cNvPr id="15" name="c3-shape-186">
            <a:extLst xmlns:a="http://schemas.openxmlformats.org/drawingml/2006/main">
              <a:ext uri="{FF2B5EF4-FFF2-40B4-BE49-F238E27FC236}">
                <a16:creationId xmlns:a16="http://schemas.microsoft.com/office/drawing/2014/main" id="{72AE3DCA-5736-43C5-BB84-F64270175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448050"/>
            <a:ext cx="3810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6" name="c3-shape-187">
            <a:extLst xmlns:a="http://schemas.openxmlformats.org/drawingml/2006/main">
              <a:ext uri="{FF2B5EF4-FFF2-40B4-BE49-F238E27FC236}">
                <a16:creationId xmlns:a16="http://schemas.microsoft.com/office/drawing/2014/main" id="{9FBA56FA-D0F2-43BE-B32E-D2368EB71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238500"/>
            <a:ext cx="19050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7" name="c3-text-188">
            <a:extLst xmlns:a="http://schemas.openxmlformats.org/drawingml/2006/main">
              <a:ext uri="{FF2B5EF4-FFF2-40B4-BE49-F238E27FC236}">
                <a16:creationId xmlns:a16="http://schemas.microsoft.com/office/drawing/2014/main" id="{F000F546-186B-403A-ACD9-9CFDC71E2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314700"/>
            <a:ext cx="1676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END</a:t>
            </a:r>
          </a:p>
        </p:txBody>
      </p:sp>
      <p:sp>
        <p:nvSpPr>
          <p:cNvPr id="18" name="c3-shape-189">
            <a:extLst xmlns:a="http://schemas.openxmlformats.org/drawingml/2006/main">
              <a:ext uri="{FF2B5EF4-FFF2-40B4-BE49-F238E27FC236}">
                <a16:creationId xmlns:a16="http://schemas.microsoft.com/office/drawing/2014/main" id="{AF346467-04E9-419E-BC8E-C95C71775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571750"/>
            <a:ext cx="142875" cy="52387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9" name="c3-text-190">
            <a:extLst xmlns:a="http://schemas.openxmlformats.org/drawingml/2006/main">
              <a:ext uri="{FF2B5EF4-FFF2-40B4-BE49-F238E27FC236}">
                <a16:creationId xmlns:a16="http://schemas.microsoft.com/office/drawing/2014/main" id="{1FA4CDF7-373C-4ED0-915A-BC67D2106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733675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ready to answer</a:t>
            </a:r>
          </a:p>
        </p:txBody>
      </p:sp>
      <p:sp>
        <p:nvSpPr>
          <p:cNvPr id="20" name="c3-shape-191">
            <a:extLst xmlns:a="http://schemas.openxmlformats.org/drawingml/2006/main">
              <a:ext uri="{FF2B5EF4-FFF2-40B4-BE49-F238E27FC236}">
                <a16:creationId xmlns:a16="http://schemas.microsoft.com/office/drawing/2014/main" id="{3A40442B-2F7A-420A-B359-B117F445D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1343025"/>
            <a:ext cx="190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21" name="c3-shape-192">
            <a:extLst xmlns:a="http://schemas.openxmlformats.org/drawingml/2006/main">
              <a:ext uri="{FF2B5EF4-FFF2-40B4-BE49-F238E27FC236}">
                <a16:creationId xmlns:a16="http://schemas.microsoft.com/office/drawing/2014/main" id="{F0A47C34-B8FA-4CAE-B85C-5F0390A54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1343025"/>
            <a:ext cx="27527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22" name="c3-shape-193">
            <a:extLst xmlns:a="http://schemas.openxmlformats.org/drawingml/2006/main">
              <a:ext uri="{FF2B5EF4-FFF2-40B4-BE49-F238E27FC236}">
                <a16:creationId xmlns:a16="http://schemas.microsoft.com/office/drawing/2014/main" id="{A90962DF-8F8A-4E46-8659-08EAB3E9A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343025"/>
            <a:ext cx="133350" cy="46672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23" name="c3-text-194">
            <a:extLst xmlns:a="http://schemas.openxmlformats.org/drawingml/2006/main">
              <a:ext uri="{FF2B5EF4-FFF2-40B4-BE49-F238E27FC236}">
                <a16:creationId xmlns:a16="http://schemas.microsoft.com/office/drawing/2014/main" id="{FA0193CE-9A27-48CB-9BB0-30B1F0AC0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057275"/>
            <a:ext cx="430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tool result: return to the model</a:t>
            </a:r>
          </a:p>
        </p:txBody>
      </p:sp>
      <p:sp>
        <p:nvSpPr>
          <p:cNvPr id="24" name="c3-text-195">
            <a:extLst xmlns:a="http://schemas.openxmlformats.org/drawingml/2006/main">
              <a:ext uri="{FF2B5EF4-FFF2-40B4-BE49-F238E27FC236}">
                <a16:creationId xmlns:a16="http://schemas.microsoft.com/office/drawing/2014/main" id="{7B035BB4-A14B-4A97-BEB6-D7647CC68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program returns the tool result to the model, which prepares the reply.</a:t>
            </a:r>
          </a:p>
        </p:txBody>
      </p:sp>
      <p:sp>
        <p:nvSpPr>
          <p:cNvPr id="25" name="c3-text-343">
            <a:extLst xmlns:a="http://schemas.openxmlformats.org/drawingml/2006/main">
              <a:ext uri="{FF2B5EF4-FFF2-40B4-BE49-F238E27FC236}">
                <a16:creationId xmlns:a16="http://schemas.microsoft.com/office/drawing/2014/main" id="{80ADDF8D-3532-4046-A78D-8E71240C3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89812085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c3-text-196">
            <a:extLst xmlns:a="http://schemas.openxmlformats.org/drawingml/2006/main">
              <a:ext uri="{FF2B5EF4-FFF2-40B4-BE49-F238E27FC236}">
                <a16:creationId xmlns:a16="http://schemas.microsoft.com/office/drawing/2014/main" id="{337D7201-E5CF-42E4-AD0C-76BA404A8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97">
            <a:extLst xmlns:a="http://schemas.openxmlformats.org/drawingml/2006/main">
              <a:ext uri="{FF2B5EF4-FFF2-40B4-BE49-F238E27FC236}">
                <a16:creationId xmlns:a16="http://schemas.microsoft.com/office/drawing/2014/main" id="{FEAAEE7A-51F6-4152-82CF-39D1FF007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OpenWeather: Request and JSON [7]</a:t>
            </a:r>
          </a:p>
        </p:txBody>
      </p:sp>
      <p:sp>
        <p:nvSpPr>
          <p:cNvPr id="3" name="c3-text-198">
            <a:extLst xmlns:a="http://schemas.openxmlformats.org/drawingml/2006/main">
              <a:ext uri="{FF2B5EF4-FFF2-40B4-BE49-F238E27FC236}">
                <a16:creationId xmlns:a16="http://schemas.microsoft.com/office/drawing/2014/main" id="{A6148D2E-916E-45DC-A899-F1D4AB4A3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shape-199">
            <a:extLst xmlns:a="http://schemas.openxmlformats.org/drawingml/2006/main">
              <a:ext uri="{FF2B5EF4-FFF2-40B4-BE49-F238E27FC236}">
                <a16:creationId xmlns:a16="http://schemas.microsoft.com/office/drawing/2014/main" id="{E59B31D4-A8B3-480A-A9F2-428F4C876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95425"/>
            <a:ext cx="79248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5" name="c3-text-200">
            <a:extLst xmlns:a="http://schemas.openxmlformats.org/drawingml/2006/main">
              <a:ext uri="{FF2B5EF4-FFF2-40B4-BE49-F238E27FC236}">
                <a16:creationId xmlns:a16="http://schemas.microsoft.com/office/drawing/2014/main" id="{16231E54-B0AE-4E79-BCD4-1BC1CABFF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28775"/>
            <a:ext cx="7581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GET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https://api.openweathermap.org/data/</a:t>
            </a:r>
            <a:r>
              <a:rPr sz="135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2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35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5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/weather</a:t>
            </a:r>
          </a:p>
          <a:p xmlns:a="http://schemas.openxmlformats.org/drawingml/2006/main">
            <a:pPr>
              <a:defRPr sz="1350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  ?lat=</a:t>
            </a:r>
            <a:r>
              <a:rPr sz="135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41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35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90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&amp;lon=</a:t>
            </a:r>
            <a:r>
              <a:rPr sz="135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12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35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50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&amp;appid=</a:t>
            </a:r>
            <a:r>
              <a:rPr sz="1350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YOUR_KEY</a:t>
            </a:r>
            <a:r>
              <a:rPr sz="1350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&amp;units=metric</a:t>
            </a:r>
          </a:p>
        </p:txBody>
      </p:sp>
      <p:sp>
        <p:nvSpPr>
          <p:cNvPr id="6" name="c3-text-201">
            <a:extLst xmlns:a="http://schemas.openxmlformats.org/drawingml/2006/main">
              <a:ext uri="{FF2B5EF4-FFF2-40B4-BE49-F238E27FC236}">
                <a16:creationId xmlns:a16="http://schemas.microsoft.com/office/drawing/2014/main" id="{04371BF5-2D0B-42E8-AA5D-FE7FFC9E9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5075"/>
            <a:ext cx="792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 JSON response contains the observation:</a:t>
            </a:r>
          </a:p>
        </p:txBody>
      </p:sp>
      <p:sp>
        <p:nvSpPr>
          <p:cNvPr id="7" name="c3-shape-202">
            <a:extLst xmlns:a="http://schemas.openxmlformats.org/drawingml/2006/main">
              <a:ext uri="{FF2B5EF4-FFF2-40B4-BE49-F238E27FC236}">
                <a16:creationId xmlns:a16="http://schemas.microsoft.com/office/drawing/2014/main" id="{1DA1C08F-1482-417E-9A1C-CEA13367C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7924800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8" name="c3-text-203">
            <a:extLst xmlns:a="http://schemas.openxmlformats.org/drawingml/2006/main">
              <a:ext uri="{FF2B5EF4-FFF2-40B4-BE49-F238E27FC236}">
                <a16:creationId xmlns:a16="http://schemas.microsoft.com/office/drawing/2014/main" id="{D89E7947-3600-4A0B-A33B-BD930D7B2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75819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"name"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"Rome"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,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"main"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{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"temp"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</a:t>
            </a:r>
            <a:r>
              <a:rPr sz="1425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18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425" b="0">
                <a:solidFill>
                  <a:srgbClr val="E7B983"/>
                </a:solidFill>
                <a:latin typeface="Consolas"/>
                <a:ea typeface="Consolas"/>
                <a:cs typeface="Consolas"/>
              </a:rPr>
              <a:t>0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},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"weather"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[{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"description"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: </a:t>
            </a:r>
            <a:r>
              <a:rPr sz="142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"clear sky"</a:t>
            </a: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}]</a:t>
            </a:r>
          </a:p>
          <a:p xmlns:a="http://schemas.openxmlformats.org/drawingml/2006/main">
            <a:pPr>
              <a:defRPr sz="142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9" name="c3-text-344">
            <a:extLst xmlns:a="http://schemas.openxmlformats.org/drawingml/2006/main">
              <a:ext uri="{FF2B5EF4-FFF2-40B4-BE49-F238E27FC236}">
                <a16:creationId xmlns:a16="http://schemas.microsoft.com/office/drawing/2014/main" id="{78912525-2361-4334-B74A-C2805E6EA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67750591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204">
            <a:extLst xmlns:a="http://schemas.openxmlformats.org/drawingml/2006/main">
              <a:ext uri="{FF2B5EF4-FFF2-40B4-BE49-F238E27FC236}">
                <a16:creationId xmlns:a16="http://schemas.microsoft.com/office/drawing/2014/main" id="{483C42C2-159B-4F57-90CA-DF575283A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05">
            <a:extLst xmlns:a="http://schemas.openxmlformats.org/drawingml/2006/main">
              <a:ext uri="{FF2B5EF4-FFF2-40B4-BE49-F238E27FC236}">
                <a16:creationId xmlns:a16="http://schemas.microsoft.com/office/drawing/2014/main" id="{BE95E805-9BE4-46ED-8F13-9198FCFF9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Get an OpenWeather API Key [10] [11]</a:t>
            </a:r>
          </a:p>
        </p:txBody>
      </p:sp>
      <p:sp>
        <p:nvSpPr>
          <p:cNvPr id="3" name="c3-text-206">
            <a:extLst xmlns:a="http://schemas.openxmlformats.org/drawingml/2006/main">
              <a:ext uri="{FF2B5EF4-FFF2-40B4-BE49-F238E27FC236}">
                <a16:creationId xmlns:a16="http://schemas.microsoft.com/office/drawing/2014/main" id="{F4A2CB5E-12AC-4F74-B883-9A6FB25A3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07">
            <a:hlinkClick xmlns:r="http://schemas.openxmlformats.org/officeDocument/2006/relationships" xmlns:a="http://schemas.openxmlformats.org/drawingml/2006/main" r:id="Rf12c7b7acb574e7c"/>
            <a:extLst xmlns:a="http://schemas.openxmlformats.org/drawingml/2006/main">
              <a:ext uri="{FF2B5EF4-FFF2-40B4-BE49-F238E27FC236}">
                <a16:creationId xmlns:a16="http://schemas.microsoft.com/office/drawing/2014/main" id="{1943DF18-8FA4-46F0-9EC7-53FF756F6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792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025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1. Create an OpenWeather account</a:t>
            </a:r>
          </a:p>
        </p:txBody>
      </p:sp>
      <p:sp>
        <p:nvSpPr>
          <p:cNvPr id="5" name="c3-text-208">
            <a:extLst xmlns:a="http://schemas.openxmlformats.org/drawingml/2006/main">
              <a:ext uri="{FF2B5EF4-FFF2-40B4-BE49-F238E27FC236}">
                <a16:creationId xmlns:a16="http://schemas.microsoft.com/office/drawing/2014/main" id="{ABBAB497-1F57-48F3-8615-191F1834E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57425"/>
            <a:ext cx="7924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2. Confirm your email using the verification message.</a:t>
            </a:r>
          </a:p>
        </p:txBody>
      </p:sp>
      <p:sp>
        <p:nvSpPr>
          <p:cNvPr id="6" name="c3-text-209">
            <a:hlinkClick xmlns:r="http://schemas.openxmlformats.org/officeDocument/2006/relationships" xmlns:a="http://schemas.openxmlformats.org/drawingml/2006/main" r:id="R78bfcf22d4794ced"/>
            <a:extLst xmlns:a="http://schemas.openxmlformats.org/drawingml/2006/main">
              <a:ext uri="{FF2B5EF4-FFF2-40B4-BE49-F238E27FC236}">
                <a16:creationId xmlns:a16="http://schemas.microsoft.com/office/drawing/2014/main" id="{CEEA2104-18DA-45CA-B30B-E4E16FBB1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7924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025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3. Open API keys and copy your personal key (APPID)</a:t>
            </a:r>
          </a:p>
        </p:txBody>
      </p:sp>
      <p:sp>
        <p:nvSpPr>
          <p:cNvPr id="7" name="c3-text-210">
            <a:extLst xmlns:a="http://schemas.openxmlformats.org/drawingml/2006/main">
              <a:ext uri="{FF2B5EF4-FFF2-40B4-BE49-F238E27FC236}">
                <a16:creationId xmlns:a16="http://schemas.microsoft.com/office/drawing/2014/main" id="{987D83D1-2375-4B6F-9FFF-3F6BF7CB4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81450"/>
            <a:ext cx="7924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Create it before class: automatic activation can take up to two hours.</a:t>
            </a:r>
          </a:p>
        </p:txBody>
      </p:sp>
      <p:sp>
        <p:nvSpPr>
          <p:cNvPr id="8" name="c3-text-345">
            <a:extLst xmlns:a="http://schemas.openxmlformats.org/drawingml/2006/main">
              <a:ext uri="{FF2B5EF4-FFF2-40B4-BE49-F238E27FC236}">
                <a16:creationId xmlns:a16="http://schemas.microsoft.com/office/drawing/2014/main" id="{F3369879-723B-47A1-8A5F-A84EEEFB1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127837892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211">
            <a:extLst xmlns:a="http://schemas.openxmlformats.org/drawingml/2006/main">
              <a:ext uri="{FF2B5EF4-FFF2-40B4-BE49-F238E27FC236}">
                <a16:creationId xmlns:a16="http://schemas.microsoft.com/office/drawing/2014/main" id="{9B32CCE3-7D6F-4C4B-92A4-B0F890430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12">
            <a:extLst xmlns:a="http://schemas.openxmlformats.org/drawingml/2006/main">
              <a:ext uri="{FF2B5EF4-FFF2-40B4-BE49-F238E27FC236}">
                <a16:creationId xmlns:a16="http://schemas.microsoft.com/office/drawing/2014/main" id="{500F3D57-1B79-4D4B-A115-3427328A1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Save Your API Key</a:t>
            </a:r>
          </a:p>
        </p:txBody>
      </p:sp>
      <p:sp>
        <p:nvSpPr>
          <p:cNvPr id="3" name="c3-text-213">
            <a:extLst xmlns:a="http://schemas.openxmlformats.org/drawingml/2006/main">
              <a:ext uri="{FF2B5EF4-FFF2-40B4-BE49-F238E27FC236}">
                <a16:creationId xmlns:a16="http://schemas.microsoft.com/office/drawing/2014/main" id="{57B3BEA5-D484-44A0-90C6-CB680CCCB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14">
            <a:extLst xmlns:a="http://schemas.openxmlformats.org/drawingml/2006/main">
              <a:ext uri="{FF2B5EF4-FFF2-40B4-BE49-F238E27FC236}">
                <a16:creationId xmlns:a16="http://schemas.microsoft.com/office/drawing/2014/main" id="{DC2A24CD-B94F-4BBF-8496-0D9287B77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7924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Save the key in a YAML file wherever you prefer.</a:t>
            </a:r>
          </a:p>
        </p:txBody>
      </p:sp>
      <p:sp>
        <p:nvSpPr>
          <p:cNvPr id="5" name="c3-shape-215">
            <a:extLst xmlns:a="http://schemas.openxmlformats.org/drawingml/2006/main">
              <a:ext uri="{FF2B5EF4-FFF2-40B4-BE49-F238E27FC236}">
                <a16:creationId xmlns:a16="http://schemas.microsoft.com/office/drawing/2014/main" id="{847FCD2E-E7C3-49A7-ABF7-99568D4FA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79248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1421"/>
          </a:solidFill>
          <a:ln xmlns:a="http://schemas.openxmlformats.org/drawingml/2006/main" w="9525">
            <a:solidFill>
              <a:srgbClr val="30415D"/>
            </a:solidFill>
          </a:ln>
        </p:spPr>
      </p:sp>
      <p:sp>
        <p:nvSpPr>
          <p:cNvPr id="6" name="c3-text-216">
            <a:extLst xmlns:a="http://schemas.openxmlformats.org/drawingml/2006/main">
              <a:ext uri="{FF2B5EF4-FFF2-40B4-BE49-F238E27FC236}">
                <a16:creationId xmlns:a16="http://schemas.microsoft.com/office/drawing/2014/main" id="{ADB3E1E2-60B9-4A5A-8DBA-B30E4B27E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47950"/>
            <a:ext cx="7581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BAC9DD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BAC9DD"/>
                </a:solidFill>
                <a:latin typeface="Consolas"/>
                <a:ea typeface="Consolas"/>
                <a:cs typeface="Consolas"/>
              </a:rPr>
              <a:t>api_key: </a:t>
            </a:r>
            <a:r>
              <a:rPr sz="1875" b="0">
                <a:solidFill>
                  <a:srgbClr val="B9DA8B"/>
                </a:solidFill>
                <a:latin typeface="Consolas"/>
                <a:ea typeface="Consolas"/>
                <a:cs typeface="Consolas"/>
              </a:rPr>
              <a:t>"YOUR_OPENWEATHER_KEY"</a:t>
            </a:r>
          </a:p>
        </p:txBody>
      </p:sp>
      <p:sp>
        <p:nvSpPr>
          <p:cNvPr id="7" name="c3-text-217">
            <a:extLst xmlns:a="http://schemas.openxmlformats.org/drawingml/2006/main">
              <a:ext uri="{FF2B5EF4-FFF2-40B4-BE49-F238E27FC236}">
                <a16:creationId xmlns:a16="http://schemas.microsoft.com/office/drawing/2014/main" id="{C21E9483-5C0E-4564-8409-FAF7AD041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7924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Tell Codex the file path so the weather agent can read it.</a:t>
            </a:r>
          </a:p>
        </p:txBody>
      </p:sp>
      <p:sp>
        <p:nvSpPr>
          <p:cNvPr id="8" name="c3-text-346">
            <a:extLst xmlns:a="http://schemas.openxmlformats.org/drawingml/2006/main">
              <a:ext uri="{FF2B5EF4-FFF2-40B4-BE49-F238E27FC236}">
                <a16:creationId xmlns:a16="http://schemas.microsoft.com/office/drawing/2014/main" id="{31554B04-DA06-4DD2-9AD1-A5D61B1DD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68617154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c3-text-218">
            <a:extLst xmlns:a="http://schemas.openxmlformats.org/drawingml/2006/main">
              <a:ext uri="{FF2B5EF4-FFF2-40B4-BE49-F238E27FC236}">
                <a16:creationId xmlns:a16="http://schemas.microsoft.com/office/drawing/2014/main" id="{9C025715-BF30-4F56-83C4-E0C7977E2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19">
            <a:extLst xmlns:a="http://schemas.openxmlformats.org/drawingml/2006/main">
              <a:ext uri="{FF2B5EF4-FFF2-40B4-BE49-F238E27FC236}">
                <a16:creationId xmlns:a16="http://schemas.microsoft.com/office/drawing/2014/main" id="{95150F95-3064-4F4C-9210-1836647C0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Claude Code and Codex [5] [6]</a:t>
            </a:r>
          </a:p>
        </p:txBody>
      </p:sp>
      <p:sp>
        <p:nvSpPr>
          <p:cNvPr id="3" name="c3-text-220">
            <a:extLst xmlns:a="http://schemas.openxmlformats.org/drawingml/2006/main">
              <a:ext uri="{FF2B5EF4-FFF2-40B4-BE49-F238E27FC236}">
                <a16:creationId xmlns:a16="http://schemas.microsoft.com/office/drawing/2014/main" id="{BD183527-77A3-4570-83F7-97EDA4B73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0785e724764885"/>
          <a:stretch xmlns:a="http://schemas.openxmlformats.org/drawingml/2006/main"/>
        </p:blipFill>
        <p:spPr>
          <a:xfrm xmlns:a="http://schemas.openxmlformats.org/drawingml/2006/main">
            <a:off x="609600" y="1552575"/>
            <a:ext cx="685800" cy="685800"/>
          </a:xfrm>
          <a:prstGeom xmlns:a="http://schemas.openxmlformats.org/drawingml/2006/main" prst="rect">
            <a:avLst/>
          </a:prstGeom>
        </p:spPr>
      </p:pic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9257540c76468b"/>
          <a:stretch xmlns:a="http://schemas.openxmlformats.org/drawingml/2006/main"/>
        </p:blipFill>
        <p:spPr>
          <a:xfrm xmlns:a="http://schemas.openxmlformats.org/drawingml/2006/main">
            <a:off x="4762500" y="1552575"/>
            <a:ext cx="685800" cy="685800"/>
          </a:xfrm>
          <a:prstGeom xmlns:a="http://schemas.openxmlformats.org/drawingml/2006/main" prst="rect">
            <a:avLst/>
          </a:prstGeom>
        </p:spPr>
      </p:pic>
      <p:sp>
        <p:nvSpPr>
          <p:cNvPr id="6" name="c3-text-221">
            <a:extLst xmlns:a="http://schemas.openxmlformats.org/drawingml/2006/main">
              <a:ext uri="{FF2B5EF4-FFF2-40B4-BE49-F238E27FC236}">
                <a16:creationId xmlns:a16="http://schemas.microsoft.com/office/drawing/2014/main" id="{95745E15-7894-4F28-822B-AF2CF0541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571625"/>
            <a:ext cx="2914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Claude Code</a:t>
            </a:r>
          </a:p>
        </p:txBody>
      </p:sp>
      <p:sp>
        <p:nvSpPr>
          <p:cNvPr id="7" name="c3-text-222">
            <a:extLst xmlns:a="http://schemas.openxmlformats.org/drawingml/2006/main">
              <a:ext uri="{FF2B5EF4-FFF2-40B4-BE49-F238E27FC236}">
                <a16:creationId xmlns:a16="http://schemas.microsoft.com/office/drawing/2014/main" id="{1A01F35C-70D7-4176-B3A8-26A352AC5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971675"/>
            <a:ext cx="2914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Anthropic</a:t>
            </a:r>
          </a:p>
        </p:txBody>
      </p:sp>
      <p:sp>
        <p:nvSpPr>
          <p:cNvPr id="8" name="c3-text-223">
            <a:extLst xmlns:a="http://schemas.openxmlformats.org/drawingml/2006/main">
              <a:ext uri="{FF2B5EF4-FFF2-40B4-BE49-F238E27FC236}">
                <a16:creationId xmlns:a16="http://schemas.microsoft.com/office/drawing/2014/main" id="{AA9C9D3D-A0D8-48FE-8256-273B730AF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571625"/>
            <a:ext cx="2914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Codex</a:t>
            </a:r>
          </a:p>
        </p:txBody>
      </p:sp>
      <p:sp>
        <p:nvSpPr>
          <p:cNvPr id="9" name="c3-text-224">
            <a:extLst xmlns:a="http://schemas.openxmlformats.org/drawingml/2006/main">
              <a:ext uri="{FF2B5EF4-FFF2-40B4-BE49-F238E27FC236}">
                <a16:creationId xmlns:a16="http://schemas.microsoft.com/office/drawing/2014/main" id="{88CCC4E3-4F37-4AA5-99AD-AB074A440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971675"/>
            <a:ext cx="2914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OpenAI</a:t>
            </a:r>
          </a:p>
        </p:txBody>
      </p:sp>
      <p:sp>
        <p:nvSpPr>
          <p:cNvPr id="10" name="c3-text-225">
            <a:extLst xmlns:a="http://schemas.openxmlformats.org/drawingml/2006/main">
              <a:ext uri="{FF2B5EF4-FFF2-40B4-BE49-F238E27FC236}">
                <a16:creationId xmlns:a16="http://schemas.microsoft.com/office/drawing/2014/main" id="{2F115FA9-3D79-42FA-BC87-6985F10F9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37719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Uses Claude models to explore a codebase, edit files and run terminal commands.</a:t>
            </a:r>
          </a:p>
        </p:txBody>
      </p:sp>
      <p:sp>
        <p:nvSpPr>
          <p:cNvPr id="11" name="c3-text-226">
            <a:extLst xmlns:a="http://schemas.openxmlformats.org/drawingml/2006/main">
              <a:ext uri="{FF2B5EF4-FFF2-40B4-BE49-F238E27FC236}">
                <a16:creationId xmlns:a16="http://schemas.microsoft.com/office/drawing/2014/main" id="{C4738C8F-6A06-4B04-8998-41615C179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476500"/>
            <a:ext cx="37719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Uses OpenAI models to write, review and change code with the context in your editor.</a:t>
            </a:r>
          </a:p>
        </p:txBody>
      </p:sp>
      <p:sp>
        <p:nvSpPr>
          <p:cNvPr id="12" name="c3-text-227">
            <a:extLst xmlns:a="http://schemas.openxmlformats.org/drawingml/2006/main">
              <a:ext uri="{FF2B5EF4-FFF2-40B4-BE49-F238E27FC236}">
                <a16:creationId xmlns:a16="http://schemas.microsoft.com/office/drawing/2014/main" id="{BA2143F2-EE2B-40AC-AE67-A8E5F5DD1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33775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Terminal and VS Code extension</a:t>
            </a:r>
          </a:p>
        </p:txBody>
      </p:sp>
      <p:sp>
        <p:nvSpPr>
          <p:cNvPr id="13" name="c3-text-228">
            <a:extLst xmlns:a="http://schemas.openxmlformats.org/drawingml/2006/main">
              <a:ext uri="{FF2B5EF4-FFF2-40B4-BE49-F238E27FC236}">
                <a16:creationId xmlns:a16="http://schemas.microsoft.com/office/drawing/2014/main" id="{27FD9E15-7B46-46DA-B257-EC8C3A0C4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533775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VS Code extension and CLI</a:t>
            </a:r>
          </a:p>
        </p:txBody>
      </p:sp>
      <p:sp>
        <p:nvSpPr>
          <p:cNvPr id="14" name="c3-text-229">
            <a:hlinkClick xmlns:r="http://schemas.openxmlformats.org/officeDocument/2006/relationships" xmlns:a="http://schemas.openxmlformats.org/drawingml/2006/main" r:id="R4ce74e8f533b4cae"/>
            <a:extLst xmlns:a="http://schemas.openxmlformats.org/drawingml/2006/main">
              <a:ext uri="{FF2B5EF4-FFF2-40B4-BE49-F238E27FC236}">
                <a16:creationId xmlns:a16="http://schemas.microsoft.com/office/drawing/2014/main" id="{3F12EDB6-CDA3-44F6-9FB5-27D43B29D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81450"/>
            <a:ext cx="3771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claude.com/claude-code</a:t>
            </a:r>
          </a:p>
        </p:txBody>
      </p:sp>
      <p:sp>
        <p:nvSpPr>
          <p:cNvPr id="15" name="c3-text-230">
            <a:hlinkClick xmlns:r="http://schemas.openxmlformats.org/officeDocument/2006/relationships" xmlns:a="http://schemas.openxmlformats.org/drawingml/2006/main" r:id="R3b7ea3e29d2e49db"/>
            <a:extLst xmlns:a="http://schemas.openxmlformats.org/drawingml/2006/main">
              <a:ext uri="{FF2B5EF4-FFF2-40B4-BE49-F238E27FC236}">
                <a16:creationId xmlns:a16="http://schemas.microsoft.com/office/drawing/2014/main" id="{B0F9D8E6-EDCE-44AC-8751-40DC3563B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981450"/>
            <a:ext cx="3771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openai.com/codex</a:t>
            </a:r>
          </a:p>
        </p:txBody>
      </p:sp>
      <p:sp>
        <p:nvSpPr>
          <p:cNvPr id="16" name="c3-text-231">
            <a:extLst xmlns:a="http://schemas.openxmlformats.org/drawingml/2006/main">
              <a:ext uri="{FF2B5EF4-FFF2-40B4-BE49-F238E27FC236}">
                <a16:creationId xmlns:a16="http://schemas.microsoft.com/office/drawing/2014/main" id="{304144EA-DA42-4B93-B0EA-7F9E79A34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792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Describe a goal, inspect the edits and try the result.</a:t>
            </a:r>
          </a:p>
        </p:txBody>
      </p:sp>
      <p:sp>
        <p:nvSpPr>
          <p:cNvPr id="17" name="c3-text-347">
            <a:extLst xmlns:a="http://schemas.openxmlformats.org/drawingml/2006/main">
              <a:ext uri="{FF2B5EF4-FFF2-40B4-BE49-F238E27FC236}">
                <a16:creationId xmlns:a16="http://schemas.microsoft.com/office/drawing/2014/main" id="{208B34C0-1F40-49BB-9C7A-B11FEAB4B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89901900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c3-text-232">
            <a:extLst xmlns:a="http://schemas.openxmlformats.org/drawingml/2006/main">
              <a:ext uri="{FF2B5EF4-FFF2-40B4-BE49-F238E27FC236}">
                <a16:creationId xmlns:a16="http://schemas.microsoft.com/office/drawing/2014/main" id="{A06FD4EB-58F3-4307-A2CD-ECFC067B7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33">
            <a:extLst xmlns:a="http://schemas.openxmlformats.org/drawingml/2006/main">
              <a:ext uri="{FF2B5EF4-FFF2-40B4-BE49-F238E27FC236}">
                <a16:creationId xmlns:a16="http://schemas.microsoft.com/office/drawing/2014/main" id="{32B5F6E2-C2EC-477A-AB1E-B4A827203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Install Codex in VS Code [5] [13]</a:t>
            </a:r>
          </a:p>
        </p:txBody>
      </p:sp>
      <p:sp>
        <p:nvSpPr>
          <p:cNvPr id="3" name="c3-text-234">
            <a:extLst xmlns:a="http://schemas.openxmlformats.org/drawingml/2006/main">
              <a:ext uri="{FF2B5EF4-FFF2-40B4-BE49-F238E27FC236}">
                <a16:creationId xmlns:a16="http://schemas.microsoft.com/office/drawing/2014/main" id="{E948C89F-59D3-49AC-BFCB-047CD21C0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35">
            <a:extLst xmlns:a="http://schemas.openxmlformats.org/drawingml/2006/main">
              <a:ext uri="{FF2B5EF4-FFF2-40B4-BE49-F238E27FC236}">
                <a16:creationId xmlns:a16="http://schemas.microsoft.com/office/drawing/2014/main" id="{487A51CB-B402-4008-B172-586C8455A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7924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1. Open Extensions (Ctrl+Shift+X) and search for Codex.</a:t>
            </a:r>
          </a:p>
        </p:txBody>
      </p:sp>
      <p:sp>
        <p:nvSpPr>
          <p:cNvPr id="5" name="c3-text-236">
            <a:extLst xmlns:a="http://schemas.openxmlformats.org/drawingml/2006/main">
              <a:ext uri="{FF2B5EF4-FFF2-40B4-BE49-F238E27FC236}">
                <a16:creationId xmlns:a16="http://schemas.microsoft.com/office/drawing/2014/main" id="{4687F19A-7603-41B2-B0D5-B71FB5195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0275"/>
            <a:ext cx="7924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2. Install Codex, published by OpenAI.</a:t>
            </a:r>
          </a:p>
        </p:txBody>
      </p:sp>
      <p:sp>
        <p:nvSpPr>
          <p:cNvPr id="6" name="c3-text-237">
            <a:extLst xmlns:a="http://schemas.openxmlformats.org/drawingml/2006/main">
              <a:ext uri="{FF2B5EF4-FFF2-40B4-BE49-F238E27FC236}">
                <a16:creationId xmlns:a16="http://schemas.microsoft.com/office/drawing/2014/main" id="{A111611B-07BF-41BD-B525-69D0B1E1A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7924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3. Open the Codex panel and sign in with ChatGPT.</a:t>
            </a:r>
          </a:p>
        </p:txBody>
      </p:sp>
      <p:sp>
        <p:nvSpPr>
          <p:cNvPr id="7" name="c3-text-238">
            <a:extLst xmlns:a="http://schemas.openxmlformats.org/drawingml/2006/main">
              <a:ext uri="{FF2B5EF4-FFF2-40B4-BE49-F238E27FC236}">
                <a16:creationId xmlns:a16="http://schemas.microsoft.com/office/drawing/2014/main" id="{BD17C9EB-D5E9-43E7-9B58-43E1C236E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79248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4. Create and open an empty codex-demo folder. Start a chat.</a:t>
            </a:r>
          </a:p>
        </p:txBody>
      </p:sp>
      <p:sp>
        <p:nvSpPr>
          <p:cNvPr id="8" name="c3-text-239">
            <a:hlinkClick xmlns:r="http://schemas.openxmlformats.org/officeDocument/2006/relationships" xmlns:a="http://schemas.openxmlformats.org/drawingml/2006/main" r:id="Re0bb6cada2c9425a"/>
            <a:extLst xmlns:a="http://schemas.openxmlformats.org/drawingml/2006/main">
              <a:ext uri="{FF2B5EF4-FFF2-40B4-BE49-F238E27FC236}">
                <a16:creationId xmlns:a16="http://schemas.microsoft.com/office/drawing/2014/main" id="{8C85D787-F7D8-4ADC-89D0-04841E696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43400"/>
            <a:ext cx="7924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650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Open the official Codex extension</a:t>
            </a:r>
          </a:p>
        </p:txBody>
      </p:sp>
      <p:sp>
        <p:nvSpPr>
          <p:cNvPr id="9" name="c3-text-348">
            <a:extLst xmlns:a="http://schemas.openxmlformats.org/drawingml/2006/main">
              <a:ext uri="{FF2B5EF4-FFF2-40B4-BE49-F238E27FC236}">
                <a16:creationId xmlns:a16="http://schemas.microsoft.com/office/drawing/2014/main" id="{CE678793-8A41-457E-B4CE-A2E6CD2B7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603879359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3-text-240">
            <a:extLst xmlns:a="http://schemas.openxmlformats.org/drawingml/2006/main">
              <a:ext uri="{FF2B5EF4-FFF2-40B4-BE49-F238E27FC236}">
                <a16:creationId xmlns:a16="http://schemas.microsoft.com/office/drawing/2014/main" id="{7081193A-DBC3-4D6D-BE7B-882BE07F2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41">
            <a:extLst xmlns:a="http://schemas.openxmlformats.org/drawingml/2006/main">
              <a:ext uri="{FF2B5EF4-FFF2-40B4-BE49-F238E27FC236}">
                <a16:creationId xmlns:a16="http://schemas.microsoft.com/office/drawing/2014/main" id="{FCB1AB67-A5E1-4595-92FE-0ECC27793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Codex Demo: A Browser Game</a:t>
            </a:r>
          </a:p>
        </p:txBody>
      </p:sp>
      <p:sp>
        <p:nvSpPr>
          <p:cNvPr id="3" name="c3-text-242">
            <a:extLst xmlns:a="http://schemas.openxmlformats.org/drawingml/2006/main">
              <a:ext uri="{FF2B5EF4-FFF2-40B4-BE49-F238E27FC236}">
                <a16:creationId xmlns:a16="http://schemas.microsoft.com/office/drawing/2014/main" id="{1235C180-5A1D-4F32-9DD8-194E5D277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43">
            <a:extLst xmlns:a="http://schemas.openxmlformats.org/drawingml/2006/main">
              <a:ext uri="{FF2B5EF4-FFF2-40B4-BE49-F238E27FC236}">
                <a16:creationId xmlns:a16="http://schemas.microsoft.com/office/drawing/2014/main" id="{CF25B153-028B-49B6-AC9C-565E6E63C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7924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Ask Codex in the empty codex-demo folder:</a:t>
            </a:r>
          </a:p>
        </p:txBody>
      </p:sp>
      <p:sp>
        <p:nvSpPr>
          <p:cNvPr id="5" name="c3-text-244">
            <a:extLst xmlns:a="http://schemas.openxmlformats.org/drawingml/2006/main">
              <a:ext uri="{FF2B5EF4-FFF2-40B4-BE49-F238E27FC236}">
                <a16:creationId xmlns:a16="http://schemas.microsoft.com/office/drawing/2014/main" id="{D3FB5585-A651-4E8D-B362-5ED4B7110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79248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Create a simple, lightweight game in the style of {game style}.</a:t>
            </a:r>
          </a:p>
          <a:p xmlns:a="http://schemas.openxmlformats.org/drawingml/2006/main">
            <a:pPr>
              <a:defRPr sz="187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Put HTML, CSS and JavaScript in one index.html file.</a:t>
            </a:r>
          </a:p>
          <a:p xmlns:a="http://schemas.openxmlformats.org/drawingml/2006/main">
            <a:pPr>
              <a:defRPr sz="187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It should open directly in a browser.</a:t>
            </a:r>
          </a:p>
          <a:p xmlns:a="http://schemas.openxmlformats.org/drawingml/2006/main">
            <a:pPr>
              <a:defRPr sz="187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Add clear controls, a score and a restart button.</a:t>
            </a:r>
          </a:p>
        </p:txBody>
      </p:sp>
      <p:sp>
        <p:nvSpPr>
          <p:cNvPr id="6" name="c3-text-245">
            <a:extLst xmlns:a="http://schemas.openxmlformats.org/drawingml/2006/main">
              <a:ext uri="{FF2B5EF4-FFF2-40B4-BE49-F238E27FC236}">
                <a16:creationId xmlns:a16="http://schemas.microsoft.com/office/drawing/2014/main" id="{00DFB014-4AD0-41B1-850F-3DED79413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792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Choose a style: Snake, Pong, a platformer or an endless runner.</a:t>
            </a:r>
          </a:p>
        </p:txBody>
      </p:sp>
      <p:sp>
        <p:nvSpPr>
          <p:cNvPr id="7" name="c3-text-349">
            <a:extLst xmlns:a="http://schemas.openxmlformats.org/drawingml/2006/main">
              <a:ext uri="{FF2B5EF4-FFF2-40B4-BE49-F238E27FC236}">
                <a16:creationId xmlns:a16="http://schemas.microsoft.com/office/drawing/2014/main" id="{4BD5D585-7DD1-4DF7-A3EA-ED0149BDA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353133172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3-text-246">
            <a:extLst xmlns:a="http://schemas.openxmlformats.org/drawingml/2006/main">
              <a:ext uri="{FF2B5EF4-FFF2-40B4-BE49-F238E27FC236}">
                <a16:creationId xmlns:a16="http://schemas.microsoft.com/office/drawing/2014/main" id="{EB2DC17B-2A13-4917-B0E8-F09A5C856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47">
            <a:extLst xmlns:a="http://schemas.openxmlformats.org/drawingml/2006/main">
              <a:ext uri="{FF2B5EF4-FFF2-40B4-BE49-F238E27FC236}">
                <a16:creationId xmlns:a16="http://schemas.microsoft.com/office/drawing/2014/main" id="{AD5969E7-94A5-4E85-8E3D-4BCEE8D26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Exercise 1: A Virtual Meteorologist</a:t>
            </a:r>
          </a:p>
        </p:txBody>
      </p:sp>
      <p:sp>
        <p:nvSpPr>
          <p:cNvPr id="3" name="c3-text-248">
            <a:extLst xmlns:a="http://schemas.openxmlformats.org/drawingml/2006/main">
              <a:ext uri="{FF2B5EF4-FFF2-40B4-BE49-F238E27FC236}">
                <a16:creationId xmlns:a16="http://schemas.microsoft.com/office/drawing/2014/main" id="{BC3B66D9-A460-40A9-9585-D30411EF5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49">
            <a:extLst xmlns:a="http://schemas.openxmlformats.org/drawingml/2006/main">
              <a:ext uri="{FF2B5EF4-FFF2-40B4-BE49-F238E27FC236}">
                <a16:creationId xmlns:a16="http://schemas.microsoft.com/office/drawing/2014/main" id="{E980DECF-743C-4B9A-801A-14868FF8E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7924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Open the course project and start from langgraph_avatar_agent.py.</a:t>
            </a:r>
          </a:p>
        </p:txBody>
      </p:sp>
      <p:sp>
        <p:nvSpPr>
          <p:cNvPr id="5" name="c3-text-250">
            <a:extLst xmlns:a="http://schemas.openxmlformats.org/drawingml/2006/main">
              <a:ext uri="{FF2B5EF4-FFF2-40B4-BE49-F238E27FC236}">
                <a16:creationId xmlns:a16="http://schemas.microsoft.com/office/drawing/2014/main" id="{207274CD-1BF7-4811-8DF7-83F723F2B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7924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Use Codex to add current weather while keeping memory and animations.</a:t>
            </a:r>
          </a:p>
        </p:txBody>
      </p:sp>
      <p:sp>
        <p:nvSpPr>
          <p:cNvPr id="6" name="c3-text-251">
            <a:extLst xmlns:a="http://schemas.openxmlformats.org/drawingml/2006/main">
              <a:ext uri="{FF2B5EF4-FFF2-40B4-BE49-F238E27FC236}">
                <a16:creationId xmlns:a16="http://schemas.microsoft.com/office/drawing/2014/main" id="{ED6D8A9A-FA7D-4EC9-95D4-165A88B82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7924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First version: spoken replies and avatar behaviour. Leave the board unused.</a:t>
            </a:r>
          </a:p>
        </p:txBody>
      </p:sp>
      <p:sp>
        <p:nvSpPr>
          <p:cNvPr id="7" name="c3-text-350">
            <a:extLst xmlns:a="http://schemas.openxmlformats.org/drawingml/2006/main">
              <a:ext uri="{FF2B5EF4-FFF2-40B4-BE49-F238E27FC236}">
                <a16:creationId xmlns:a16="http://schemas.microsoft.com/office/drawing/2014/main" id="{D21A9589-6EB4-488B-B9A0-1C30DC999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770769477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3-text-252">
            <a:extLst xmlns:a="http://schemas.openxmlformats.org/drawingml/2006/main">
              <a:ext uri="{FF2B5EF4-FFF2-40B4-BE49-F238E27FC236}">
                <a16:creationId xmlns:a16="http://schemas.microsoft.com/office/drawing/2014/main" id="{B6636ACA-2256-4039-BE50-60C44D411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53">
            <a:extLst xmlns:a="http://schemas.openxmlformats.org/drawingml/2006/main">
              <a:ext uri="{FF2B5EF4-FFF2-40B4-BE49-F238E27FC236}">
                <a16:creationId xmlns:a16="http://schemas.microsoft.com/office/drawing/2014/main" id="{7F6A631E-1E8B-43D8-AF03-07E95702C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Prompt: Create the Weather Agent</a:t>
            </a:r>
          </a:p>
        </p:txBody>
      </p:sp>
      <p:sp>
        <p:nvSpPr>
          <p:cNvPr id="3" name="c3-text-254">
            <a:extLst xmlns:a="http://schemas.openxmlformats.org/drawingml/2006/main">
              <a:ext uri="{FF2B5EF4-FFF2-40B4-BE49-F238E27FC236}">
                <a16:creationId xmlns:a16="http://schemas.microsoft.com/office/drawing/2014/main" id="{ECDD8819-A866-4F1E-B589-63EEE49FF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55">
            <a:extLst xmlns:a="http://schemas.openxmlformats.org/drawingml/2006/main">
              <a:ext uri="{FF2B5EF4-FFF2-40B4-BE49-F238E27FC236}">
                <a16:creationId xmlns:a16="http://schemas.microsoft.com/office/drawing/2014/main" id="{9F309169-4CBB-44B2-A859-8DD18E8FD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7924800" cy="270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Create weather_avatar_agent.py from langgraph_avatar_agent.py.</a:t>
            </a:r>
          </a:p>
          <a:p xmlns:a="http://schemas.openxmlformats.org/drawingml/2006/main">
            <a:pPr>
              <a:defRPr sz="18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Use OpenWeather for current-weather questions.</a:t>
            </a:r>
          </a:p>
          <a:p xmlns:a="http://schemas.openxmlformats.org/drawingml/2006/main">
            <a:pPr>
              <a:defRPr sz="18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Read the key from the YAML file I specify.</a:t>
            </a:r>
          </a:p>
          <a:p xmlns:a="http://schemas.openxmlformats.org/drawingml/2006/main">
            <a:pPr>
              <a:defRPr sz="18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Keep memory, animations and Clear conversation.</a:t>
            </a:r>
          </a:p>
          <a:p xmlns:a="http://schemas.openxmlformats.org/drawingml/2006/main">
            <a:pPr>
              <a:defRPr sz="18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Speech: spoken words only, no emoji or written actions.</a:t>
            </a:r>
          </a:p>
          <a:p xmlns:a="http://schemas.openxmlformats.org/drawingml/2006/main">
            <a:pPr>
              <a:defRPr sz="18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Use chat and message prompt templates.</a:t>
            </a:r>
          </a:p>
          <a:p xmlns:a="http://schemas.openxmlformats.org/drawingml/2006/main">
            <a:pPr>
              <a:defRPr sz="18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Return whiteboard=None. Keep the original agent unchanged.</a:t>
            </a:r>
          </a:p>
          <a:p xmlns:a="http://schemas.openxmlformats.org/drawingml/2006/main">
            <a:pPr>
              <a:defRPr sz="18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Show how to select and test the new agent.</a:t>
            </a:r>
          </a:p>
        </p:txBody>
      </p:sp>
      <p:sp>
        <p:nvSpPr>
          <p:cNvPr id="5" name="c3-text-256">
            <a:extLst xmlns:a="http://schemas.openxmlformats.org/drawingml/2006/main">
              <a:ext uri="{FF2B5EF4-FFF2-40B4-BE49-F238E27FC236}">
                <a16:creationId xmlns:a16="http://schemas.microsoft.com/office/drawing/2014/main" id="{434AEF7C-B2ED-4535-B06B-286A1AA6C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52925"/>
            <a:ext cx="7924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Ask Codex to explain its plan, then review the diff and run the avatar.</a:t>
            </a:r>
          </a:p>
        </p:txBody>
      </p:sp>
      <p:sp>
        <p:nvSpPr>
          <p:cNvPr id="6" name="c3-text-351">
            <a:extLst xmlns:a="http://schemas.openxmlformats.org/drawingml/2006/main">
              <a:ext uri="{FF2B5EF4-FFF2-40B4-BE49-F238E27FC236}">
                <a16:creationId xmlns:a16="http://schemas.microsoft.com/office/drawing/2014/main" id="{698BF551-3F49-4B50-9452-6BF462919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366171344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257">
            <a:extLst xmlns:a="http://schemas.openxmlformats.org/drawingml/2006/main">
              <a:ext uri="{FF2B5EF4-FFF2-40B4-BE49-F238E27FC236}">
                <a16:creationId xmlns:a16="http://schemas.microsoft.com/office/drawing/2014/main" id="{6552B080-39CA-4BFF-BD11-BF0391E89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58">
            <a:extLst xmlns:a="http://schemas.openxmlformats.org/drawingml/2006/main">
              <a:ext uri="{FF2B5EF4-FFF2-40B4-BE49-F238E27FC236}">
                <a16:creationId xmlns:a16="http://schemas.microsoft.com/office/drawing/2014/main" id="{CEA6C9AC-AB5D-47B0-85B8-494E34BDE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Test the First Weather Agent</a:t>
            </a:r>
          </a:p>
        </p:txBody>
      </p:sp>
      <p:sp>
        <p:nvSpPr>
          <p:cNvPr id="3" name="c3-text-259">
            <a:extLst xmlns:a="http://schemas.openxmlformats.org/drawingml/2006/main">
              <a:ext uri="{FF2B5EF4-FFF2-40B4-BE49-F238E27FC236}">
                <a16:creationId xmlns:a16="http://schemas.microsoft.com/office/drawing/2014/main" id="{B9094B7D-F211-4F17-8672-872FF12CC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60">
            <a:extLst xmlns:a="http://schemas.openxmlformats.org/drawingml/2006/main">
              <a:ext uri="{FF2B5EF4-FFF2-40B4-BE49-F238E27FC236}">
                <a16:creationId xmlns:a16="http://schemas.microsoft.com/office/drawing/2014/main" id="{7D73893A-2770-4E4D-9466-2EABD59D0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7924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Introduce yourself, then ask the avatar to recall your name.</a:t>
            </a:r>
          </a:p>
        </p:txBody>
      </p:sp>
      <p:sp>
        <p:nvSpPr>
          <p:cNvPr id="5" name="c3-text-261">
            <a:extLst xmlns:a="http://schemas.openxmlformats.org/drawingml/2006/main">
              <a:ext uri="{FF2B5EF4-FFF2-40B4-BE49-F238E27FC236}">
                <a16:creationId xmlns:a16="http://schemas.microsoft.com/office/drawing/2014/main" id="{6A96D481-B9C9-434B-A0EF-0AAC15CA2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7924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Ask for Rome, Italy. Follow with: What about Milan?</a:t>
            </a:r>
          </a:p>
        </p:txBody>
      </p:sp>
      <p:sp>
        <p:nvSpPr>
          <p:cNvPr id="6" name="c3-text-262">
            <a:extLst xmlns:a="http://schemas.openxmlformats.org/drawingml/2006/main">
              <a:ext uri="{FF2B5EF4-FFF2-40B4-BE49-F238E27FC236}">
                <a16:creationId xmlns:a16="http://schemas.microsoft.com/office/drawing/2014/main" id="{527B8BF4-C55B-486A-97A3-41C73BB3C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90875"/>
            <a:ext cx="7924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Ask for a happy greeting and check the animation. Clear and retry.</a:t>
            </a:r>
          </a:p>
        </p:txBody>
      </p:sp>
      <p:sp>
        <p:nvSpPr>
          <p:cNvPr id="7" name="c3-text-263">
            <a:extLst xmlns:a="http://schemas.openxmlformats.org/drawingml/2006/main">
              <a:ext uri="{FF2B5EF4-FFF2-40B4-BE49-F238E27FC236}">
                <a16:creationId xmlns:a16="http://schemas.microsoft.com/office/drawing/2014/main" id="{99029B6C-E7A4-4FEF-8489-A43CD80A2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7924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Check an API failure. The first version does not update the board.</a:t>
            </a:r>
          </a:p>
        </p:txBody>
      </p:sp>
      <p:sp>
        <p:nvSpPr>
          <p:cNvPr id="8" name="c3-text-352">
            <a:extLst xmlns:a="http://schemas.openxmlformats.org/drawingml/2006/main">
              <a:ext uri="{FF2B5EF4-FFF2-40B4-BE49-F238E27FC236}">
                <a16:creationId xmlns:a16="http://schemas.microsoft.com/office/drawing/2014/main" id="{FC1787C1-48F3-449F-9963-82D067A30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819514385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3-text-264">
            <a:extLst xmlns:a="http://schemas.openxmlformats.org/drawingml/2006/main">
              <a:ext uri="{FF2B5EF4-FFF2-40B4-BE49-F238E27FC236}">
                <a16:creationId xmlns:a16="http://schemas.microsoft.com/office/drawing/2014/main" id="{060988EA-66BB-4223-93C0-68967AA71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65">
            <a:extLst xmlns:a="http://schemas.openxmlformats.org/drawingml/2006/main">
              <a:ext uri="{FF2B5EF4-FFF2-40B4-BE49-F238E27FC236}">
                <a16:creationId xmlns:a16="http://schemas.microsoft.com/office/drawing/2014/main" id="{67154C4A-3EDD-4B9D-9F70-3795EDB64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How Could We Use the Whiteboard?</a:t>
            </a:r>
          </a:p>
        </p:txBody>
      </p:sp>
      <p:sp>
        <p:nvSpPr>
          <p:cNvPr id="3" name="c3-text-266">
            <a:extLst xmlns:a="http://schemas.openxmlformats.org/drawingml/2006/main">
              <a:ext uri="{FF2B5EF4-FFF2-40B4-BE49-F238E27FC236}">
                <a16:creationId xmlns:a16="http://schemas.microsoft.com/office/drawing/2014/main" id="{EE9A3580-E272-4D72-BCAE-5A6DF5D05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67">
            <a:extLst xmlns:a="http://schemas.openxmlformats.org/drawingml/2006/main">
              <a:ext uri="{FF2B5EF4-FFF2-40B4-BE49-F238E27FC236}">
                <a16:creationId xmlns:a16="http://schemas.microsoft.com/office/drawing/2014/main" id="{26F56C39-DF59-4D12-9BD8-7321E0525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7924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The weather presenter works. How could an image help?</a:t>
            </a:r>
          </a:p>
        </p:txBody>
      </p:sp>
      <p:sp>
        <p:nvSpPr>
          <p:cNvPr id="5" name="c3-text-268">
            <a:extLst xmlns:a="http://schemas.openxmlformats.org/drawingml/2006/main">
              <a:ext uri="{FF2B5EF4-FFF2-40B4-BE49-F238E27FC236}">
                <a16:creationId xmlns:a16="http://schemas.microsoft.com/office/drawing/2014/main" id="{695C484B-7F33-44F7-806C-30F0078A5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7924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Show an image that represents the weather requested.</a:t>
            </a:r>
          </a:p>
        </p:txBody>
      </p:sp>
      <p:sp>
        <p:nvSpPr>
          <p:cNvPr id="6" name="c3-text-269">
            <a:extLst xmlns:a="http://schemas.openxmlformats.org/drawingml/2006/main">
              <a:ext uri="{FF2B5EF4-FFF2-40B4-BE49-F238E27FC236}">
                <a16:creationId xmlns:a16="http://schemas.microsoft.com/office/drawing/2014/main" id="{9CF44020-D459-447A-AD5E-16E72EA49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7924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Write your own Codex prompt to extend the agent.</a:t>
            </a:r>
          </a:p>
        </p:txBody>
      </p:sp>
      <p:sp>
        <p:nvSpPr>
          <p:cNvPr id="7" name="c3-text-353">
            <a:extLst xmlns:a="http://schemas.openxmlformats.org/drawingml/2006/main">
              <a:ext uri="{FF2B5EF4-FFF2-40B4-BE49-F238E27FC236}">
                <a16:creationId xmlns:a16="http://schemas.microsoft.com/office/drawing/2014/main" id="{DCFA5566-1012-4CAC-8649-FB039BD03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155394904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3-text-270">
            <a:extLst xmlns:a="http://schemas.openxmlformats.org/drawingml/2006/main">
              <a:ext uri="{FF2B5EF4-FFF2-40B4-BE49-F238E27FC236}">
                <a16:creationId xmlns:a16="http://schemas.microsoft.com/office/drawing/2014/main" id="{EF94B991-B681-4AC3-BABF-C16652441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71">
            <a:extLst xmlns:a="http://schemas.openxmlformats.org/drawingml/2006/main">
              <a:ext uri="{FF2B5EF4-FFF2-40B4-BE49-F238E27FC236}">
                <a16:creationId xmlns:a16="http://schemas.microsoft.com/office/drawing/2014/main" id="{09CA8FD4-01F7-41E8-BF52-58D3A2FE3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Whiteboard Playground</a:t>
            </a:r>
          </a:p>
        </p:txBody>
      </p:sp>
      <p:sp>
        <p:nvSpPr>
          <p:cNvPr id="3" name="c3-text-272">
            <a:extLst xmlns:a="http://schemas.openxmlformats.org/drawingml/2006/main">
              <a:ext uri="{FF2B5EF4-FFF2-40B4-BE49-F238E27FC236}">
                <a16:creationId xmlns:a16="http://schemas.microsoft.com/office/drawing/2014/main" id="{888C7CA3-7692-4342-BAA9-1931A7E0E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73">
            <a:extLst xmlns:a="http://schemas.openxmlformats.org/drawingml/2006/main">
              <a:ext uri="{FF2B5EF4-FFF2-40B4-BE49-F238E27FC236}">
                <a16:creationId xmlns:a16="http://schemas.microsoft.com/office/drawing/2014/main" id="{BB08D613-C1F5-4A3B-9992-49CD8FD01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7924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Upload an image and apply it to the avatar scene.</a:t>
            </a:r>
          </a:p>
        </p:txBody>
      </p:sp>
      <p:sp>
        <p:nvSpPr>
          <p:cNvPr id="5" name="c3-text-274">
            <a:extLst xmlns:a="http://schemas.openxmlformats.org/drawingml/2006/main">
              <a:ext uri="{FF2B5EF4-FFF2-40B4-BE49-F238E27FC236}">
                <a16:creationId xmlns:a16="http://schemas.microsoft.com/office/drawing/2014/main" id="{B9EE3E3F-76D8-4290-B219-49FC556FE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7924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Replace it, keep it unchanged, then clear it.</a:t>
            </a:r>
          </a:p>
        </p:txBody>
      </p:sp>
      <p:sp>
        <p:nvSpPr>
          <p:cNvPr id="6" name="c3-text-275">
            <a:extLst xmlns:a="http://schemas.openxmlformats.org/drawingml/2006/main">
              <a:ext uri="{FF2B5EF4-FFF2-40B4-BE49-F238E27FC236}">
                <a16:creationId xmlns:a16="http://schemas.microsoft.com/office/drawing/2014/main" id="{1BFCB5D5-D0BC-4A9D-92D1-A4BD9505B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7924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What would our weather agent need to automate?</a:t>
            </a:r>
          </a:p>
        </p:txBody>
      </p:sp>
      <p:sp>
        <p:nvSpPr>
          <p:cNvPr id="7" name="c3-text-354">
            <a:extLst xmlns:a="http://schemas.openxmlformats.org/drawingml/2006/main">
              <a:ext uri="{FF2B5EF4-FFF2-40B4-BE49-F238E27FC236}">
                <a16:creationId xmlns:a16="http://schemas.microsoft.com/office/drawing/2014/main" id="{0C637DD1-5157-407A-8130-0549F3237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1451776477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276">
            <a:extLst xmlns:a="http://schemas.openxmlformats.org/drawingml/2006/main">
              <a:ext uri="{FF2B5EF4-FFF2-40B4-BE49-F238E27FC236}">
                <a16:creationId xmlns:a16="http://schemas.microsoft.com/office/drawing/2014/main" id="{40F246BD-4D95-4663-AD38-5D2FB41EA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77">
            <a:extLst xmlns:a="http://schemas.openxmlformats.org/drawingml/2006/main">
              <a:ext uri="{FF2B5EF4-FFF2-40B4-BE49-F238E27FC236}">
                <a16:creationId xmlns:a16="http://schemas.microsoft.com/office/drawing/2014/main" id="{887D220D-7411-47C4-9A2D-C3355FEDA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Exercise 2: Write Your Own Prompt</a:t>
            </a:r>
          </a:p>
        </p:txBody>
      </p:sp>
      <p:sp>
        <p:nvSpPr>
          <p:cNvPr id="3" name="c3-text-278">
            <a:extLst xmlns:a="http://schemas.openxmlformats.org/drawingml/2006/main">
              <a:ext uri="{FF2B5EF4-FFF2-40B4-BE49-F238E27FC236}">
                <a16:creationId xmlns:a16="http://schemas.microsoft.com/office/drawing/2014/main" id="{65375349-C8BA-4555-B360-FC9C36CC3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79">
            <a:extLst xmlns:a="http://schemas.openxmlformats.org/drawingml/2006/main">
              <a:ext uri="{FF2B5EF4-FFF2-40B4-BE49-F238E27FC236}">
                <a16:creationId xmlns:a16="http://schemas.microsoft.com/office/drawing/2014/main" id="{BB74547F-3F77-4385-A763-AC7B48629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14475"/>
            <a:ext cx="7924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Ask Codex to show a weather image on the whiteboard.</a:t>
            </a:r>
          </a:p>
        </p:txBody>
      </p:sp>
      <p:sp>
        <p:nvSpPr>
          <p:cNvPr id="5" name="c3-text-280">
            <a:extLst xmlns:a="http://schemas.openxmlformats.org/drawingml/2006/main">
              <a:ext uri="{FF2B5EF4-FFF2-40B4-BE49-F238E27FC236}">
                <a16:creationId xmlns:a16="http://schemas.microsoft.com/office/drawing/2014/main" id="{00DF3A93-322F-4D73-AF2D-D039852A8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76475"/>
            <a:ext cx="7924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7FA8E3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7FA8E3"/>
                </a:solidFill>
                <a:latin typeface="Consolas"/>
                <a:ea typeface="Consolas"/>
                <a:cs typeface="Consolas"/>
              </a:rPr>
              <a:t>Agent: virtual_human_project/vh_cognitive_architecture_server/</a:t>
            </a:r>
          </a:p>
          <a:p xmlns:a="http://schemas.openxmlformats.org/drawingml/2006/main">
            <a:pPr>
              <a:defRPr sz="1425" b="0">
                <a:solidFill>
                  <a:srgbClr val="7FA8E3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7FA8E3"/>
                </a:solidFill>
                <a:latin typeface="Consolas"/>
                <a:ea typeface="Consolas"/>
                <a:cs typeface="Consolas"/>
              </a:rPr>
              <a:t>agents/Module_2/Chapter_03/weather_avatar_agent.py</a:t>
            </a:r>
          </a:p>
        </p:txBody>
      </p:sp>
      <p:sp>
        <p:nvSpPr>
          <p:cNvPr id="6" name="c3-text-281">
            <a:extLst xmlns:a="http://schemas.openxmlformats.org/drawingml/2006/main">
              <a:ext uri="{FF2B5EF4-FFF2-40B4-BE49-F238E27FC236}">
                <a16:creationId xmlns:a16="http://schemas.microsoft.com/office/drawing/2014/main" id="{8DA5A6AD-0CD3-4CFA-AB79-1A871A63C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62300"/>
            <a:ext cx="7924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7FA8E3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7FA8E3"/>
                </a:solidFill>
                <a:latin typeface="Consolas"/>
                <a:ea typeface="Consolas"/>
                <a:cs typeface="Consolas"/>
              </a:rPr>
              <a:t>API: virtual_human_project/vh_embodiment_server/README.md</a:t>
            </a:r>
          </a:p>
        </p:txBody>
      </p:sp>
      <p:sp>
        <p:nvSpPr>
          <p:cNvPr id="7" name="c3-text-282">
            <a:extLst xmlns:a="http://schemas.openxmlformats.org/drawingml/2006/main">
              <a:ext uri="{FF2B5EF4-FFF2-40B4-BE49-F238E27FC236}">
                <a16:creationId xmlns:a16="http://schemas.microsoft.com/office/drawing/2014/main" id="{E3FF882F-6016-470C-801A-9B2189571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24325"/>
            <a:ext cx="7924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Explain what already works and include your YAML file path.</a:t>
            </a:r>
          </a:p>
        </p:txBody>
      </p:sp>
      <p:sp>
        <p:nvSpPr>
          <p:cNvPr id="8" name="c3-text-355">
            <a:extLst xmlns:a="http://schemas.openxmlformats.org/drawingml/2006/main">
              <a:ext uri="{FF2B5EF4-FFF2-40B4-BE49-F238E27FC236}">
                <a16:creationId xmlns:a16="http://schemas.microsoft.com/office/drawing/2014/main" id="{D9C2E7AE-61C0-4A8C-A740-C881499E0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69402539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c3-text-283">
            <a:extLst xmlns:a="http://schemas.openxmlformats.org/drawingml/2006/main">
              <a:ext uri="{FF2B5EF4-FFF2-40B4-BE49-F238E27FC236}">
                <a16:creationId xmlns:a16="http://schemas.microsoft.com/office/drawing/2014/main" id="{37AC615B-139A-4A14-959D-E7758E481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84">
            <a:extLst xmlns:a="http://schemas.openxmlformats.org/drawingml/2006/main">
              <a:ext uri="{FF2B5EF4-FFF2-40B4-BE49-F238E27FC236}">
                <a16:creationId xmlns:a16="http://schemas.microsoft.com/office/drawing/2014/main" id="{0B88AD3A-88DC-4456-9ADA-1AF8CE73A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References</a:t>
            </a:r>
          </a:p>
        </p:txBody>
      </p:sp>
      <p:sp>
        <p:nvSpPr>
          <p:cNvPr id="3" name="c3-text-285">
            <a:extLst xmlns:a="http://schemas.openxmlformats.org/drawingml/2006/main">
              <a:ext uri="{FF2B5EF4-FFF2-40B4-BE49-F238E27FC236}">
                <a16:creationId xmlns:a16="http://schemas.microsoft.com/office/drawing/2014/main" id="{7877CCF5-45B0-4A1B-9702-813ED90EA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286">
            <a:hlinkClick xmlns:r="http://schemas.openxmlformats.org/officeDocument/2006/relationships" xmlns:a="http://schemas.openxmlformats.org/drawingml/2006/main" r:id="R84b407ed36c14a77"/>
            <a:extLst xmlns:a="http://schemas.openxmlformats.org/drawingml/2006/main">
              <a:ext uri="{FF2B5EF4-FFF2-40B4-BE49-F238E27FC236}">
                <a16:creationId xmlns:a16="http://schemas.microsoft.com/office/drawing/2014/main" id="{0CBD5E3A-1CE0-4860-9F17-7D711CEE3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[1] LangGraph persistence</a:t>
            </a:r>
          </a:p>
        </p:txBody>
      </p:sp>
      <p:sp>
        <p:nvSpPr>
          <p:cNvPr id="5" name="c3-text-287">
            <a:hlinkClick xmlns:r="http://schemas.openxmlformats.org/officeDocument/2006/relationships" xmlns:a="http://schemas.openxmlformats.org/drawingml/2006/main" r:id="R39e0c8f917214774"/>
            <a:extLst xmlns:a="http://schemas.openxmlformats.org/drawingml/2006/main">
              <a:ext uri="{FF2B5EF4-FFF2-40B4-BE49-F238E27FC236}">
                <a16:creationId xmlns:a16="http://schemas.microsoft.com/office/drawing/2014/main" id="{7B874C93-A7AA-4599-8031-E696BD0C0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Checkpoints, threads and deleting a thread</a:t>
            </a:r>
          </a:p>
        </p:txBody>
      </p:sp>
      <p:sp>
        <p:nvSpPr>
          <p:cNvPr id="6" name="c3-shape-288">
            <a:extLst xmlns:a="http://schemas.openxmlformats.org/drawingml/2006/main">
              <a:ext uri="{FF2B5EF4-FFF2-40B4-BE49-F238E27FC236}">
                <a16:creationId xmlns:a16="http://schemas.microsoft.com/office/drawing/2014/main" id="{B5CCE08F-5E41-4D56-A8CB-1E15BBAA3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7" name="c3-text-289">
            <a:hlinkClick xmlns:r="http://schemas.openxmlformats.org/officeDocument/2006/relationships" xmlns:a="http://schemas.openxmlformats.org/drawingml/2006/main" r:id="R4debead0c21c4e45"/>
            <a:extLst xmlns:a="http://schemas.openxmlformats.org/drawingml/2006/main">
              <a:ext uri="{FF2B5EF4-FFF2-40B4-BE49-F238E27FC236}">
                <a16:creationId xmlns:a16="http://schemas.microsoft.com/office/drawing/2014/main" id="{433B7999-7947-4058-B2E1-50BEE1FCE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[2] ChatOllama structured output</a:t>
            </a:r>
          </a:p>
        </p:txBody>
      </p:sp>
      <p:sp>
        <p:nvSpPr>
          <p:cNvPr id="8" name="c3-text-290">
            <a:hlinkClick xmlns:r="http://schemas.openxmlformats.org/officeDocument/2006/relationships" xmlns:a="http://schemas.openxmlformats.org/drawingml/2006/main" r:id="R74ad086b19d54065"/>
            <a:extLst xmlns:a="http://schemas.openxmlformats.org/drawingml/2006/main">
              <a:ext uri="{FF2B5EF4-FFF2-40B4-BE49-F238E27FC236}">
                <a16:creationId xmlns:a16="http://schemas.microsoft.com/office/drawing/2014/main" id="{C1A4A3F0-65C2-4BF7-A764-D6DEA4D46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908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with_structured_output and its methods</a:t>
            </a:r>
          </a:p>
        </p:txBody>
      </p:sp>
      <p:sp>
        <p:nvSpPr>
          <p:cNvPr id="9" name="c3-shape-291">
            <a:extLst xmlns:a="http://schemas.openxmlformats.org/drawingml/2006/main">
              <a:ext uri="{FF2B5EF4-FFF2-40B4-BE49-F238E27FC236}">
                <a16:creationId xmlns:a16="http://schemas.microsoft.com/office/drawing/2014/main" id="{67B35BC2-51A1-4775-9C51-EEDF86BFF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1942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0" name="c3-text-292">
            <a:hlinkClick xmlns:r="http://schemas.openxmlformats.org/officeDocument/2006/relationships" xmlns:a="http://schemas.openxmlformats.org/drawingml/2006/main" r:id="R0585dd0a353d4fa8"/>
            <a:extLst xmlns:a="http://schemas.openxmlformats.org/drawingml/2006/main">
              <a:ext uri="{FF2B5EF4-FFF2-40B4-BE49-F238E27FC236}">
                <a16:creationId xmlns:a16="http://schemas.microsoft.com/office/drawing/2014/main" id="{B30F27CE-844D-4006-99D3-1A4D288B1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[3] Chat prompt templates</a:t>
            </a:r>
          </a:p>
        </p:txBody>
      </p:sp>
      <p:sp>
        <p:nvSpPr>
          <p:cNvPr id="11" name="c3-text-293">
            <a:hlinkClick xmlns:r="http://schemas.openxmlformats.org/officeDocument/2006/relationships" xmlns:a="http://schemas.openxmlformats.org/drawingml/2006/main" r:id="R259b6b40ecda48b8"/>
            <a:extLst xmlns:a="http://schemas.openxmlformats.org/drawingml/2006/main">
              <a:ext uri="{FF2B5EF4-FFF2-40B4-BE49-F238E27FC236}">
                <a16:creationId xmlns:a16="http://schemas.microsoft.com/office/drawing/2014/main" id="{1929159A-0C4A-4469-A439-B9BE56BAA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System templates and message placeholders</a:t>
            </a:r>
          </a:p>
        </p:txBody>
      </p:sp>
      <p:sp>
        <p:nvSpPr>
          <p:cNvPr id="12" name="c3-shape-294">
            <a:extLst xmlns:a="http://schemas.openxmlformats.org/drawingml/2006/main">
              <a:ext uri="{FF2B5EF4-FFF2-40B4-BE49-F238E27FC236}">
                <a16:creationId xmlns:a16="http://schemas.microsoft.com/office/drawing/2014/main" id="{E54C1978-0C41-453D-8051-3DA94EB6E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04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text-295">
            <a:hlinkClick xmlns:r="http://schemas.openxmlformats.org/officeDocument/2006/relationships" xmlns:a="http://schemas.openxmlformats.org/drawingml/2006/main" r:id="Rad5ede0e0b464c4d"/>
            <a:extLst xmlns:a="http://schemas.openxmlformats.org/drawingml/2006/main">
              <a:ext uri="{FF2B5EF4-FFF2-40B4-BE49-F238E27FC236}">
                <a16:creationId xmlns:a16="http://schemas.microsoft.com/office/drawing/2014/main" id="{6F6C07A8-B1A5-4E95-8975-B5B9A7E16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[4] LangGraph tool loop</a:t>
            </a:r>
          </a:p>
        </p:txBody>
      </p:sp>
      <p:sp>
        <p:nvSpPr>
          <p:cNvPr id="14" name="c3-text-296">
            <a:hlinkClick xmlns:r="http://schemas.openxmlformats.org/officeDocument/2006/relationships" xmlns:a="http://schemas.openxmlformats.org/drawingml/2006/main" r:id="R56898fd93f5749c9"/>
            <a:extLst xmlns:a="http://schemas.openxmlformats.org/drawingml/2006/main">
              <a:ext uri="{FF2B5EF4-FFF2-40B4-BE49-F238E27FC236}">
                <a16:creationId xmlns:a16="http://schemas.microsoft.com/office/drawing/2014/main" id="{FB362390-310B-430F-99E9-7AB7AFD2F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Model decisions, tools and tool results</a:t>
            </a:r>
          </a:p>
        </p:txBody>
      </p:sp>
      <p:sp>
        <p:nvSpPr>
          <p:cNvPr id="15" name="c3-text-297">
            <a:hlinkClick xmlns:r="http://schemas.openxmlformats.org/officeDocument/2006/relationships" xmlns:a="http://schemas.openxmlformats.org/drawingml/2006/main" r:id="R4639fc620cc344dc"/>
            <a:extLst xmlns:a="http://schemas.openxmlformats.org/drawingml/2006/main">
              <a:ext uri="{FF2B5EF4-FFF2-40B4-BE49-F238E27FC236}">
                <a16:creationId xmlns:a16="http://schemas.microsoft.com/office/drawing/2014/main" id="{28B18646-99B1-4742-94D7-7B6840B91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049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[5] Codex in VS Code</a:t>
            </a:r>
          </a:p>
        </p:txBody>
      </p:sp>
      <p:sp>
        <p:nvSpPr>
          <p:cNvPr id="16" name="c3-text-298">
            <a:hlinkClick xmlns:r="http://schemas.openxmlformats.org/officeDocument/2006/relationships" xmlns:a="http://schemas.openxmlformats.org/drawingml/2006/main" r:id="R1ee89e38d1d14fa7"/>
            <a:extLst xmlns:a="http://schemas.openxmlformats.org/drawingml/2006/main">
              <a:ext uri="{FF2B5EF4-FFF2-40B4-BE49-F238E27FC236}">
                <a16:creationId xmlns:a16="http://schemas.microsoft.com/office/drawing/2014/main" id="{6E7654EB-5756-47E7-9F9F-EBD2126B4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8097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Extension installation and editor workflow</a:t>
            </a:r>
          </a:p>
        </p:txBody>
      </p:sp>
      <p:sp>
        <p:nvSpPr>
          <p:cNvPr id="17" name="c3-shape-299">
            <a:extLst xmlns:a="http://schemas.openxmlformats.org/drawingml/2006/main">
              <a:ext uri="{FF2B5EF4-FFF2-40B4-BE49-F238E27FC236}">
                <a16:creationId xmlns:a16="http://schemas.microsoft.com/office/drawing/2014/main" id="{6BABE45D-8D24-4FE5-AACD-74F01C1E3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2383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8" name="c3-text-300">
            <a:hlinkClick xmlns:r="http://schemas.openxmlformats.org/officeDocument/2006/relationships" xmlns:a="http://schemas.openxmlformats.org/drawingml/2006/main" r:id="Rc8c139c8c94d452d"/>
            <a:extLst xmlns:a="http://schemas.openxmlformats.org/drawingml/2006/main">
              <a:ext uri="{FF2B5EF4-FFF2-40B4-BE49-F238E27FC236}">
                <a16:creationId xmlns:a16="http://schemas.microsoft.com/office/drawing/2014/main" id="{133DBF6D-0C14-4577-BDDF-F12C36625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2860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[6] Claude Code</a:t>
            </a:r>
          </a:p>
        </p:txBody>
      </p:sp>
      <p:sp>
        <p:nvSpPr>
          <p:cNvPr id="19" name="c3-text-301">
            <a:hlinkClick xmlns:r="http://schemas.openxmlformats.org/officeDocument/2006/relationships" xmlns:a="http://schemas.openxmlformats.org/drawingml/2006/main" r:id="R5a1e60808ea7482a"/>
            <a:extLst xmlns:a="http://schemas.openxmlformats.org/drawingml/2006/main">
              <a:ext uri="{FF2B5EF4-FFF2-40B4-BE49-F238E27FC236}">
                <a16:creationId xmlns:a16="http://schemas.microsoft.com/office/drawing/2014/main" id="{3E009703-F2F4-4836-9BB1-6AC5CA5AA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5908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Coding agent overview</a:t>
            </a:r>
          </a:p>
        </p:txBody>
      </p:sp>
      <p:sp>
        <p:nvSpPr>
          <p:cNvPr id="20" name="c3-shape-302">
            <a:extLst xmlns:a="http://schemas.openxmlformats.org/drawingml/2006/main">
              <a:ext uri="{FF2B5EF4-FFF2-40B4-BE49-F238E27FC236}">
                <a16:creationId xmlns:a16="http://schemas.microsoft.com/office/drawing/2014/main" id="{0D20E9C7-31C8-4AC4-9FB5-63AF35A64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1942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21" name="c3-text-303">
            <a:hlinkClick xmlns:r="http://schemas.openxmlformats.org/officeDocument/2006/relationships" xmlns:a="http://schemas.openxmlformats.org/drawingml/2006/main" r:id="Rfa61d79d9af54847"/>
            <a:extLst xmlns:a="http://schemas.openxmlformats.org/drawingml/2006/main">
              <a:ext uri="{FF2B5EF4-FFF2-40B4-BE49-F238E27FC236}">
                <a16:creationId xmlns:a16="http://schemas.microsoft.com/office/drawing/2014/main" id="{59729D3C-DEB5-42F8-86D1-23507B8FF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670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[7] OpenWeather current weather</a:t>
            </a:r>
          </a:p>
        </p:txBody>
      </p:sp>
      <p:sp>
        <p:nvSpPr>
          <p:cNvPr id="22" name="c3-text-304">
            <a:hlinkClick xmlns:r="http://schemas.openxmlformats.org/officeDocument/2006/relationships" xmlns:a="http://schemas.openxmlformats.org/drawingml/2006/main" r:id="Rce8c6279882641df"/>
            <a:extLst xmlns:a="http://schemas.openxmlformats.org/drawingml/2006/main">
              <a:ext uri="{FF2B5EF4-FFF2-40B4-BE49-F238E27FC236}">
                <a16:creationId xmlns:a16="http://schemas.microsoft.com/office/drawing/2014/main" id="{E5DCD677-75A6-4BBE-8A3C-2587B27D5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3718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Current conditions and metric units</a:t>
            </a:r>
          </a:p>
        </p:txBody>
      </p:sp>
      <p:sp>
        <p:nvSpPr>
          <p:cNvPr id="23" name="c3-shape-305">
            <a:extLst xmlns:a="http://schemas.openxmlformats.org/drawingml/2006/main">
              <a:ext uri="{FF2B5EF4-FFF2-40B4-BE49-F238E27FC236}">
                <a16:creationId xmlns:a16="http://schemas.microsoft.com/office/drawing/2014/main" id="{72BBFA0C-DF02-44E1-8299-57CC66ED4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8004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24" name="c3-text-306">
            <a:hlinkClick xmlns:r="http://schemas.openxmlformats.org/officeDocument/2006/relationships" xmlns:a="http://schemas.openxmlformats.org/drawingml/2006/main" r:id="Raaa201ce87b34e16"/>
            <a:extLst xmlns:a="http://schemas.openxmlformats.org/drawingml/2006/main">
              <a:ext uri="{FF2B5EF4-FFF2-40B4-BE49-F238E27FC236}">
                <a16:creationId xmlns:a16="http://schemas.microsoft.com/office/drawing/2014/main" id="{6BE9B282-DA72-4F9B-871D-B239FB455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8481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[8] OpenWeather geocoding</a:t>
            </a:r>
          </a:p>
        </p:txBody>
      </p:sp>
      <p:sp>
        <p:nvSpPr>
          <p:cNvPr id="25" name="c3-text-307">
            <a:hlinkClick xmlns:r="http://schemas.openxmlformats.org/officeDocument/2006/relationships" xmlns:a="http://schemas.openxmlformats.org/drawingml/2006/main" r:id="Rd8c9e226cb59446e"/>
            <a:extLst xmlns:a="http://schemas.openxmlformats.org/drawingml/2006/main">
              <a:ext uri="{FF2B5EF4-FFF2-40B4-BE49-F238E27FC236}">
                <a16:creationId xmlns:a16="http://schemas.microsoft.com/office/drawing/2014/main" id="{EF706D23-2618-4E96-B376-F9E11F3E5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1529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City names to coordinates</a:t>
            </a:r>
          </a:p>
        </p:txBody>
      </p:sp>
      <p:sp>
        <p:nvSpPr>
          <p:cNvPr id="26" name="c3-text-356">
            <a:extLst xmlns:a="http://schemas.openxmlformats.org/drawingml/2006/main">
              <a:ext uri="{FF2B5EF4-FFF2-40B4-BE49-F238E27FC236}">
                <a16:creationId xmlns:a16="http://schemas.microsoft.com/office/drawing/2014/main" id="{8B904783-723A-40F3-B9A7-4F39A139F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657199483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c3-text-308">
            <a:extLst xmlns:a="http://schemas.openxmlformats.org/drawingml/2006/main">
              <a:ext uri="{FF2B5EF4-FFF2-40B4-BE49-F238E27FC236}">
                <a16:creationId xmlns:a16="http://schemas.microsoft.com/office/drawing/2014/main" id="{12B625F4-0833-4AC9-89EE-0335C3758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309">
            <a:extLst xmlns:a="http://schemas.openxmlformats.org/drawingml/2006/main">
              <a:ext uri="{FF2B5EF4-FFF2-40B4-BE49-F238E27FC236}">
                <a16:creationId xmlns:a16="http://schemas.microsoft.com/office/drawing/2014/main" id="{01DAA109-CC9A-4627-8668-BB27932D6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References (continued)</a:t>
            </a:r>
          </a:p>
        </p:txBody>
      </p:sp>
      <p:sp>
        <p:nvSpPr>
          <p:cNvPr id="3" name="c3-text-310">
            <a:extLst xmlns:a="http://schemas.openxmlformats.org/drawingml/2006/main">
              <a:ext uri="{FF2B5EF4-FFF2-40B4-BE49-F238E27FC236}">
                <a16:creationId xmlns:a16="http://schemas.microsoft.com/office/drawing/2014/main" id="{0B897D2A-553C-4775-82BA-7406D46A2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2 · Chapter 03</a:t>
            </a:r>
          </a:p>
        </p:txBody>
      </p:sp>
      <p:sp>
        <p:nvSpPr>
          <p:cNvPr id="4" name="c3-text-311">
            <a:hlinkClick xmlns:r="http://schemas.openxmlformats.org/officeDocument/2006/relationships" xmlns:a="http://schemas.openxmlformats.org/drawingml/2006/main" r:id="R5893385142d24a9b"/>
            <a:extLst xmlns:a="http://schemas.openxmlformats.org/drawingml/2006/main">
              <a:ext uri="{FF2B5EF4-FFF2-40B4-BE49-F238E27FC236}">
                <a16:creationId xmlns:a16="http://schemas.microsoft.com/office/drawing/2014/main" id="{631DC38F-4E44-479B-A1DE-89DC7463A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[9] OpenWeather icons</a:t>
            </a:r>
          </a:p>
        </p:txBody>
      </p:sp>
      <p:sp>
        <p:nvSpPr>
          <p:cNvPr id="5" name="c3-text-312">
            <a:hlinkClick xmlns:r="http://schemas.openxmlformats.org/officeDocument/2006/relationships" xmlns:a="http://schemas.openxmlformats.org/drawingml/2006/main" r:id="R2ee2dc3367954a9d"/>
            <a:extLst xmlns:a="http://schemas.openxmlformats.org/drawingml/2006/main">
              <a:ext uri="{FF2B5EF4-FFF2-40B4-BE49-F238E27FC236}">
                <a16:creationId xmlns:a16="http://schemas.microsoft.com/office/drawing/2014/main" id="{1E05A3C0-8645-4F92-B81E-73422A4E3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Weather codes and condition icons</a:t>
            </a:r>
          </a:p>
        </p:txBody>
      </p:sp>
      <p:sp>
        <p:nvSpPr>
          <p:cNvPr id="6" name="c3-shape-313">
            <a:extLst xmlns:a="http://schemas.openxmlformats.org/drawingml/2006/main">
              <a:ext uri="{FF2B5EF4-FFF2-40B4-BE49-F238E27FC236}">
                <a16:creationId xmlns:a16="http://schemas.microsoft.com/office/drawing/2014/main" id="{7B5E0399-9D4C-4924-9196-9E3331C73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7" name="c3-text-314">
            <a:hlinkClick xmlns:r="http://schemas.openxmlformats.org/officeDocument/2006/relationships" xmlns:a="http://schemas.openxmlformats.org/drawingml/2006/main" r:id="Ra5fe75ee74f64ae9"/>
            <a:extLst xmlns:a="http://schemas.openxmlformats.org/drawingml/2006/main">
              <a:ext uri="{FF2B5EF4-FFF2-40B4-BE49-F238E27FC236}">
                <a16:creationId xmlns:a16="http://schemas.microsoft.com/office/drawing/2014/main" id="{89E81B49-929B-4FC7-89F9-3E1CED102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[10] OpenWeather account and keys</a:t>
            </a:r>
          </a:p>
        </p:txBody>
      </p:sp>
      <p:sp>
        <p:nvSpPr>
          <p:cNvPr id="8" name="c3-text-315">
            <a:hlinkClick xmlns:r="http://schemas.openxmlformats.org/officeDocument/2006/relationships" xmlns:a="http://schemas.openxmlformats.org/drawingml/2006/main" r:id="R1f62cbacc6484266"/>
            <a:extLst xmlns:a="http://schemas.openxmlformats.org/drawingml/2006/main">
              <a:ext uri="{FF2B5EF4-FFF2-40B4-BE49-F238E27FC236}">
                <a16:creationId xmlns:a16="http://schemas.microsoft.com/office/drawing/2014/main" id="{9EF52CB7-97BF-4C00-917F-85F62355E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908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Registration, email verification and activation</a:t>
            </a:r>
          </a:p>
        </p:txBody>
      </p:sp>
      <p:sp>
        <p:nvSpPr>
          <p:cNvPr id="9" name="c3-shape-316">
            <a:extLst xmlns:a="http://schemas.openxmlformats.org/drawingml/2006/main">
              <a:ext uri="{FF2B5EF4-FFF2-40B4-BE49-F238E27FC236}">
                <a16:creationId xmlns:a16="http://schemas.microsoft.com/office/drawing/2014/main" id="{5C12838E-0950-4956-B05E-9A09D65F8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1942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0" name="c3-text-317">
            <a:hlinkClick xmlns:r="http://schemas.openxmlformats.org/officeDocument/2006/relationships" xmlns:a="http://schemas.openxmlformats.org/drawingml/2006/main" r:id="Rc46fc70714804c39"/>
            <a:extLst xmlns:a="http://schemas.openxmlformats.org/drawingml/2006/main">
              <a:ext uri="{FF2B5EF4-FFF2-40B4-BE49-F238E27FC236}">
                <a16:creationId xmlns:a16="http://schemas.microsoft.com/office/drawing/2014/main" id="{32015256-AF88-4F97-8440-1729E66E9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[11] OpenWeather free access</a:t>
            </a:r>
          </a:p>
        </p:txBody>
      </p:sp>
      <p:sp>
        <p:nvSpPr>
          <p:cNvPr id="11" name="c3-text-318">
            <a:hlinkClick xmlns:r="http://schemas.openxmlformats.org/officeDocument/2006/relationships" xmlns:a="http://schemas.openxmlformats.org/drawingml/2006/main" r:id="Rf38173c393a84e77"/>
            <a:extLst xmlns:a="http://schemas.openxmlformats.org/drawingml/2006/main">
              <a:ext uri="{FF2B5EF4-FFF2-40B4-BE49-F238E27FC236}">
                <a16:creationId xmlns:a16="http://schemas.microsoft.com/office/drawing/2014/main" id="{5432FB3E-4AED-4FBA-970E-183D16859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Current Weather and Geocoding availability</a:t>
            </a:r>
          </a:p>
        </p:txBody>
      </p:sp>
      <p:sp>
        <p:nvSpPr>
          <p:cNvPr id="12" name="c3-shape-319">
            <a:extLst xmlns:a="http://schemas.openxmlformats.org/drawingml/2006/main">
              <a:ext uri="{FF2B5EF4-FFF2-40B4-BE49-F238E27FC236}">
                <a16:creationId xmlns:a16="http://schemas.microsoft.com/office/drawing/2014/main" id="{816CEB49-709C-4C44-A9FB-1A903C162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04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text-320">
            <a:hlinkClick xmlns:r="http://schemas.openxmlformats.org/officeDocument/2006/relationships" xmlns:a="http://schemas.openxmlformats.org/drawingml/2006/main" r:id="Rca10b02a79884ecc"/>
            <a:extLst xmlns:a="http://schemas.openxmlformats.org/drawingml/2006/main">
              <a:ext uri="{FF2B5EF4-FFF2-40B4-BE49-F238E27FC236}">
                <a16:creationId xmlns:a16="http://schemas.microsoft.com/office/drawing/2014/main" id="{FAF5EAA9-2F8C-431B-A714-308414811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[12] Claude Code in VS Code</a:t>
            </a:r>
          </a:p>
        </p:txBody>
      </p:sp>
      <p:sp>
        <p:nvSpPr>
          <p:cNvPr id="14" name="c3-text-321">
            <a:hlinkClick xmlns:r="http://schemas.openxmlformats.org/officeDocument/2006/relationships" xmlns:a="http://schemas.openxmlformats.org/drawingml/2006/main" r:id="Rbe17e2717a004962"/>
            <a:extLst xmlns:a="http://schemas.openxmlformats.org/drawingml/2006/main">
              <a:ext uri="{FF2B5EF4-FFF2-40B4-BE49-F238E27FC236}">
                <a16:creationId xmlns:a16="http://schemas.microsoft.com/office/drawing/2014/main" id="{2EE1E29C-5E55-4EE9-8519-1C82A2078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Extension, editor context and reviewing edits</a:t>
            </a:r>
          </a:p>
        </p:txBody>
      </p:sp>
      <p:sp>
        <p:nvSpPr>
          <p:cNvPr id="15" name="c3-text-322">
            <a:hlinkClick xmlns:r="http://schemas.openxmlformats.org/officeDocument/2006/relationships" xmlns:a="http://schemas.openxmlformats.org/drawingml/2006/main" r:id="R8a91cdf5e4874c14"/>
            <a:extLst xmlns:a="http://schemas.openxmlformats.org/drawingml/2006/main">
              <a:ext uri="{FF2B5EF4-FFF2-40B4-BE49-F238E27FC236}">
                <a16:creationId xmlns:a16="http://schemas.microsoft.com/office/drawing/2014/main" id="{675CD80F-3117-49D6-B19B-09691249B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049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[13] Codex extension</a:t>
            </a:r>
          </a:p>
        </p:txBody>
      </p:sp>
      <p:sp>
        <p:nvSpPr>
          <p:cNvPr id="16" name="c3-text-323">
            <a:hlinkClick xmlns:r="http://schemas.openxmlformats.org/officeDocument/2006/relationships" xmlns:a="http://schemas.openxmlformats.org/drawingml/2006/main" r:id="R8a5506d071ee4c10"/>
            <a:extLst xmlns:a="http://schemas.openxmlformats.org/drawingml/2006/main">
              <a:ext uri="{FF2B5EF4-FFF2-40B4-BE49-F238E27FC236}">
                <a16:creationId xmlns:a16="http://schemas.microsoft.com/office/drawing/2014/main" id="{F10E84D8-6FC8-469A-92A3-A5F522218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8097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Official OpenAI extension on Visual Studio Marketplace</a:t>
            </a:r>
          </a:p>
        </p:txBody>
      </p:sp>
      <p:sp>
        <p:nvSpPr>
          <p:cNvPr id="17" name="c3-shape-324">
            <a:extLst xmlns:a="http://schemas.openxmlformats.org/drawingml/2006/main">
              <a:ext uri="{FF2B5EF4-FFF2-40B4-BE49-F238E27FC236}">
                <a16:creationId xmlns:a16="http://schemas.microsoft.com/office/drawing/2014/main" id="{6949EECB-87C8-40CF-9549-E8B148E6C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2383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8" name="c3-text-325">
            <a:hlinkClick xmlns:r="http://schemas.openxmlformats.org/officeDocument/2006/relationships" xmlns:a="http://schemas.openxmlformats.org/drawingml/2006/main" r:id="Rb498be9598144dfc"/>
            <a:extLst xmlns:a="http://schemas.openxmlformats.org/drawingml/2006/main">
              <a:ext uri="{FF2B5EF4-FFF2-40B4-BE49-F238E27FC236}">
                <a16:creationId xmlns:a16="http://schemas.microsoft.com/office/drawing/2014/main" id="{B6DACDE0-3015-4648-8E09-D3AFFF1A2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2860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[14] Claude Code extension</a:t>
            </a:r>
          </a:p>
        </p:txBody>
      </p:sp>
      <p:sp>
        <p:nvSpPr>
          <p:cNvPr id="19" name="c3-text-326">
            <a:hlinkClick xmlns:r="http://schemas.openxmlformats.org/officeDocument/2006/relationships" xmlns:a="http://schemas.openxmlformats.org/drawingml/2006/main" r:id="R78d203cfb51945d6"/>
            <a:extLst xmlns:a="http://schemas.openxmlformats.org/drawingml/2006/main">
              <a:ext uri="{FF2B5EF4-FFF2-40B4-BE49-F238E27FC236}">
                <a16:creationId xmlns:a16="http://schemas.microsoft.com/office/drawing/2014/main" id="{C9605901-506C-4C7D-8892-BA643E323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5908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Official Anthropic extension on Visual Studio Marketplace</a:t>
            </a:r>
          </a:p>
        </p:txBody>
      </p:sp>
      <p:sp>
        <p:nvSpPr>
          <p:cNvPr id="20" name="c3-shape-327">
            <a:extLst xmlns:a="http://schemas.openxmlformats.org/drawingml/2006/main">
              <a:ext uri="{FF2B5EF4-FFF2-40B4-BE49-F238E27FC236}">
                <a16:creationId xmlns:a16="http://schemas.microsoft.com/office/drawing/2014/main" id="{88C790D2-7BDC-4AC3-8413-61F68CE44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1942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21" name="c3-text-357">
            <a:extLst xmlns:a="http://schemas.openxmlformats.org/drawingml/2006/main">
              <a:ext uri="{FF2B5EF4-FFF2-40B4-BE49-F238E27FC236}">
                <a16:creationId xmlns:a16="http://schemas.microsoft.com/office/drawing/2014/main" id="{BC046334-F067-405B-8A59-D60A50AFD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146831910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FFFFFF"/>
      </a:hlink>
      <a:folHlink>
        <a:srgbClr val="FFFFFF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2026-10-30T12:24:40.2450000Z</dcterms:created>
  <dcterms:modified xsi:type="dcterms:W3CDTF">2026-10-30T12:24:40.2450000Z</dcterms:modified>
</coreProperties>
</file>