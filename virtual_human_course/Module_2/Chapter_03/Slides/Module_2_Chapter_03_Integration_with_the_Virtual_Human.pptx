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  <ns0:Override PartName="/ppt/slides/slide31.xml" ContentType="application/vnd.openxmlformats-officedocument.presentationml.slide+xml"/>
  <ns0:Override PartName="/ppt/slides/slide32.xml" ContentType="application/vnd.openxmlformats-officedocument.presentationml.slide+xml"/>
  <ns0:Override PartName="/ppt/slides/slide33.xml" ContentType="application/vnd.openxmlformats-officedocument.presentationml.slide+xml"/>
  <ns0:Override PartName="/ppt/slides/slide34.xml" ContentType="application/vnd.openxmlformats-officedocument.presentationml.slide+xml"/>
  <ns0:Override PartName="/ppt/slides/slide35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c99777d8f9464c" /><Relationship Type="http://schemas.openxmlformats.org/officeDocument/2006/relationships/extended-properties" Target="/docProps/app.xml" Id="R3e04c7b17a614642" /><Relationship Type="http://schemas.openxmlformats.org/officeDocument/2006/relationships/officeDocument" Target="/ppt/presentation.xml" Id="R0759f97cdb674f4c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f7fee4a5b819409f"/>
  </ns0:sldMasterIdLst>
  <ns0:sldIdLst>
    <ns0:sldId id="256" ns1:id="Re4486c7d8fa34363"/>
    <ns0:sldId id="257" ns1:id="Rb5c55b120eed4fa7"/>
    <ns0:sldId id="258" ns1:id="R06bf3097895846e0"/>
    <ns0:sldId id="259" ns1:id="R6945acffef7a4866"/>
    <ns0:sldId id="260" ns1:id="R877d412cc97e44ea"/>
    <ns0:sldId id="261" ns1:id="Rc07a6151ac3746de"/>
    <ns0:sldId id="262" ns1:id="R7bdd086ef6ce44c4"/>
    <ns0:sldId id="263" ns1:id="R175d809dec134421"/>
    <ns0:sldId id="264" ns1:id="R75adf6d009014d64"/>
    <ns0:sldId id="265" ns1:id="R6b98fc5d743d48f6"/>
    <ns0:sldId id="266" ns1:id="Re9c9d19530c343d3"/>
    <ns0:sldId id="267" ns1:id="R82ed11659c3d478b"/>
    <ns0:sldId id="268" ns1:id="Raf6599a179a34ca1"/>
    <ns0:sldId id="269" ns1:id="R3e5833d6c95e4cf9"/>
    <ns0:sldId id="270" ns1:id="Rdf81ba46353f4961"/>
    <ns0:sldId id="271" ns1:id="R1790028873b244d4"/>
    <ns0:sldId id="272" ns1:id="Ra790e5a73b264f0f"/>
    <ns0:sldId id="273" ns1:id="R982f2cc003004636"/>
    <ns0:sldId id="274" ns1:id="R202a5c937bec4920"/>
    <ns0:sldId id="275" ns1:id="Rf657dd391d4e42dd"/>
    <ns0:sldId id="276" ns1:id="Rfab0c54c17894367"/>
    <ns0:sldId id="277" ns1:id="R055f1f3996cd4cf2"/>
    <ns0:sldId id="278" ns1:id="Rab740098cd184ae3"/>
    <ns0:sldId id="279" ns1:id="R9739369406a6480d"/>
    <ns0:sldId id="280" ns1:id="R253db877b6d34ae4"/>
    <ns0:sldId id="281" ns1:id="R1fd8d643d6ce4302"/>
    <ns0:sldId id="282" ns1:id="Rd78e001d3c9e4e92"/>
    <ns0:sldId id="283" ns1:id="Rab0fc61e11a444bd"/>
    <ns0:sldId id="284" ns1:id="R4ba3b7e39c0b41af"/>
    <ns0:sldId id="285" ns1:id="R07b3fc8e0051422a"/>
    <ns0:sldId id="286" ns1:id="Rff4c52f9109e4338"/>
    <ns0:sldId id="287" ns1:id="R546fdd67edf6493a"/>
    <ns0:sldId id="288" ns1:id="R1872d58f43c14d12"/>
    <ns0:sldId id="289" ns1:id="R9940e01990d64dea"/>
    <ns0:sldId id="290" ns1:id="Rd62dd2f821ba439a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a270c68a30ff42ac" /><ns0:Relationship Type="http://schemas.openxmlformats.org/officeDocument/2006/relationships/slideMaster" Target="/ppt/slideMasters/slideMaster1.xml" Id="Rf7fee4a5b819409f" /><ns0:Relationship Type="http://schemas.openxmlformats.org/officeDocument/2006/relationships/presProps" Target="/ppt/presProps.xml" Id="R2cb5432cbb334ad9" /><ns0:Relationship Type="http://schemas.openxmlformats.org/officeDocument/2006/relationships/viewProps" Target="/ppt/viewProps.xml" Id="R1a4ab85b394c42a7" /><ns0:Relationship Type="http://schemas.openxmlformats.org/officeDocument/2006/relationships/tableStyles" Target="/ppt/tableStyles.xml" Id="R693f330470754324" /><ns0:Relationship Type="http://schemas.openxmlformats.org/officeDocument/2006/relationships/slide" Target="/ppt/slides/slide1.xml" Id="Re4486c7d8fa34363" /><ns0:Relationship Type="http://schemas.openxmlformats.org/officeDocument/2006/relationships/slide" Target="/ppt/slides/slide2.xml" Id="Rb5c55b120eed4fa7" /><ns0:Relationship Type="http://schemas.openxmlformats.org/officeDocument/2006/relationships/slide" Target="/ppt/slides/slide3.xml" Id="R06bf3097895846e0" /><ns0:Relationship Type="http://schemas.openxmlformats.org/officeDocument/2006/relationships/slide" Target="/ppt/slides/slide4.xml" Id="R6945acffef7a4866" /><ns0:Relationship Type="http://schemas.openxmlformats.org/officeDocument/2006/relationships/slide" Target="/ppt/slides/slide5.xml" Id="R877d412cc97e44ea" /><ns0:Relationship Type="http://schemas.openxmlformats.org/officeDocument/2006/relationships/slide" Target="/ppt/slides/slide6.xml" Id="Rc07a6151ac3746de" /><ns0:Relationship Type="http://schemas.openxmlformats.org/officeDocument/2006/relationships/slide" Target="/ppt/slides/slide7.xml" Id="R7bdd086ef6ce44c4" /><ns0:Relationship Type="http://schemas.openxmlformats.org/officeDocument/2006/relationships/slide" Target="/ppt/slides/slide8.xml" Id="R175d809dec134421" /><ns0:Relationship Type="http://schemas.openxmlformats.org/officeDocument/2006/relationships/slide" Target="/ppt/slides/slide9.xml" Id="R75adf6d009014d64" /><ns0:Relationship Type="http://schemas.openxmlformats.org/officeDocument/2006/relationships/slide" Target="/ppt/slides/slide10.xml" Id="R6b98fc5d743d48f6" /><ns0:Relationship Type="http://schemas.openxmlformats.org/officeDocument/2006/relationships/slide" Target="/ppt/slides/slide11.xml" Id="Re9c9d19530c343d3" /><ns0:Relationship Type="http://schemas.openxmlformats.org/officeDocument/2006/relationships/slide" Target="/ppt/slides/slide12.xml" Id="R82ed11659c3d478b" /><ns0:Relationship Type="http://schemas.openxmlformats.org/officeDocument/2006/relationships/slide" Target="/ppt/slides/slide13.xml" Id="Raf6599a179a34ca1" /><ns0:Relationship Type="http://schemas.openxmlformats.org/officeDocument/2006/relationships/slide" Target="/ppt/slides/slide14.xml" Id="R3e5833d6c95e4cf9" /><ns0:Relationship Type="http://schemas.openxmlformats.org/officeDocument/2006/relationships/slide" Target="/ppt/slides/slide15.xml" Id="Rdf81ba46353f4961" /><ns0:Relationship Type="http://schemas.openxmlformats.org/officeDocument/2006/relationships/slide" Target="/ppt/slides/slide16.xml" Id="R1790028873b244d4" /><ns0:Relationship Type="http://schemas.openxmlformats.org/officeDocument/2006/relationships/slide" Target="/ppt/slides/slide17.xml" Id="Ra790e5a73b264f0f" /><ns0:Relationship Type="http://schemas.openxmlformats.org/officeDocument/2006/relationships/slide" Target="/ppt/slides/slide18.xml" Id="R982f2cc003004636" /><ns0:Relationship Type="http://schemas.openxmlformats.org/officeDocument/2006/relationships/slide" Target="/ppt/slides/slide19.xml" Id="R202a5c937bec4920" /><ns0:Relationship Type="http://schemas.openxmlformats.org/officeDocument/2006/relationships/slide" Target="/ppt/slides/slide20.xml" Id="Rf657dd391d4e42dd" /><ns0:Relationship Type="http://schemas.openxmlformats.org/officeDocument/2006/relationships/slide" Target="/ppt/slides/slide21.xml" Id="Rfab0c54c17894367" /><ns0:Relationship Type="http://schemas.openxmlformats.org/officeDocument/2006/relationships/slide" Target="/ppt/slides/slide22.xml" Id="R055f1f3996cd4cf2" /><ns0:Relationship Type="http://schemas.openxmlformats.org/officeDocument/2006/relationships/slide" Target="/ppt/slides/slide23.xml" Id="Rab740098cd184ae3" /><ns0:Relationship Type="http://schemas.openxmlformats.org/officeDocument/2006/relationships/slide" Target="/ppt/slides/slide24.xml" Id="R9739369406a6480d" /><ns0:Relationship Type="http://schemas.openxmlformats.org/officeDocument/2006/relationships/slide" Target="/ppt/slides/slide25.xml" Id="R253db877b6d34ae4" /><ns0:Relationship Type="http://schemas.openxmlformats.org/officeDocument/2006/relationships/slide" Target="/ppt/slides/slide26.xml" Id="R1fd8d643d6ce4302" /><ns0:Relationship Type="http://schemas.openxmlformats.org/officeDocument/2006/relationships/slide" Target="/ppt/slides/slide27.xml" Id="Rd78e001d3c9e4e92" /><ns0:Relationship Type="http://schemas.openxmlformats.org/officeDocument/2006/relationships/slide" Target="/ppt/slides/slide28.xml" Id="Rab0fc61e11a444bd" /><ns0:Relationship Type="http://schemas.openxmlformats.org/officeDocument/2006/relationships/slide" Target="/ppt/slides/slide29.xml" Id="R4ba3b7e39c0b41af" /><ns0:Relationship Type="http://schemas.openxmlformats.org/officeDocument/2006/relationships/slide" Target="/ppt/slides/slide30.xml" Id="R07b3fc8e0051422a" /><ns0:Relationship Type="http://schemas.openxmlformats.org/officeDocument/2006/relationships/slide" Target="/ppt/slides/slide31.xml" Id="Rff4c52f9109e4338" /><ns0:Relationship Type="http://schemas.openxmlformats.org/officeDocument/2006/relationships/slide" Target="/ppt/slides/slide32.xml" Id="R546fdd67edf6493a" /><ns0:Relationship Type="http://schemas.openxmlformats.org/officeDocument/2006/relationships/slide" Target="/ppt/slides/slide33.xml" Id="R1872d58f43c14d12" /><ns0:Relationship Type="http://schemas.openxmlformats.org/officeDocument/2006/relationships/slide" Target="/ppt/slides/slide34.xml" Id="R9940e01990d64dea" /><ns0:Relationship Type="http://schemas.openxmlformats.org/officeDocument/2006/relationships/slide" Target="/ppt/slides/slide35.xml" Id="Rd62dd2f821ba439a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6afe08951741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f8f7f7fb3c409d" /><Relationship Type="http://schemas.openxmlformats.org/officeDocument/2006/relationships/image" Target="/ppt/media/image.jpeg" Id="R1075550f8054407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2d95f631b40fa" /><Relationship Type="http://schemas.openxmlformats.org/officeDocument/2006/relationships/image" Target="/ppt/media/image.png" Id="R63be80e9d0fa40e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369c26519b4c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b2628455444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72e8cb51de423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f4fffac9e6416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9eeba83f414c9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5550f8054407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e80e9d0fa40e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7b34358f7d421e" /><Relationship Type="http://schemas.openxmlformats.org/officeDocument/2006/relationships/slideLayout" Target="/ppt/slideLayouts/slideLayout1.xml" Id="R60c36f3c96314fa1" /><Relationship Type="http://schemas.openxmlformats.org/officeDocument/2006/relationships/slideLayout" Target="/ppt/slideLayouts/slideLayout2.xml" Id="Rc2028ab8dd344513" /><Relationship Type="http://schemas.openxmlformats.org/officeDocument/2006/relationships/slideLayout" Target="/ppt/slideLayouts/slideLayout3.xml" Id="R16398809b09d43f2" /><Relationship Type="http://schemas.openxmlformats.org/officeDocument/2006/relationships/slideLayout" Target="/ppt/slideLayouts/slideLayout4.xml" Id="R8f0d78cca5844567" /><Relationship Type="http://schemas.openxmlformats.org/officeDocument/2006/relationships/slideLayout" Target="/ppt/slideLayouts/slideLayout5.xml" Id="Rde901f25caf342b4" /><Relationship Type="http://schemas.openxmlformats.org/officeDocument/2006/relationships/slideLayout" Target="/ppt/slideLayouts/slideLayout6.xml" Id="Rbc9783ccf35b4d30" /><Relationship Type="http://schemas.openxmlformats.org/officeDocument/2006/relationships/slideLayout" Target="/ppt/slideLayouts/slideLayout7.xml" Id="Rf85cfc42624b44fd" /><Relationship Type="http://schemas.openxmlformats.org/officeDocument/2006/relationships/slideLayout" Target="/ppt/slideLayouts/slideLayout8.xml" Id="Rf492acf27a034b5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c36f3c96314fa1"/>
    <p:sldLayoutId xmlns:r="http://schemas.openxmlformats.org/officeDocument/2006/relationships" id="2147483650" r:id="Rc2028ab8dd344513"/>
    <p:sldLayoutId xmlns:r="http://schemas.openxmlformats.org/officeDocument/2006/relationships" id="2147483651" r:id="R16398809b09d43f2"/>
    <p:sldLayoutId xmlns:r="http://schemas.openxmlformats.org/officeDocument/2006/relationships" id="2147483652" r:id="R8f0d78cca5844567"/>
    <p:sldLayoutId xmlns:r="http://schemas.openxmlformats.org/officeDocument/2006/relationships" id="2147483653" r:id="Rde901f25caf342b4"/>
    <p:sldLayoutId xmlns:r="http://schemas.openxmlformats.org/officeDocument/2006/relationships" id="2147483654" r:id="Rbc9783ccf35b4d30"/>
    <p:sldLayoutId xmlns:r="http://schemas.openxmlformats.org/officeDocument/2006/relationships" id="2147483655" r:id="Rf85cfc42624b44fd"/>
    <p:sldLayoutId xmlns:r="http://schemas.openxmlformats.org/officeDocument/2006/relationships" id="2147483656" r:id="Rf492acf27a034b5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05bcae925fda4cc4" /><ns0:Relationship Type="http://schemas.openxmlformats.org/officeDocument/2006/relationships/image" Target="/ppt/media/image2.png" Id="Rc16d509d16f04dba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b1813742464550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23ab73bd9243b5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b96d38a8ee4d05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25419f2d3a046ea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28ca8c3ed04c59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645457a965415b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5d47f3522564db5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f94abe3b0844a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87071d0d7284586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e6128c0f494ca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277855eca534c6e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e8dd02c40548a1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67e44bfad8435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a386f38a0142c3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12b714ca7e47c8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246d969943406c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3a4617784649d1" /><ns0:Relationship Type="http://schemas.openxmlformats.org/officeDocument/2006/relationships/hyperlink" Target="https://home.openweathermap.org/users/sign_up" TargetMode="External" Id="R40229dffcd44465d" /><ns0:Relationship Type="http://schemas.openxmlformats.org/officeDocument/2006/relationships/hyperlink" Target="https://home.openweathermap.org/api_keys" TargetMode="External" Id="Rf88e4165ea4e484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40d060d50c4e5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0037f6a97d44c64" /><ns0:Relationship Type="http://schemas.openxmlformats.org/officeDocument/2006/relationships/image" Target="/ppt/media/image3.png" Id="Raabf38b2b4914b3a" /><ns0:Relationship Type="http://schemas.openxmlformats.org/officeDocument/2006/relationships/image" Target="/ppt/media/image4.png" Id="R3b2e9c8e9b6a44e3" /><ns0:Relationship Type="http://schemas.openxmlformats.org/officeDocument/2006/relationships/hyperlink" Target="https://claude.com/claude-code" TargetMode="External" Id="R6ed0257ca3c14448" /><ns0:Relationship Type="http://schemas.openxmlformats.org/officeDocument/2006/relationships/hyperlink" Target="https://openai.com/codex/" TargetMode="External" Id="Rd99d14d445194fcf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7aec7a8342404d" /><ns0:Relationship Type="http://schemas.openxmlformats.org/officeDocument/2006/relationships/hyperlink" Target="https://marketplace.visualstudio.com/items?itemName=OpenAI.chatgpt" TargetMode="External" Id="R2e49b8872ac7483b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18efe700074e5c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a5b2d5ade94003" /><ns0:Relationship Type="http://schemas.openxmlformats.org/officeDocument/2006/relationships/image" Target="/ppt/media/image5.png" Id="R868acc42efc544a1" /><ns0:Relationship Type="http://schemas.openxmlformats.org/officeDocument/2006/relationships/hyperlink" Target="https://arxiv.org/abs/2506.08872" TargetMode="External" Id="R70c3368813e248e1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f33a98860df495e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40f50af4df498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6cdfa5017040a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17fb0e32e14c58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64e09b755e419f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5a7f914d22417c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3a4be810cb4c2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9d11b8e35148a1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6caa7b3ffe4911" /><ns0:Relationship Type="http://schemas.openxmlformats.org/officeDocument/2006/relationships/hyperlink" Target="https://docs.langchain.com/oss/python/langgraph/persistence" TargetMode="External" Id="Ree7946ba082345c4" /><ns0:Relationship Type="http://schemas.openxmlformats.org/officeDocument/2006/relationships/hyperlink" Target="https://docs.langchain.com/oss/python/langgraph/persistence" TargetMode="External" Id="Rcd46b11c04434cb5" /><ns0:Relationship Type="http://schemas.openxmlformats.org/officeDocument/2006/relationships/hyperlink" Target="https://reference.langchain.com/python/langchain-ollama/chat_models/ChatOllama/with_structured_output" TargetMode="External" Id="Rb4207628395d420d" /><ns0:Relationship Type="http://schemas.openxmlformats.org/officeDocument/2006/relationships/hyperlink" Target="https://reference.langchain.com/python/langchain-ollama/chat_models/ChatOllama/with_structured_output" TargetMode="External" Id="Rf7eec32f26504f1c" /><ns0:Relationship Type="http://schemas.openxmlformats.org/officeDocument/2006/relationships/hyperlink" Target="https://reference.langchain.com/python/langchain-core/prompts/chat/ChatPromptTemplate" TargetMode="External" Id="Rccd8fdcaf69049f4" /><ns0:Relationship Type="http://schemas.openxmlformats.org/officeDocument/2006/relationships/hyperlink" Target="https://reference.langchain.com/python/langchain-core/prompts/chat/ChatPromptTemplate" TargetMode="External" Id="Rbfd8d62218334e64" /><ns0:Relationship Type="http://schemas.openxmlformats.org/officeDocument/2006/relationships/hyperlink" Target="https://docs.langchain.com/oss/python/langgraph/workflows-agents" TargetMode="External" Id="Re6a2d1c4a45f4df0" /><ns0:Relationship Type="http://schemas.openxmlformats.org/officeDocument/2006/relationships/hyperlink" Target="https://docs.langchain.com/oss/python/langgraph/workflows-agents" TargetMode="External" Id="R1853abb14ae542be" /><ns0:Relationship Type="http://schemas.openxmlformats.org/officeDocument/2006/relationships/hyperlink" Target="https://learn.chatgpt.com/docs/ide" TargetMode="External" Id="Rd1901ad1175c43f1" /><ns0:Relationship Type="http://schemas.openxmlformats.org/officeDocument/2006/relationships/hyperlink" Target="https://learn.chatgpt.com/docs/ide" TargetMode="External" Id="R5c49af25274f4291" /><ns0:Relationship Type="http://schemas.openxmlformats.org/officeDocument/2006/relationships/hyperlink" Target="https://code.claude.com/docs/en/overview" TargetMode="External" Id="R1212487c1d06486d" /><ns0:Relationship Type="http://schemas.openxmlformats.org/officeDocument/2006/relationships/hyperlink" Target="https://code.claude.com/docs/en/overview" TargetMode="External" Id="R6dca4bdfc8ae4e49" /><ns0:Relationship Type="http://schemas.openxmlformats.org/officeDocument/2006/relationships/hyperlink" Target="https://openweathermap.org/api/current" TargetMode="External" Id="R79bf2daf2ea24491" /><ns0:Relationship Type="http://schemas.openxmlformats.org/officeDocument/2006/relationships/hyperlink" Target="https://openweathermap.org/api/current" TargetMode="External" Id="R3a3c01597795421b" /><ns0:Relationship Type="http://schemas.openxmlformats.org/officeDocument/2006/relationships/hyperlink" Target="https://openweathermap.org/api/geocoding-api" TargetMode="External" Id="Rbfebae39313043f6" /><ns0:Relationship Type="http://schemas.openxmlformats.org/officeDocument/2006/relationships/hyperlink" Target="https://openweathermap.org/api/geocoding-api" TargetMode="External" Id="Rcf9d95dc70de4fa9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fb0a77acc34071" /><ns0:Relationship Type="http://schemas.openxmlformats.org/officeDocument/2006/relationships/hyperlink" Target="https://openweathermap.org/api/weather-conditions" TargetMode="External" Id="R4bb40b7363e543e0" /><ns0:Relationship Type="http://schemas.openxmlformats.org/officeDocument/2006/relationships/hyperlink" Target="https://openweathermap.org/api/weather-conditions" TargetMode="External" Id="R90e0637bf6df4a0e" /><ns0:Relationship Type="http://schemas.openxmlformats.org/officeDocument/2006/relationships/hyperlink" Target="https://openweathermap.org/faq" TargetMode="External" Id="Rdaa02540beee4da0" /><ns0:Relationship Type="http://schemas.openxmlformats.org/officeDocument/2006/relationships/hyperlink" Target="https://openweathermap.org/faq" TargetMode="External" Id="R17ece100f49c4f47" /><ns0:Relationship Type="http://schemas.openxmlformats.org/officeDocument/2006/relationships/hyperlink" Target="https://openweathermap.org/price" TargetMode="External" Id="Rc56a0696b2344d89" /><ns0:Relationship Type="http://schemas.openxmlformats.org/officeDocument/2006/relationships/hyperlink" Target="https://openweathermap.org/price" TargetMode="External" Id="Rb34e3a42c0ff46eb" /><ns0:Relationship Type="http://schemas.openxmlformats.org/officeDocument/2006/relationships/hyperlink" Target="https://code.claude.com/docs/en/vs-code" TargetMode="External" Id="R25196e29d6034e96" /><ns0:Relationship Type="http://schemas.openxmlformats.org/officeDocument/2006/relationships/hyperlink" Target="https://code.claude.com/docs/en/vs-code" TargetMode="External" Id="Rb0ce80198a814b3d" /><ns0:Relationship Type="http://schemas.openxmlformats.org/officeDocument/2006/relationships/hyperlink" Target="https://marketplace.visualstudio.com/items?itemName=OpenAI.chatgpt" TargetMode="External" Id="R265f944d567a4efa" /><ns0:Relationship Type="http://schemas.openxmlformats.org/officeDocument/2006/relationships/hyperlink" Target="https://marketplace.visualstudio.com/items?itemName=OpenAI.chatgpt" TargetMode="External" Id="R593db19a0adb43fc" /><ns0:Relationship Type="http://schemas.openxmlformats.org/officeDocument/2006/relationships/hyperlink" Target="https://marketplace.visualstudio.com/items?itemName=anthropic.claude-code" TargetMode="External" Id="R3e2bb9a5572b4f79" /><ns0:Relationship Type="http://schemas.openxmlformats.org/officeDocument/2006/relationships/hyperlink" Target="https://marketplace.visualstudio.com/items?itemName=anthropic.claude-code" TargetMode="External" Id="R0f238577e3444a57" /><ns0:Relationship Type="http://schemas.openxmlformats.org/officeDocument/2006/relationships/hyperlink" Target="https://arxiv.org/abs/2506.08872" TargetMode="External" Id="R158610e024c1490d" /><ns0:Relationship Type="http://schemas.openxmlformats.org/officeDocument/2006/relationships/hyperlink" Target="https://arxiv.org/abs/2506.08872" TargetMode="External" Id="Rf63f09ef286c42ca" /><ns0:Relationship Type="http://schemas.openxmlformats.org/officeDocument/2006/relationships/hyperlink" Target="https://pubmed.ncbi.nlm.nih.gov/16507066/" TargetMode="External" Id="R37e62e304e8f42a9" /><ns0:Relationship Type="http://schemas.openxmlformats.org/officeDocument/2006/relationships/hyperlink" Target="https://pubmed.ncbi.nlm.nih.gov/16507066/" TargetMode="External" Id="Re4b00234bb9248ba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c707d997b04260" /><ns0:Relationship Type="http://schemas.openxmlformats.org/officeDocument/2006/relationships/hyperlink" Target="https://tiny.cc/AVENUE_VH_Webinar2" TargetMode="External" Id="Reeddd75ff7eb4225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216bf8e69b4662" /><ns0:Relationship Type="http://schemas.openxmlformats.org/officeDocument/2006/relationships/image" Target="/ppt/media/image6.png" Id="Rc9c586501a944fc6" /><ns0:Relationship Type="http://schemas.openxmlformats.org/officeDocument/2006/relationships/hyperlink" Target="https://forms.cloud.microsoft/pages/responsepage.aspx?id=tLwjs1htJU-Hv2Nmw9aJrwbW7pTWwvxGs7LdQH0PRGJUOFJSTTFMM1A0OERTQkFMWTZTWTdCVUlBRi4u&amp;route=shorturl" TargetMode="External" Id="R677c38c6e853416d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d509d16f04db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Integration with the Virtual Human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2-text-274">
            <a:extLst xmlns:a="http://schemas.openxmlformats.org/drawingml/2006/main">
              <a:ext uri="{FF2B5EF4-FFF2-40B4-BE49-F238E27FC236}">
                <a16:creationId xmlns:a16="http://schemas.microsoft.com/office/drawing/2014/main" id="{FE398BC8-F2C9-4232-8234-2AFE6AB5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5" name="c3-text-378">
            <a:extLst xmlns:a="http://schemas.openxmlformats.org/drawingml/2006/main">
              <a:ext uri="{FF2B5EF4-FFF2-40B4-BE49-F238E27FC236}">
                <a16:creationId xmlns:a16="http://schemas.microsoft.com/office/drawing/2014/main" id="{944DB8B8-8444-415F-9D41-C929CFC0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5A5DB464-90A3-4CD8-94FB-4399EF74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CC4F481B-0F22-4AC5-845B-74647956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Loop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142A9D2B-BB04-4EE6-9BAD-F47C00BD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0C7916A6-FE5A-4235-BD21-A364F92A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DD3A243E-8237-4F67-A68F-62B4D49A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voice or text</a:t>
            </a:r>
          </a:p>
        </p:txBody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EDFC45E2-D25A-46D1-93CE-DD18D44F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7">
            <a:extLst xmlns:a="http://schemas.openxmlformats.org/drawingml/2006/main">
              <a:ext uri="{FF2B5EF4-FFF2-40B4-BE49-F238E27FC236}">
                <a16:creationId xmlns:a16="http://schemas.microsoft.com/office/drawing/2014/main" id="{F856264A-CC29-438B-800D-79AB895B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1EBC7480-7E53-4284-9A6F-EA669499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Embodiment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2E1CF094-08CA-48B2-82EE-EC36F61D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85D4AB17-A1C4-46AF-B693-FCECD892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205077F0-136B-48C5-8F09-D5D11D6C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server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0E5A523E-CDF9-449F-8977-F9ED3C6D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A8E01CE6-C7D8-4734-96BE-C6FAC385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3C086FA8-94F2-4EA1-ABED-A91412FF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5" name="c3-shape-15">
            <a:extLst xmlns:a="http://schemas.openxmlformats.org/drawingml/2006/main">
              <a:ext uri="{FF2B5EF4-FFF2-40B4-BE49-F238E27FC236}">
                <a16:creationId xmlns:a16="http://schemas.microsoft.com/office/drawing/2014/main" id="{EE726C9C-2FA4-4659-B06F-02FCDE7C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16">
            <a:extLst xmlns:a="http://schemas.openxmlformats.org/drawingml/2006/main">
              <a:ext uri="{FF2B5EF4-FFF2-40B4-BE49-F238E27FC236}">
                <a16:creationId xmlns:a16="http://schemas.microsoft.com/office/drawing/2014/main" id="{6A8BE3E8-87CF-4881-B23E-39B966C4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696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AgentReply: speech_text, emotion, expression, gesture</a:t>
            </a:r>
          </a:p>
        </p:txBody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AF7306F7-1CBB-4C8C-B6D3-8624EB76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reply travels back: the avatar speaks, moves and changes expression.</a:t>
            </a:r>
          </a:p>
        </p:txBody>
      </p:sp>
      <p:sp>
        <p:nvSpPr>
          <p:cNvPr id="18" name="c3-text-379">
            <a:extLst xmlns:a="http://schemas.openxmlformats.org/drawingml/2006/main">
              <a:ext uri="{FF2B5EF4-FFF2-40B4-BE49-F238E27FC236}">
                <a16:creationId xmlns:a16="http://schemas.microsoft.com/office/drawing/2014/main" id="{DD7A9966-061B-48D2-9FC7-5756A0AF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3279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8">
            <a:extLst xmlns:a="http://schemas.openxmlformats.org/drawingml/2006/main">
              <a:ext uri="{FF2B5EF4-FFF2-40B4-BE49-F238E27FC236}">
                <a16:creationId xmlns:a16="http://schemas.microsoft.com/office/drawing/2014/main" id="{1A6EEBB4-8DD4-4CE0-84C7-AB395663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249CE82A-2F0E-4961-A57C-2F0A1028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Stays the Same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DB92EF28-D2A0-4329-9112-B4C3F18C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08088529-651A-42C6-9BEA-57E83497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">
            <a:extLst xmlns:a="http://schemas.openxmlformats.org/drawingml/2006/main">
              <a:ext uri="{FF2B5EF4-FFF2-40B4-BE49-F238E27FC236}">
                <a16:creationId xmlns:a16="http://schemas.microsoft.com/office/drawing/2014/main" id="{9D46C49A-EC86-467B-9996-3E0C4272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3">
            <a:extLst xmlns:a="http://schemas.openxmlformats.org/drawingml/2006/main">
              <a:ext uri="{FF2B5EF4-FFF2-40B4-BE49-F238E27FC236}">
                <a16:creationId xmlns:a16="http://schemas.microsoft.com/office/drawing/2014/main" id="{25F08F66-DA04-4ABA-BF8D-885A1DCA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7" name="c3-text-24">
            <a:extLst xmlns:a="http://schemas.openxmlformats.org/drawingml/2006/main">
              <a:ext uri="{FF2B5EF4-FFF2-40B4-BE49-F238E27FC236}">
                <a16:creationId xmlns:a16="http://schemas.microsoft.com/office/drawing/2014/main" id="{F7B7033A-1BE8-4337-B074-D78B0B67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Plays the reply.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Unchanged.</a:t>
            </a:r>
          </a:p>
        </p:txBody>
      </p:sp>
      <p:sp>
        <p:nvSpPr>
          <p:cNvPr id="8" name="c3-shape-25">
            <a:extLst xmlns:a="http://schemas.openxmlformats.org/drawingml/2006/main">
              <a:ext uri="{FF2B5EF4-FFF2-40B4-BE49-F238E27FC236}">
                <a16:creationId xmlns:a16="http://schemas.microsoft.com/office/drawing/2014/main" id="{3F66231F-59C2-45D6-954D-9F9F6C8A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">
            <a:extLst xmlns:a="http://schemas.openxmlformats.org/drawingml/2006/main">
              <a:ext uri="{FF2B5EF4-FFF2-40B4-BE49-F238E27FC236}">
                <a16:creationId xmlns:a16="http://schemas.microsoft.com/office/drawing/2014/main" id="{D9AE56DA-979E-489F-ABBF-4CA5BC9E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">
            <a:extLst xmlns:a="http://schemas.openxmlformats.org/drawingml/2006/main">
              <a:ext uri="{FF2B5EF4-FFF2-40B4-BE49-F238E27FC236}">
                <a16:creationId xmlns:a16="http://schemas.microsoft.com/office/drawing/2014/main" id="{9FC03E25-15FF-4F3E-AD1D-99139C57B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Contract</a:t>
            </a:r>
          </a:p>
        </p:txBody>
      </p:sp>
      <p:sp>
        <p:nvSpPr>
          <p:cNvPr id="11" name="c3-text-28">
            <a:extLst xmlns:a="http://schemas.openxmlformats.org/drawingml/2006/main">
              <a:ext uri="{FF2B5EF4-FFF2-40B4-BE49-F238E27FC236}">
                <a16:creationId xmlns:a16="http://schemas.microsoft.com/office/drawing/2014/main" id="{5EF767E3-7303-4C14-A2DF-C298DFCE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→ AgentReply</a:t>
            </a:r>
          </a:p>
        </p:txBody>
      </p:sp>
      <p:sp>
        <p:nvSpPr>
          <p:cNvPr id="12" name="c3-shape-29">
            <a:extLst xmlns:a="http://schemas.openxmlformats.org/drawingml/2006/main">
              <a:ext uri="{FF2B5EF4-FFF2-40B4-BE49-F238E27FC236}">
                <a16:creationId xmlns:a16="http://schemas.microsoft.com/office/drawing/2014/main" id="{BBED4368-0D7E-4327-B609-933D7F0B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30">
            <a:extLst xmlns:a="http://schemas.openxmlformats.org/drawingml/2006/main">
              <a:ext uri="{FF2B5EF4-FFF2-40B4-BE49-F238E27FC236}">
                <a16:creationId xmlns:a16="http://schemas.microsoft.com/office/drawing/2014/main" id="{3DC43070-138B-4F26-855B-3016A4E4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">
            <a:extLst xmlns:a="http://schemas.openxmlformats.org/drawingml/2006/main">
              <a:ext uri="{FF2B5EF4-FFF2-40B4-BE49-F238E27FC236}">
                <a16:creationId xmlns:a16="http://schemas.microsoft.com/office/drawing/2014/main" id="{4400F997-D515-49F2-BBF7-82D0750F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Server routes</a:t>
            </a:r>
          </a:p>
        </p:txBody>
      </p:sp>
      <p:sp>
        <p:nvSpPr>
          <p:cNvPr id="15" name="c3-text-32">
            <a:extLst xmlns:a="http://schemas.openxmlformats.org/drawingml/2006/main">
              <a:ext uri="{FF2B5EF4-FFF2-40B4-BE49-F238E27FC236}">
                <a16:creationId xmlns:a16="http://schemas.microsoft.com/office/drawing/2014/main" id="{A65DB77D-5501-4764-9F5A-A3B22269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/agent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</p:txBody>
      </p:sp>
      <p:sp>
        <p:nvSpPr>
          <p:cNvPr id="16" name="c3-shape-33">
            <a:extLst xmlns:a="http://schemas.openxmlformats.org/drawingml/2006/main">
              <a:ext uri="{FF2B5EF4-FFF2-40B4-BE49-F238E27FC236}">
                <a16:creationId xmlns:a16="http://schemas.microsoft.com/office/drawing/2014/main" id="{F30F2B16-E129-4861-82F9-357E349B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34">
            <a:extLst xmlns:a="http://schemas.openxmlformats.org/drawingml/2006/main">
              <a:ext uri="{FF2B5EF4-FFF2-40B4-BE49-F238E27FC236}">
                <a16:creationId xmlns:a16="http://schemas.microsoft.com/office/drawing/2014/main" id="{CDA84DC2-4CD5-4FC0-A602-0AE43019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is a backend decision: select another agent import.</a:t>
            </a:r>
          </a:p>
        </p:txBody>
      </p:sp>
      <p:sp>
        <p:nvSpPr>
          <p:cNvPr id="18" name="c3-text-380">
            <a:extLst xmlns:a="http://schemas.openxmlformats.org/drawingml/2006/main">
              <a:ext uri="{FF2B5EF4-FFF2-40B4-BE49-F238E27FC236}">
                <a16:creationId xmlns:a16="http://schemas.microsoft.com/office/drawing/2014/main" id="{50587445-C266-41C6-8222-DC3AC557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06255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35">
            <a:extLst xmlns:a="http://schemas.openxmlformats.org/drawingml/2006/main">
              <a:ext uri="{FF2B5EF4-FFF2-40B4-BE49-F238E27FC236}">
                <a16:creationId xmlns:a16="http://schemas.microsoft.com/office/drawing/2014/main" id="{3B576E19-E86F-404A-9DF6-AFA393E5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">
            <a:extLst xmlns:a="http://schemas.openxmlformats.org/drawingml/2006/main">
              <a:ext uri="{FF2B5EF4-FFF2-40B4-BE49-F238E27FC236}">
                <a16:creationId xmlns:a16="http://schemas.microsoft.com/office/drawing/2014/main" id="{DD998377-A77E-4276-ABF2-E43BE303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Graph Behind response() [1]</a:t>
            </a:r>
          </a:p>
        </p:txBody>
      </p:sp>
      <p:sp>
        <p:nvSpPr>
          <p:cNvPr id="3" name="c3-text-37">
            <a:extLst xmlns:a="http://schemas.openxmlformats.org/drawingml/2006/main">
              <a:ext uri="{FF2B5EF4-FFF2-40B4-BE49-F238E27FC236}">
                <a16:creationId xmlns:a16="http://schemas.microsoft.com/office/drawing/2014/main" id="{31FD5D85-9FE2-4FD6-B57B-781E85D0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38">
            <a:extLst xmlns:a="http://schemas.openxmlformats.org/drawingml/2006/main">
              <a:ext uri="{FF2B5EF4-FFF2-40B4-BE49-F238E27FC236}">
                <a16:creationId xmlns:a16="http://schemas.microsoft.com/office/drawing/2014/main" id="{85533152-C248-494D-8D7E-597D4274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9">
            <a:extLst xmlns:a="http://schemas.openxmlformats.org/drawingml/2006/main">
              <a:ext uri="{FF2B5EF4-FFF2-40B4-BE49-F238E27FC236}">
                <a16:creationId xmlns:a16="http://schemas.microsoft.com/office/drawing/2014/main" id="{D32BEC04-CE6C-4F34-874B-2B8E4140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40">
            <a:extLst xmlns:a="http://schemas.openxmlformats.org/drawingml/2006/main">
              <a:ext uri="{FF2B5EF4-FFF2-40B4-BE49-F238E27FC236}">
                <a16:creationId xmlns:a16="http://schemas.microsoft.com/office/drawing/2014/main" id="{BE4FAD89-5C7F-46DE-A7F4-C85CF8D6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1">
            <a:extLst xmlns:a="http://schemas.openxmlformats.org/drawingml/2006/main">
              <a:ext uri="{FF2B5EF4-FFF2-40B4-BE49-F238E27FC236}">
                <a16:creationId xmlns:a16="http://schemas.microsoft.com/office/drawing/2014/main" id="{C9A5AA2B-182B-41BB-B811-E5B7E437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2">
            <a:extLst xmlns:a="http://schemas.openxmlformats.org/drawingml/2006/main">
              <a:ext uri="{FF2B5EF4-FFF2-40B4-BE49-F238E27FC236}">
                <a16:creationId xmlns:a16="http://schemas.microsoft.com/office/drawing/2014/main" id="{82CD7F90-7E6C-418E-80CC-E4D697EB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9" name="c3-shape-43">
            <a:extLst xmlns:a="http://schemas.openxmlformats.org/drawingml/2006/main">
              <a:ext uri="{FF2B5EF4-FFF2-40B4-BE49-F238E27FC236}">
                <a16:creationId xmlns:a16="http://schemas.microsoft.com/office/drawing/2014/main" id="{4FC15593-E689-4F87-91C6-AC6D7E55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44">
            <a:extLst xmlns:a="http://schemas.openxmlformats.org/drawingml/2006/main">
              <a:ext uri="{FF2B5EF4-FFF2-40B4-BE49-F238E27FC236}">
                <a16:creationId xmlns:a16="http://schemas.microsoft.com/office/drawing/2014/main" id="{048F810A-FB45-45C7-8149-F9BA94E1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text-45">
            <a:extLst xmlns:a="http://schemas.openxmlformats.org/drawingml/2006/main">
              <a:ext uri="{FF2B5EF4-FFF2-40B4-BE49-F238E27FC236}">
                <a16:creationId xmlns:a16="http://schemas.microsoft.com/office/drawing/2014/main" id="{8D238447-3842-436C-A43B-D2DD25D5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2" name="c3-shape-46">
            <a:extLst xmlns:a="http://schemas.openxmlformats.org/drawingml/2006/main">
              <a:ext uri="{FF2B5EF4-FFF2-40B4-BE49-F238E27FC236}">
                <a16:creationId xmlns:a16="http://schemas.microsoft.com/office/drawing/2014/main" id="{C773F8B2-8B96-4B8D-971B-6350D1B4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572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text-47">
            <a:extLst xmlns:a="http://schemas.openxmlformats.org/drawingml/2006/main">
              <a:ext uri="{FF2B5EF4-FFF2-40B4-BE49-F238E27FC236}">
                <a16:creationId xmlns:a16="http://schemas.microsoft.com/office/drawing/2014/main" id="{B089D1C7-19AB-4493-8B74-2B2DC723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634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InMemorySaver checkpointer · thread_id = "avatar"</a:t>
            </a:r>
          </a:p>
        </p:txBody>
      </p:sp>
      <p:sp>
        <p:nvSpPr>
          <p:cNvPr id="14" name="c3-text-48">
            <a:extLst xmlns:a="http://schemas.openxmlformats.org/drawingml/2006/main">
              <a:ext uri="{FF2B5EF4-FFF2-40B4-BE49-F238E27FC236}">
                <a16:creationId xmlns:a16="http://schemas.microsoft.com/office/drawing/2014/main" id="{52D34A67-1758-447A-8E1A-A25D2836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respond: prompt template + recent messages → ModelReply</a:t>
            </a:r>
          </a:p>
        </p:txBody>
      </p:sp>
      <p:sp>
        <p:nvSpPr>
          <p:cNvPr id="15" name="c3-text-381">
            <a:extLst xmlns:a="http://schemas.openxmlformats.org/drawingml/2006/main">
              <a:ext uri="{FF2B5EF4-FFF2-40B4-BE49-F238E27FC236}">
                <a16:creationId xmlns:a16="http://schemas.microsoft.com/office/drawing/2014/main" id="{0FDD0A0E-9E60-4343-BD54-9CE32670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921534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49">
            <a:extLst xmlns:a="http://schemas.openxmlformats.org/drawingml/2006/main">
              <a:ext uri="{FF2B5EF4-FFF2-40B4-BE49-F238E27FC236}">
                <a16:creationId xmlns:a16="http://schemas.microsoft.com/office/drawing/2014/main" id="{7A71EE1E-7901-492F-A55D-0D97EDA6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0">
            <a:extLst xmlns:a="http://schemas.openxmlformats.org/drawingml/2006/main">
              <a:ext uri="{FF2B5EF4-FFF2-40B4-BE49-F238E27FC236}">
                <a16:creationId xmlns:a16="http://schemas.microsoft.com/office/drawing/2014/main" id="{0973728F-F674-414A-BB72-12F5C1D1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Messages and Reply [2]</a:t>
            </a:r>
          </a:p>
        </p:txBody>
      </p:sp>
      <p:sp>
        <p:nvSpPr>
          <p:cNvPr id="3" name="c3-text-51">
            <a:extLst xmlns:a="http://schemas.openxmlformats.org/drawingml/2006/main">
              <a:ext uri="{FF2B5EF4-FFF2-40B4-BE49-F238E27FC236}">
                <a16:creationId xmlns:a16="http://schemas.microsoft.com/office/drawing/2014/main" id="{888DA3D1-9156-478C-ACBF-29DBF45B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52">
            <a:extLst xmlns:a="http://schemas.openxmlformats.org/drawingml/2006/main">
              <a:ext uri="{FF2B5EF4-FFF2-40B4-BE49-F238E27FC236}">
                <a16:creationId xmlns:a16="http://schemas.microsoft.com/office/drawing/2014/main" id="{6A7A608A-0884-413B-ADAB-740F5114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53">
            <a:extLst xmlns:a="http://schemas.openxmlformats.org/drawingml/2006/main">
              <a:ext uri="{FF2B5EF4-FFF2-40B4-BE49-F238E27FC236}">
                <a16:creationId xmlns:a16="http://schemas.microsoft.com/office/drawing/2014/main" id="{8CDD0C64-CF9B-4438-A9C5-9B50B81B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AvatarState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(MessagesState):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reply: dict</a:t>
            </a:r>
          </a:p>
        </p:txBody>
      </p:sp>
      <p:sp>
        <p:nvSpPr>
          <p:cNvPr id="6" name="c3-shape-54">
            <a:extLst xmlns:a="http://schemas.openxmlformats.org/drawingml/2006/main">
              <a:ext uri="{FF2B5EF4-FFF2-40B4-BE49-F238E27FC236}">
                <a16:creationId xmlns:a16="http://schemas.microsoft.com/office/drawing/2014/main" id="{54313ED9-741D-46FC-BEB4-D405E416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55">
            <a:extLst xmlns:a="http://schemas.openxmlformats.org/drawingml/2006/main">
              <a:ext uri="{FF2B5EF4-FFF2-40B4-BE49-F238E27FC236}">
                <a16:creationId xmlns:a16="http://schemas.microsoft.com/office/drawing/2014/main" id="{347FC3EF-6D16-45D9-8DA8-63F78C6C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56">
            <a:extLst xmlns:a="http://schemas.openxmlformats.org/drawingml/2006/main">
              <a:ext uri="{FF2B5EF4-FFF2-40B4-BE49-F238E27FC236}">
                <a16:creationId xmlns:a16="http://schemas.microsoft.com/office/drawing/2014/main" id="{0D1ED3D3-B2B8-4AE9-BB28-E14E20DD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9" name="c3-text-57">
            <a:extLst xmlns:a="http://schemas.openxmlformats.org/drawingml/2006/main">
              <a:ext uri="{FF2B5EF4-FFF2-40B4-BE49-F238E27FC236}">
                <a16:creationId xmlns:a16="http://schemas.microsoft.com/office/drawing/2014/main" id="{CBA42078-BAE7-4F34-B268-C5149BF7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conversation, appended by the reducer.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the spoken text is stored.</a:t>
            </a:r>
          </a:p>
        </p:txBody>
      </p:sp>
      <p:sp>
        <p:nvSpPr>
          <p:cNvPr id="10" name="c3-shape-58">
            <a:extLst xmlns:a="http://schemas.openxmlformats.org/drawingml/2006/main">
              <a:ext uri="{FF2B5EF4-FFF2-40B4-BE49-F238E27FC236}">
                <a16:creationId xmlns:a16="http://schemas.microsoft.com/office/drawing/2014/main" id="{6FE91043-397A-416A-8E97-DBB6593C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59">
            <a:extLst xmlns:a="http://schemas.openxmlformats.org/drawingml/2006/main">
              <a:ext uri="{FF2B5EF4-FFF2-40B4-BE49-F238E27FC236}">
                <a16:creationId xmlns:a16="http://schemas.microsoft.com/office/drawing/2014/main" id="{4FFF1AEF-B6A3-484C-828F-2824D4D2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60">
            <a:extLst xmlns:a="http://schemas.openxmlformats.org/drawingml/2006/main">
              <a:ext uri="{FF2B5EF4-FFF2-40B4-BE49-F238E27FC236}">
                <a16:creationId xmlns:a16="http://schemas.microsoft.com/office/drawing/2014/main" id="{AAA5876B-5F29-4C12-BD41-9A994A99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3" name="c3-text-61">
            <a:extLst xmlns:a="http://schemas.openxmlformats.org/drawingml/2006/main">
              <a:ext uri="{FF2B5EF4-FFF2-40B4-BE49-F238E27FC236}">
                <a16:creationId xmlns:a16="http://schemas.microsoft.com/office/drawing/2014/main" id="{92612E95-EE2E-4A8C-B23D-CF1F4780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full ModelReply: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speech and avatar behaviour.</a:t>
            </a:r>
          </a:p>
        </p:txBody>
      </p:sp>
      <p:sp>
        <p:nvSpPr>
          <p:cNvPr id="14" name="c3-text-382">
            <a:extLst xmlns:a="http://schemas.openxmlformats.org/drawingml/2006/main">
              <a:ext uri="{FF2B5EF4-FFF2-40B4-BE49-F238E27FC236}">
                <a16:creationId xmlns:a16="http://schemas.microsoft.com/office/drawing/2014/main" id="{D8634356-E5CB-41AD-9139-988DC1D9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46967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62">
            <a:extLst xmlns:a="http://schemas.openxmlformats.org/drawingml/2006/main">
              <a:ext uri="{FF2B5EF4-FFF2-40B4-BE49-F238E27FC236}">
                <a16:creationId xmlns:a16="http://schemas.microsoft.com/office/drawing/2014/main" id="{787FBCE6-813B-43B7-A72B-69361869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3">
            <a:extLst xmlns:a="http://schemas.openxmlformats.org/drawingml/2006/main">
              <a:ext uri="{FF2B5EF4-FFF2-40B4-BE49-F238E27FC236}">
                <a16:creationId xmlns:a16="http://schemas.microsoft.com/office/drawing/2014/main" id="{EE832E11-E854-4632-A6B8-472260D9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 Templates and Message History [3]</a:t>
            </a:r>
          </a:p>
        </p:txBody>
      </p:sp>
      <p:sp>
        <p:nvSpPr>
          <p:cNvPr id="3" name="c3-text-64">
            <a:extLst xmlns:a="http://schemas.openxmlformats.org/drawingml/2006/main">
              <a:ext uri="{FF2B5EF4-FFF2-40B4-BE49-F238E27FC236}">
                <a16:creationId xmlns:a16="http://schemas.microsoft.com/office/drawing/2014/main" id="{7D8E86BC-3DE3-43FF-AEAA-1D994DCE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65">
            <a:extLst xmlns:a="http://schemas.openxmlformats.org/drawingml/2006/main">
              <a:ext uri="{FF2B5EF4-FFF2-40B4-BE49-F238E27FC236}">
                <a16:creationId xmlns:a16="http://schemas.microsoft.com/office/drawing/2014/main" id="{F824A3B4-C5FB-447C-8A09-29BF9EF5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66">
            <a:extLst xmlns:a="http://schemas.openxmlformats.org/drawingml/2006/main">
              <a:ext uri="{FF2B5EF4-FFF2-40B4-BE49-F238E27FC236}">
                <a16:creationId xmlns:a16="http://schemas.microsoft.com/office/drawing/2014/main" id="{B6CEFADB-1A3A-43E7-9F83-A3C3F9CA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virtual human. Time: {current_time}."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text-67">
            <a:extLst xmlns:a="http://schemas.openxmlformats.org/drawingml/2006/main">
              <a:ext uri="{FF2B5EF4-FFF2-40B4-BE49-F238E27FC236}">
                <a16:creationId xmlns:a16="http://schemas.microsoft.com/office/drawing/2014/main" id="{D9BEAC3E-F3F5-4B01-8627-F9AF1495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system template fills variables. The placeholder keeps message roles.</a:t>
            </a:r>
          </a:p>
        </p:txBody>
      </p:sp>
      <p:sp>
        <p:nvSpPr>
          <p:cNvPr id="7" name="c3-text-383">
            <a:extLst xmlns:a="http://schemas.openxmlformats.org/drawingml/2006/main">
              <a:ext uri="{FF2B5EF4-FFF2-40B4-BE49-F238E27FC236}">
                <a16:creationId xmlns:a16="http://schemas.microsoft.com/office/drawing/2014/main" id="{5EE192AF-3483-46B5-9C12-24F62A59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5804605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FFE79F2B-3ABD-404A-9E68-E6CD872E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BA0A6C4E-24B2-4413-80B8-055A32FF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respond Node [2]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9B482508-FC1B-42BD-A6BF-0399B0AA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25C2F37F-CCF1-42FB-A62F-0959D2DD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37C064EB-5926-4751-91A2-13196C8E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AvatarState):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current_time = datetime.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now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strftime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"%H:%M"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 = structured_client.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current_time=current_time,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(answer.speech_text)],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answer.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model_dump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()}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542DBC62-45B8-4C61-BAD6-187EF8E4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4CB009D3-18AA-4916-BD5B-EF9FF1D2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from Module 1 + rolling buffer from Chapter 02.</a:t>
            </a:r>
          </a:p>
        </p:txBody>
      </p:sp>
      <p:sp>
        <p:nvSpPr>
          <p:cNvPr id="8" name="c3-text-384">
            <a:extLst xmlns:a="http://schemas.openxmlformats.org/drawingml/2006/main">
              <a:ext uri="{FF2B5EF4-FFF2-40B4-BE49-F238E27FC236}">
                <a16:creationId xmlns:a16="http://schemas.microsoft.com/office/drawing/2014/main" id="{056E4520-7D08-45F3-8C11-B5FFB63F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032332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75">
            <a:extLst xmlns:a="http://schemas.openxmlformats.org/drawingml/2006/main">
              <a:ext uri="{FF2B5EF4-FFF2-40B4-BE49-F238E27FC236}">
                <a16:creationId xmlns:a16="http://schemas.microsoft.com/office/drawing/2014/main" id="{469E42DB-D183-4636-BA98-69B1FE9E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A72AB2D0-8FDD-4DC4-9FE9-B7B9EA32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Thread Lives in the Backend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22D93151-F911-4633-90A8-B9372191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4379CF95-A79C-4BD7-B61A-27B1CDCC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9">
            <a:extLst xmlns:a="http://schemas.openxmlformats.org/drawingml/2006/main">
              <a:ext uri="{FF2B5EF4-FFF2-40B4-BE49-F238E27FC236}">
                <a16:creationId xmlns:a16="http://schemas.microsoft.com/office/drawing/2014/main" id="{9CF77D07-7E84-43A8-9660-F3B2AA1C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"avatar"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config =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(text: str) -&gt; AgentReply: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result = graph.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(text)]}, config)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80">
            <a:extLst xmlns:a="http://schemas.openxmlformats.org/drawingml/2006/main">
              <a:ext uri="{FF2B5EF4-FFF2-40B4-BE49-F238E27FC236}">
                <a16:creationId xmlns:a16="http://schemas.microsoft.com/office/drawing/2014/main" id="{5EB781C7-70B1-4019-A368-B235F3B0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14685DA6-83CD-4E0C-8FFF-367D1DB3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text; every request continues the same thread.</a:t>
            </a:r>
          </a:p>
        </p:txBody>
      </p:sp>
      <p:sp>
        <p:nvSpPr>
          <p:cNvPr id="8" name="c3-text-385">
            <a:extLst xmlns:a="http://schemas.openxmlformats.org/drawingml/2006/main">
              <a:ext uri="{FF2B5EF4-FFF2-40B4-BE49-F238E27FC236}">
                <a16:creationId xmlns:a16="http://schemas.microsoft.com/office/drawing/2014/main" id="{2BBD9A0C-D562-4EAA-9E50-98283A368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00896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82">
            <a:extLst xmlns:a="http://schemas.openxmlformats.org/drawingml/2006/main">
              <a:ext uri="{FF2B5EF4-FFF2-40B4-BE49-F238E27FC236}">
                <a16:creationId xmlns:a16="http://schemas.microsoft.com/office/drawing/2014/main" id="{18474E9A-CF53-4042-A360-B87B198C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3">
            <a:extLst xmlns:a="http://schemas.openxmlformats.org/drawingml/2006/main">
              <a:ext uri="{FF2B5EF4-FFF2-40B4-BE49-F238E27FC236}">
                <a16:creationId xmlns:a16="http://schemas.microsoft.com/office/drawing/2014/main" id="{DF729760-EBFE-44B6-8A90-A47ECE19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Conversation [1]</a:t>
            </a:r>
          </a:p>
        </p:txBody>
      </p:sp>
      <p:sp>
        <p:nvSpPr>
          <p:cNvPr id="3" name="c3-text-84">
            <a:extLst xmlns:a="http://schemas.openxmlformats.org/drawingml/2006/main">
              <a:ext uri="{FF2B5EF4-FFF2-40B4-BE49-F238E27FC236}">
                <a16:creationId xmlns:a16="http://schemas.microsoft.com/office/drawing/2014/main" id="{F58F0100-86E4-4849-9B9F-E2BF7AB0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85">
            <a:extLst xmlns:a="http://schemas.openxmlformats.org/drawingml/2006/main">
              <a:ext uri="{FF2B5EF4-FFF2-40B4-BE49-F238E27FC236}">
                <a16:creationId xmlns:a16="http://schemas.microsoft.com/office/drawing/2014/main" id="{388AEE6F-86C1-4454-B4CF-C52593DA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86">
            <a:extLst xmlns:a="http://schemas.openxmlformats.org/drawingml/2006/main">
              <a:ext uri="{FF2B5EF4-FFF2-40B4-BE49-F238E27FC236}">
                <a16:creationId xmlns:a16="http://schemas.microsoft.com/office/drawing/2014/main" id="{D67EAB3D-EB95-42FF-A24D-CFEFB8F1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button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(browser)</a:t>
            </a:r>
          </a:p>
        </p:txBody>
      </p:sp>
      <p:sp>
        <p:nvSpPr>
          <p:cNvPr id="6" name="c3-shape-87">
            <a:extLst xmlns:a="http://schemas.openxmlformats.org/drawingml/2006/main">
              <a:ext uri="{FF2B5EF4-FFF2-40B4-BE49-F238E27FC236}">
                <a16:creationId xmlns:a16="http://schemas.microsoft.com/office/drawing/2014/main" id="{3519A924-0378-4C5B-BB96-0FB3A8F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8">
            <a:extLst xmlns:a="http://schemas.openxmlformats.org/drawingml/2006/main">
              <a:ext uri="{FF2B5EF4-FFF2-40B4-BE49-F238E27FC236}">
                <a16:creationId xmlns:a16="http://schemas.microsoft.com/office/drawing/2014/main" id="{3F8D0EFE-8EFA-4338-A1E1-57213681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9">
            <a:extLst xmlns:a="http://schemas.openxmlformats.org/drawingml/2006/main">
              <a:ext uri="{FF2B5EF4-FFF2-40B4-BE49-F238E27FC236}">
                <a16:creationId xmlns:a16="http://schemas.microsoft.com/office/drawing/2014/main" id="{1148EB9B-D382-46DB-84C7-98CE7AC5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(server)</a:t>
            </a:r>
          </a:p>
        </p:txBody>
      </p:sp>
      <p:sp>
        <p:nvSpPr>
          <p:cNvPr id="9" name="c3-shape-90">
            <a:extLst xmlns:a="http://schemas.openxmlformats.org/drawingml/2006/main">
              <a:ext uri="{FF2B5EF4-FFF2-40B4-BE49-F238E27FC236}">
                <a16:creationId xmlns:a16="http://schemas.microsoft.com/office/drawing/2014/main" id="{CA192290-1F5D-451D-8054-A524573D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91">
            <a:extLst xmlns:a="http://schemas.openxmlformats.org/drawingml/2006/main">
              <a:ext uri="{FF2B5EF4-FFF2-40B4-BE49-F238E27FC236}">
                <a16:creationId xmlns:a16="http://schemas.microsoft.com/office/drawing/2014/main" id="{BA3E5E12-AC99-44E2-88D0-306ADABC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92">
            <a:extLst xmlns:a="http://schemas.openxmlformats.org/drawingml/2006/main">
              <a:ext uri="{FF2B5EF4-FFF2-40B4-BE49-F238E27FC236}">
                <a16:creationId xmlns:a16="http://schemas.microsoft.com/office/drawing/2014/main" id="{1DFFCFD2-F0A4-4CCE-9679-84E96A13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clear_conversation()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(agent)</a:t>
            </a:r>
          </a:p>
        </p:txBody>
      </p:sp>
      <p:sp>
        <p:nvSpPr>
          <p:cNvPr id="12" name="c3-shape-93">
            <a:extLst xmlns:a="http://schemas.openxmlformats.org/drawingml/2006/main">
              <a:ext uri="{FF2B5EF4-FFF2-40B4-BE49-F238E27FC236}">
                <a16:creationId xmlns:a16="http://schemas.microsoft.com/office/drawing/2014/main" id="{5A86E045-D4EE-483E-8E98-677CC3E4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3" name="c3-text-94">
            <a:extLst xmlns:a="http://schemas.openxmlformats.org/drawingml/2006/main">
              <a:ext uri="{FF2B5EF4-FFF2-40B4-BE49-F238E27FC236}">
                <a16:creationId xmlns:a16="http://schemas.microsoft.com/office/drawing/2014/main" id="{A9ED0707-B09C-4929-9446-2C25EF11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checkpointer.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c3-text-95">
            <a:extLst xmlns:a="http://schemas.openxmlformats.org/drawingml/2006/main">
              <a:ext uri="{FF2B5EF4-FFF2-40B4-BE49-F238E27FC236}">
                <a16:creationId xmlns:a16="http://schemas.microsoft.com/office/drawing/2014/main" id="{FDE62941-E3BB-4D9A-B0D9-FB5CBFDD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next message starts an empty conversation.</a:t>
            </a:r>
          </a:p>
        </p:txBody>
      </p:sp>
      <p:sp>
        <p:nvSpPr>
          <p:cNvPr id="15" name="c3-text-386">
            <a:extLst xmlns:a="http://schemas.openxmlformats.org/drawingml/2006/main">
              <a:ext uri="{FF2B5EF4-FFF2-40B4-BE49-F238E27FC236}">
                <a16:creationId xmlns:a16="http://schemas.microsoft.com/office/drawing/2014/main" id="{0637DBE2-BA56-4FC0-84A7-1E1B75C6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845614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96">
            <a:extLst xmlns:a="http://schemas.openxmlformats.org/drawingml/2006/main">
              <a:ext uri="{FF2B5EF4-FFF2-40B4-BE49-F238E27FC236}">
                <a16:creationId xmlns:a16="http://schemas.microsoft.com/office/drawing/2014/main" id="{755BF149-9488-471E-90D9-440C0B5A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7">
            <a:extLst xmlns:a="http://schemas.openxmlformats.org/drawingml/2006/main">
              <a:ext uri="{FF2B5EF4-FFF2-40B4-BE49-F238E27FC236}">
                <a16:creationId xmlns:a16="http://schemas.microsoft.com/office/drawing/2014/main" id="{8DC25850-41D7-49FE-8351-1470724F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Together: Clear Memory through the API</a:t>
            </a:r>
          </a:p>
        </p:txBody>
      </p:sp>
      <p:sp>
        <p:nvSpPr>
          <p:cNvPr id="3" name="c3-text-98">
            <a:extLst xmlns:a="http://schemas.openxmlformats.org/drawingml/2006/main">
              <a:ext uri="{FF2B5EF4-FFF2-40B4-BE49-F238E27FC236}">
                <a16:creationId xmlns:a16="http://schemas.microsoft.com/office/drawing/2014/main" id="{1F17C5F3-FB92-425A-9E21-02B956F4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99">
            <a:extLst xmlns:a="http://schemas.openxmlformats.org/drawingml/2006/main">
              <a:ext uri="{FF2B5EF4-FFF2-40B4-BE49-F238E27FC236}">
                <a16:creationId xmlns:a16="http://schemas.microsoft.com/office/drawing/2014/main" id="{8A0F66FD-223D-4E77-949B-C3DEB3C6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0">
            <a:extLst xmlns:a="http://schemas.openxmlformats.org/drawingml/2006/main">
              <a:ext uri="{FF2B5EF4-FFF2-40B4-BE49-F238E27FC236}">
                <a16:creationId xmlns:a16="http://schemas.microsoft.com/office/drawing/2014/main" id="{EA1286D1-6507-4A9C-B62A-546DAE42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@app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post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"/conversation/clear"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selected_agent = sys.modules[response.__module__]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clear_agent_memory =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getattr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selected_agent,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"clear_conversation"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None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callable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(clear_agent_memory):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clear_agent_memory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"status"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"ok"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text-101">
            <a:extLst xmlns:a="http://schemas.openxmlformats.org/drawingml/2006/main">
              <a:ext uri="{FF2B5EF4-FFF2-40B4-BE49-F238E27FC236}">
                <a16:creationId xmlns:a16="http://schemas.microsoft.com/office/drawing/2014/main" id="{4F1DD735-1C7E-4572-A895-E94ED586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Rebuild this route together, then test Clear conversation.</a:t>
            </a:r>
          </a:p>
        </p:txBody>
      </p:sp>
      <p:sp>
        <p:nvSpPr>
          <p:cNvPr id="7" name="c3-text-387">
            <a:extLst xmlns:a="http://schemas.openxmlformats.org/drawingml/2006/main">
              <a:ext uri="{FF2B5EF4-FFF2-40B4-BE49-F238E27FC236}">
                <a16:creationId xmlns:a16="http://schemas.microsoft.com/office/drawing/2014/main" id="{845F600C-124D-4622-8A37-5F6FD340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746957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02">
            <a:extLst xmlns:a="http://schemas.openxmlformats.org/drawingml/2006/main">
              <a:ext uri="{FF2B5EF4-FFF2-40B4-BE49-F238E27FC236}">
                <a16:creationId xmlns:a16="http://schemas.microsoft.com/office/drawing/2014/main" id="{D2AE9D9E-5FC9-4965-B487-04DA2834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3">
            <a:extLst xmlns:a="http://schemas.openxmlformats.org/drawingml/2006/main">
              <a:ext uri="{FF2B5EF4-FFF2-40B4-BE49-F238E27FC236}">
                <a16:creationId xmlns:a16="http://schemas.microsoft.com/office/drawing/2014/main" id="{4F6864DA-38CE-49AD-AD71-0A3E34CF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Always Answer</a:t>
            </a:r>
          </a:p>
        </p:txBody>
      </p:sp>
      <p:sp>
        <p:nvSpPr>
          <p:cNvPr id="3" name="c3-text-104">
            <a:extLst xmlns:a="http://schemas.openxmlformats.org/drawingml/2006/main">
              <a:ext uri="{FF2B5EF4-FFF2-40B4-BE49-F238E27FC236}">
                <a16:creationId xmlns:a16="http://schemas.microsoft.com/office/drawing/2014/main" id="{BAE96E91-566D-4677-8673-BB9507F5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05">
            <a:extLst xmlns:a="http://schemas.openxmlformats.org/drawingml/2006/main">
              <a:ext uri="{FF2B5EF4-FFF2-40B4-BE49-F238E27FC236}">
                <a16:creationId xmlns:a16="http://schemas.microsoft.com/office/drawing/2014/main" id="{6F877CD1-53FB-41EE-93CA-09A48DA3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06">
            <a:extLst xmlns:a="http://schemas.openxmlformats.org/drawingml/2006/main">
              <a:ext uri="{FF2B5EF4-FFF2-40B4-BE49-F238E27FC236}">
                <a16:creationId xmlns:a16="http://schemas.microsoft.com/office/drawing/2014/main" id="{3EBF1BE5-AA63-4D17-9B4F-A0DBDEB0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7">
            <a:extLst xmlns:a="http://schemas.openxmlformats.org/drawingml/2006/main">
              <a:ext uri="{FF2B5EF4-FFF2-40B4-BE49-F238E27FC236}">
                <a16:creationId xmlns:a16="http://schemas.microsoft.com/office/drawing/2014/main" id="{BCEC8C93-EC83-46B0-9B3A-DBA3361D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 error or timeout</a:t>
            </a:r>
          </a:p>
        </p:txBody>
      </p:sp>
      <p:sp>
        <p:nvSpPr>
          <p:cNvPr id="7" name="c3-text-108">
            <a:extLst xmlns:a="http://schemas.openxmlformats.org/drawingml/2006/main">
              <a:ext uri="{FF2B5EF4-FFF2-40B4-BE49-F238E27FC236}">
                <a16:creationId xmlns:a16="http://schemas.microsoft.com/office/drawing/2014/main" id="{56B7822F-227D-4D3D-A9C8-E3550E99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short apology and a shrug.</a:t>
            </a:r>
          </a:p>
        </p:txBody>
      </p:sp>
      <p:sp>
        <p:nvSpPr>
          <p:cNvPr id="8" name="c3-shape-109">
            <a:extLst xmlns:a="http://schemas.openxmlformats.org/drawingml/2006/main">
              <a:ext uri="{FF2B5EF4-FFF2-40B4-BE49-F238E27FC236}">
                <a16:creationId xmlns:a16="http://schemas.microsoft.com/office/drawing/2014/main" id="{B4D841A9-8B9B-450A-AEEE-8ED66C6A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10">
            <a:extLst xmlns:a="http://schemas.openxmlformats.org/drawingml/2006/main">
              <a:ext uri="{FF2B5EF4-FFF2-40B4-BE49-F238E27FC236}">
                <a16:creationId xmlns:a16="http://schemas.microsoft.com/office/drawing/2014/main" id="{7837E8B9-4FC1-4FFE-A4A7-66C7BD8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1">
            <a:extLst xmlns:a="http://schemas.openxmlformats.org/drawingml/2006/main">
              <a:ext uri="{FF2B5EF4-FFF2-40B4-BE49-F238E27FC236}">
                <a16:creationId xmlns:a16="http://schemas.microsoft.com/office/drawing/2014/main" id="{545E0FE3-BFFF-471C-9E21-D6914F59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No structured reply</a:t>
            </a:r>
          </a:p>
        </p:txBody>
      </p:sp>
      <p:sp>
        <p:nvSpPr>
          <p:cNvPr id="11" name="c3-text-112">
            <a:extLst xmlns:a="http://schemas.openxmlformats.org/drawingml/2006/main">
              <a:ext uri="{FF2B5EF4-FFF2-40B4-BE49-F238E27FC236}">
                <a16:creationId xmlns:a16="http://schemas.microsoft.com/office/drawing/2014/main" id="{43E1BF01-417D-4969-B672-9031C14B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fallback reply.</a:t>
            </a:r>
          </a:p>
        </p:txBody>
      </p:sp>
      <p:sp>
        <p:nvSpPr>
          <p:cNvPr id="12" name="c3-shape-113">
            <a:extLst xmlns:a="http://schemas.openxmlformats.org/drawingml/2006/main">
              <a:ext uri="{FF2B5EF4-FFF2-40B4-BE49-F238E27FC236}">
                <a16:creationId xmlns:a16="http://schemas.microsoft.com/office/drawing/2014/main" id="{C71951F0-CD91-42EF-93CD-A1769943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14">
            <a:extLst xmlns:a="http://schemas.openxmlformats.org/drawingml/2006/main">
              <a:ext uri="{FF2B5EF4-FFF2-40B4-BE49-F238E27FC236}">
                <a16:creationId xmlns:a16="http://schemas.microsoft.com/office/drawing/2014/main" id="{5D5A0B36-5216-41EE-B8C0-EEA4E375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15">
            <a:extLst xmlns:a="http://schemas.openxmlformats.org/drawingml/2006/main">
              <a:ext uri="{FF2B5EF4-FFF2-40B4-BE49-F238E27FC236}">
                <a16:creationId xmlns:a16="http://schemas.microsoft.com/office/drawing/2014/main" id="{FDE63E95-B411-45E2-B33C-38D30656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History in order</a:t>
            </a:r>
          </a:p>
        </p:txBody>
      </p:sp>
      <p:sp>
        <p:nvSpPr>
          <p:cNvPr id="15" name="c3-text-116">
            <a:extLst xmlns:a="http://schemas.openxmlformats.org/drawingml/2006/main">
              <a:ext uri="{FF2B5EF4-FFF2-40B4-BE49-F238E27FC236}">
                <a16:creationId xmlns:a16="http://schemas.microsoft.com/office/drawing/2014/main" id="{AD224085-708E-4450-B1DA-101EF34E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and AI messages still alternate.</a:t>
            </a:r>
          </a:p>
        </p:txBody>
      </p:sp>
      <p:sp>
        <p:nvSpPr>
          <p:cNvPr id="16" name="c3-shape-117">
            <a:extLst xmlns:a="http://schemas.openxmlformats.org/drawingml/2006/main">
              <a:ext uri="{FF2B5EF4-FFF2-40B4-BE49-F238E27FC236}">
                <a16:creationId xmlns:a16="http://schemas.microsoft.com/office/drawing/2014/main" id="{238A9B22-8334-4FBE-9934-A49F85B5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18">
            <a:extLst xmlns:a="http://schemas.openxmlformats.org/drawingml/2006/main">
              <a:ext uri="{FF2B5EF4-FFF2-40B4-BE49-F238E27FC236}">
                <a16:creationId xmlns:a16="http://schemas.microsoft.com/office/drawing/2014/main" id="{571F0D2B-E023-4C96-96CF-CB9520B1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failed call must not break the avatar or the saved conversation.</a:t>
            </a:r>
          </a:p>
        </p:txBody>
      </p:sp>
      <p:sp>
        <p:nvSpPr>
          <p:cNvPr id="18" name="c3-text-388">
            <a:extLst xmlns:a="http://schemas.openxmlformats.org/drawingml/2006/main">
              <a:ext uri="{FF2B5EF4-FFF2-40B4-BE49-F238E27FC236}">
                <a16:creationId xmlns:a16="http://schemas.microsoft.com/office/drawing/2014/main" id="{4C17C4F6-0B66-443A-B361-2EE12F8D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853022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19">
            <a:extLst xmlns:a="http://schemas.openxmlformats.org/drawingml/2006/main">
              <a:ext uri="{FF2B5EF4-FFF2-40B4-BE49-F238E27FC236}">
                <a16:creationId xmlns:a16="http://schemas.microsoft.com/office/drawing/2014/main" id="{9CDEFEF6-5B81-4FA1-96B5-BF0AB296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0">
            <a:extLst xmlns:a="http://schemas.openxmlformats.org/drawingml/2006/main">
              <a:ext uri="{FF2B5EF4-FFF2-40B4-BE49-F238E27FC236}">
                <a16:creationId xmlns:a16="http://schemas.microsoft.com/office/drawing/2014/main" id="{6396F8A9-445F-4412-86AC-C9799D2E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It on the Avatar</a:t>
            </a:r>
          </a:p>
        </p:txBody>
      </p:sp>
      <p:sp>
        <p:nvSpPr>
          <p:cNvPr id="3" name="c3-text-121">
            <a:extLst xmlns:a="http://schemas.openxmlformats.org/drawingml/2006/main">
              <a:ext uri="{FF2B5EF4-FFF2-40B4-BE49-F238E27FC236}">
                <a16:creationId xmlns:a16="http://schemas.microsoft.com/office/drawing/2014/main" id="{5C20993F-13DD-4311-9409-80D4C686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DC874D45-2C9B-4834-AFF6-8E0E84EC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3">
            <a:extLst xmlns:a="http://schemas.openxmlformats.org/drawingml/2006/main">
              <a:ext uri="{FF2B5EF4-FFF2-40B4-BE49-F238E27FC236}">
                <a16:creationId xmlns:a16="http://schemas.microsoft.com/office/drawing/2014/main" id="{C7610B6C-1F7E-4E9F-89EB-1DC6FD2C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4">
            <a:extLst xmlns:a="http://schemas.openxmlformats.org/drawingml/2006/main">
              <a:ext uri="{FF2B5EF4-FFF2-40B4-BE49-F238E27FC236}">
                <a16:creationId xmlns:a16="http://schemas.microsoft.com/office/drawing/2014/main" id="{381BBD6F-2DB2-47D2-9C49-4A63F885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Select the agent</a:t>
            </a:r>
          </a:p>
        </p:txBody>
      </p:sp>
      <p:sp>
        <p:nvSpPr>
          <p:cNvPr id="7" name="c3-text-125">
            <a:extLst xmlns:a="http://schemas.openxmlformats.org/drawingml/2006/main">
              <a:ext uri="{FF2B5EF4-FFF2-40B4-BE49-F238E27FC236}">
                <a16:creationId xmlns:a16="http://schemas.microsoft.com/office/drawing/2014/main" id="{CF11F454-6058-4733-960F-9BD64F6D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vh_cognitive_server.py keep one import: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agents.Module_2.Chapter_03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.langgraph_avatar_agent</a:t>
            </a:r>
          </a:p>
        </p:txBody>
      </p:sp>
      <p:sp>
        <p:nvSpPr>
          <p:cNvPr id="8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38F43BF3-6FD9-4101-87DD-F489313D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7">
            <a:extLst xmlns:a="http://schemas.openxmlformats.org/drawingml/2006/main">
              <a:ext uri="{FF2B5EF4-FFF2-40B4-BE49-F238E27FC236}">
                <a16:creationId xmlns:a16="http://schemas.microsoft.com/office/drawing/2014/main" id="{FD0612B0-DDB4-4105-B582-68F7488E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8">
            <a:extLst xmlns:a="http://schemas.openxmlformats.org/drawingml/2006/main">
              <a:ext uri="{FF2B5EF4-FFF2-40B4-BE49-F238E27FC236}">
                <a16:creationId xmlns:a16="http://schemas.microsoft.com/office/drawing/2014/main" id="{B5F58CC5-108C-4BBC-9BAC-494D7CE8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Test the memory</a:t>
            </a:r>
          </a:p>
        </p:txBody>
      </p:sp>
      <p:sp>
        <p:nvSpPr>
          <p:cNvPr id="11" name="c3-text-129">
            <a:extLst xmlns:a="http://schemas.openxmlformats.org/drawingml/2006/main">
              <a:ext uri="{FF2B5EF4-FFF2-40B4-BE49-F238E27FC236}">
                <a16:creationId xmlns:a16="http://schemas.microsoft.com/office/drawing/2014/main" id="{F3713831-D7D9-4D80-BD3C-331A99B5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Tell your name and favourite colour.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both.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the conversation and ask again.</a:t>
            </a:r>
          </a:p>
        </p:txBody>
      </p:sp>
      <p:sp>
        <p:nvSpPr>
          <p:cNvPr id="12" name="c3-shape-130">
            <a:extLst xmlns:a="http://schemas.openxmlformats.org/drawingml/2006/main">
              <a:ext uri="{FF2B5EF4-FFF2-40B4-BE49-F238E27FC236}">
                <a16:creationId xmlns:a16="http://schemas.microsoft.com/office/drawing/2014/main" id="{E51AFC27-3B40-46B4-8C08-3F4870B4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1">
            <a:extLst xmlns:a="http://schemas.openxmlformats.org/drawingml/2006/main">
              <a:ext uri="{FF2B5EF4-FFF2-40B4-BE49-F238E27FC236}">
                <a16:creationId xmlns:a16="http://schemas.microsoft.com/office/drawing/2014/main" id="{A8488750-40CE-4C6A-9FF1-D1AC2F1D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Save, then restart the cognitive server in the avatar Settings.</a:t>
            </a:r>
          </a:p>
        </p:txBody>
      </p:sp>
      <p:sp>
        <p:nvSpPr>
          <p:cNvPr id="14" name="c3-text-389">
            <a:extLst xmlns:a="http://schemas.openxmlformats.org/drawingml/2006/main">
              <a:ext uri="{FF2B5EF4-FFF2-40B4-BE49-F238E27FC236}">
                <a16:creationId xmlns:a16="http://schemas.microsoft.com/office/drawing/2014/main" id="{D1374379-43B0-4FBE-8F87-EA8870D30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098670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32">
            <a:extLst xmlns:a="http://schemas.openxmlformats.org/drawingml/2006/main">
              <a:ext uri="{FF2B5EF4-FFF2-40B4-BE49-F238E27FC236}">
                <a16:creationId xmlns:a16="http://schemas.microsoft.com/office/drawing/2014/main" id="{E02C4FE1-C06B-401A-8498-3BBB6436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3">
            <a:extLst xmlns:a="http://schemas.openxmlformats.org/drawingml/2006/main">
              <a:ext uri="{FF2B5EF4-FFF2-40B4-BE49-F238E27FC236}">
                <a16:creationId xmlns:a16="http://schemas.microsoft.com/office/drawing/2014/main" id="{7480A5E6-D17F-45BC-BE56-0B5BAC17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Turn</a:t>
            </a:r>
          </a:p>
        </p:txBody>
      </p:sp>
      <p:sp>
        <p:nvSpPr>
          <p:cNvPr id="3" name="c3-text-134">
            <a:extLst xmlns:a="http://schemas.openxmlformats.org/drawingml/2006/main">
              <a:ext uri="{FF2B5EF4-FFF2-40B4-BE49-F238E27FC236}">
                <a16:creationId xmlns:a16="http://schemas.microsoft.com/office/drawing/2014/main" id="{BA101EFD-6E65-4155-AAE4-C019428B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35">
            <a:extLst xmlns:a="http://schemas.openxmlformats.org/drawingml/2006/main">
              <a:ext uri="{FF2B5EF4-FFF2-40B4-BE49-F238E27FC236}">
                <a16:creationId xmlns:a16="http://schemas.microsoft.com/office/drawing/2014/main" id="{EFD29747-42B4-4E3A-81DC-8A8CC998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6">
            <a:extLst xmlns:a="http://schemas.openxmlformats.org/drawingml/2006/main">
              <a:ext uri="{FF2B5EF4-FFF2-40B4-BE49-F238E27FC236}">
                <a16:creationId xmlns:a16="http://schemas.microsoft.com/office/drawing/2014/main" id="{5CFF7B29-844A-422C-8A46-D92F6F3F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7">
            <a:extLst xmlns:a="http://schemas.openxmlformats.org/drawingml/2006/main">
              <a:ext uri="{FF2B5EF4-FFF2-40B4-BE49-F238E27FC236}">
                <a16:creationId xmlns:a16="http://schemas.microsoft.com/office/drawing/2014/main" id="{D0422BDA-8298-429A-AE4D-6749C98F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Persona</a:t>
            </a:r>
          </a:p>
        </p:txBody>
      </p:sp>
      <p:sp>
        <p:nvSpPr>
          <p:cNvPr id="7" name="c3-text-138">
            <a:extLst xmlns:a="http://schemas.openxmlformats.org/drawingml/2006/main">
              <a:ext uri="{FF2B5EF4-FFF2-40B4-BE49-F238E27FC236}">
                <a16:creationId xmlns:a16="http://schemas.microsoft.com/office/drawing/2014/main" id="{05B88B24-3803-45D8-AED0-C055B51B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Change the system instruction: a museum guide with its own name.</a:t>
            </a:r>
          </a:p>
        </p:txBody>
      </p:sp>
      <p:sp>
        <p:nvSpPr>
          <p:cNvPr id="8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D54D65C9-1884-4B4C-AECF-4C3912E8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40">
            <a:extLst xmlns:a="http://schemas.openxmlformats.org/drawingml/2006/main">
              <a:ext uri="{FF2B5EF4-FFF2-40B4-BE49-F238E27FC236}">
                <a16:creationId xmlns:a16="http://schemas.microsoft.com/office/drawing/2014/main" id="{D8FDF8A1-24B1-40ED-8C6A-950CB09D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41">
            <a:extLst xmlns:a="http://schemas.openxmlformats.org/drawingml/2006/main">
              <a:ext uri="{FF2B5EF4-FFF2-40B4-BE49-F238E27FC236}">
                <a16:creationId xmlns:a16="http://schemas.microsoft.com/office/drawing/2014/main" id="{BA1346FF-106A-4E43-B62D-C73D45BF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Buffer</a:t>
            </a:r>
          </a:p>
        </p:txBody>
      </p:sp>
      <p:sp>
        <p:nvSpPr>
          <p:cNvPr id="11" name="c3-text-142">
            <a:extLst xmlns:a="http://schemas.openxmlformats.org/drawingml/2006/main">
              <a:ext uri="{FF2B5EF4-FFF2-40B4-BE49-F238E27FC236}">
                <a16:creationId xmlns:a16="http://schemas.microsoft.com/office/drawing/2014/main" id="{AA7D0C23-8045-43B2-BEA2-7B7789CE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4.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Which messages reach the model?</a:t>
            </a:r>
          </a:p>
        </p:txBody>
      </p:sp>
      <p:sp>
        <p:nvSpPr>
          <p:cNvPr id="12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BC4C1CF4-8489-4198-AE06-AECBC7A7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8B513B33-7F45-49B3-8139-2D4AE6D8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5">
            <a:extLst xmlns:a="http://schemas.openxmlformats.org/drawingml/2006/main">
              <a:ext uri="{FF2B5EF4-FFF2-40B4-BE49-F238E27FC236}">
                <a16:creationId xmlns:a16="http://schemas.microsoft.com/office/drawing/2014/main" id="{AA89187F-E1B4-4AE4-8125-1BA882C4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Optional</a:t>
            </a:r>
          </a:p>
        </p:txBody>
      </p:sp>
      <p:sp>
        <p:nvSpPr>
          <p:cNvPr id="15" name="c3-text-146">
            <a:extLst xmlns:a="http://schemas.openxmlformats.org/drawingml/2006/main">
              <a:ext uri="{FF2B5EF4-FFF2-40B4-BE49-F238E27FC236}">
                <a16:creationId xmlns:a16="http://schemas.microsoft.com/office/drawing/2014/main" id="{16827A67-AFFB-419A-A15A-F8CCEB1F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a different gesture when greeting and when saying goodbye.</a:t>
            </a:r>
          </a:p>
        </p:txBody>
      </p:sp>
      <p:sp>
        <p:nvSpPr>
          <p:cNvPr id="16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48937BC1-EE4F-47F8-9ABA-92DD6A8F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48">
            <a:extLst xmlns:a="http://schemas.openxmlformats.org/drawingml/2006/main">
              <a:ext uri="{FF2B5EF4-FFF2-40B4-BE49-F238E27FC236}">
                <a16:creationId xmlns:a16="http://schemas.microsoft.com/office/drawing/2014/main" id="{55C75831-E01D-45BB-BD57-6F26D115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the agent file, save and restart the cognitive server each time.</a:t>
            </a:r>
          </a:p>
        </p:txBody>
      </p:sp>
      <p:sp>
        <p:nvSpPr>
          <p:cNvPr id="18" name="c3-text-390">
            <a:extLst xmlns:a="http://schemas.openxmlformats.org/drawingml/2006/main">
              <a:ext uri="{FF2B5EF4-FFF2-40B4-BE49-F238E27FC236}">
                <a16:creationId xmlns:a16="http://schemas.microsoft.com/office/drawing/2014/main" id="{01B3396D-42EB-48F2-A4E7-A648BC38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460326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49">
            <a:extLst xmlns:a="http://schemas.openxmlformats.org/drawingml/2006/main">
              <a:ext uri="{FF2B5EF4-FFF2-40B4-BE49-F238E27FC236}">
                <a16:creationId xmlns:a16="http://schemas.microsoft.com/office/drawing/2014/main" id="{6F7A0C48-8FDF-40BC-B9D0-96EEA7B2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0">
            <a:extLst xmlns:a="http://schemas.openxmlformats.org/drawingml/2006/main">
              <a:ext uri="{FF2B5EF4-FFF2-40B4-BE49-F238E27FC236}">
                <a16:creationId xmlns:a16="http://schemas.microsoft.com/office/drawing/2014/main" id="{61F280EE-2D6A-4EA1-9F30-393917D2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Recap [1] [2]</a:t>
            </a:r>
          </a:p>
        </p:txBody>
      </p:sp>
      <p:sp>
        <p:nvSpPr>
          <p:cNvPr id="3" name="c3-text-151">
            <a:extLst xmlns:a="http://schemas.openxmlformats.org/drawingml/2006/main">
              <a:ext uri="{FF2B5EF4-FFF2-40B4-BE49-F238E27FC236}">
                <a16:creationId xmlns:a16="http://schemas.microsoft.com/office/drawing/2014/main" id="{ED99989A-4BD5-48B5-AD08-9A2AFDC6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2988A236-82C0-4832-9373-45E2DD3D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BCDBA517-CE99-4A82-95E6-19429D0C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54">
            <a:extLst xmlns:a="http://schemas.openxmlformats.org/drawingml/2006/main">
              <a:ext uri="{FF2B5EF4-FFF2-40B4-BE49-F238E27FC236}">
                <a16:creationId xmlns:a16="http://schemas.microsoft.com/office/drawing/2014/main" id="{A1666348-B397-476A-A0D0-E9AA09D4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01</a:t>
            </a:r>
          </a:p>
        </p:txBody>
      </p:sp>
      <p:sp>
        <p:nvSpPr>
          <p:cNvPr id="7" name="c3-text-155">
            <a:extLst xmlns:a="http://schemas.openxmlformats.org/drawingml/2006/main">
              <a:ext uri="{FF2B5EF4-FFF2-40B4-BE49-F238E27FC236}">
                <a16:creationId xmlns:a16="http://schemas.microsoft.com/office/drawing/2014/main" id="{0967BC1B-EFD2-428D-925C-886300DE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Graphs: state, nodes, edges.</a:t>
            </a:r>
          </a:p>
        </p:txBody>
      </p:sp>
      <p:sp>
        <p:nvSpPr>
          <p:cNvPr id="8" name="c3-shape-156">
            <a:extLst xmlns:a="http://schemas.openxmlformats.org/drawingml/2006/main">
              <a:ext uri="{FF2B5EF4-FFF2-40B4-BE49-F238E27FC236}">
                <a16:creationId xmlns:a16="http://schemas.microsoft.com/office/drawing/2014/main" id="{BD47BB35-23FB-4932-9ED5-FAE70AD2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57">
            <a:extLst xmlns:a="http://schemas.openxmlformats.org/drawingml/2006/main">
              <a:ext uri="{FF2B5EF4-FFF2-40B4-BE49-F238E27FC236}">
                <a16:creationId xmlns:a16="http://schemas.microsoft.com/office/drawing/2014/main" id="{1A9134BF-F971-4D55-AA3F-268D5325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58">
            <a:extLst xmlns:a="http://schemas.openxmlformats.org/drawingml/2006/main">
              <a:ext uri="{FF2B5EF4-FFF2-40B4-BE49-F238E27FC236}">
                <a16:creationId xmlns:a16="http://schemas.microsoft.com/office/drawing/2014/main" id="{E626040B-4EB5-442B-8622-B08BB9F7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159">
            <a:extLst xmlns:a="http://schemas.openxmlformats.org/drawingml/2006/main">
              <a:ext uri="{FF2B5EF4-FFF2-40B4-BE49-F238E27FC236}">
                <a16:creationId xmlns:a16="http://schemas.microsoft.com/office/drawing/2014/main" id="{BE1601AA-AFBE-474C-8F95-79BA2E487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Messages, reducers, checkpointer and threads.</a:t>
            </a:r>
          </a:p>
        </p:txBody>
      </p:sp>
      <p:sp>
        <p:nvSpPr>
          <p:cNvPr id="12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E20049A4-7C69-4B59-AE97-9B3358BA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61">
            <a:extLst xmlns:a="http://schemas.openxmlformats.org/drawingml/2006/main">
              <a:ext uri="{FF2B5EF4-FFF2-40B4-BE49-F238E27FC236}">
                <a16:creationId xmlns:a16="http://schemas.microsoft.com/office/drawing/2014/main" id="{6A6A5C1D-743C-4E8B-A57A-F05509B2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62">
            <a:extLst xmlns:a="http://schemas.openxmlformats.org/drawingml/2006/main">
              <a:ext uri="{FF2B5EF4-FFF2-40B4-BE49-F238E27FC236}">
                <a16:creationId xmlns:a16="http://schemas.microsoft.com/office/drawing/2014/main" id="{59884A35-42FF-4E14-A5B6-A6B53C90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03</a:t>
            </a:r>
          </a:p>
        </p:txBody>
      </p:sp>
      <p:sp>
        <p:nvSpPr>
          <p:cNvPr id="15" name="c3-text-163">
            <a:extLst xmlns:a="http://schemas.openxmlformats.org/drawingml/2006/main">
              <a:ext uri="{FF2B5EF4-FFF2-40B4-BE49-F238E27FC236}">
                <a16:creationId xmlns:a16="http://schemas.microsoft.com/office/drawing/2014/main" id="{B020A7B8-FFDC-4ED0-81A2-910B3D25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remembers the conversation.</a:t>
            </a:r>
          </a:p>
        </p:txBody>
      </p:sp>
      <p:sp>
        <p:nvSpPr>
          <p:cNvPr id="16" name="c3-shape-164">
            <a:extLst xmlns:a="http://schemas.openxmlformats.org/drawingml/2006/main">
              <a:ext uri="{FF2B5EF4-FFF2-40B4-BE49-F238E27FC236}">
                <a16:creationId xmlns:a16="http://schemas.microsoft.com/office/drawing/2014/main" id="{AF07609B-FDF0-4E4A-A2EF-E7359BD7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65">
            <a:extLst xmlns:a="http://schemas.openxmlformats.org/drawingml/2006/main">
              <a:ext uri="{FF2B5EF4-FFF2-40B4-BE49-F238E27FC236}">
                <a16:creationId xmlns:a16="http://schemas.microsoft.com/office/drawing/2014/main" id="{CB056E87-08BB-41AD-B624-9DBE0B93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lab: tools, coding agents and a weather presenter.</a:t>
            </a:r>
          </a:p>
        </p:txBody>
      </p:sp>
      <p:sp>
        <p:nvSpPr>
          <p:cNvPr id="18" name="c3-text-391">
            <a:extLst xmlns:a="http://schemas.openxmlformats.org/drawingml/2006/main">
              <a:ext uri="{FF2B5EF4-FFF2-40B4-BE49-F238E27FC236}">
                <a16:creationId xmlns:a16="http://schemas.microsoft.com/office/drawing/2014/main" id="{392F5015-0D74-41EA-9E65-8C05240C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77691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66">
            <a:extLst xmlns:a="http://schemas.openxmlformats.org/drawingml/2006/main">
              <a:ext uri="{FF2B5EF4-FFF2-40B4-BE49-F238E27FC236}">
                <a16:creationId xmlns:a16="http://schemas.microsoft.com/office/drawing/2014/main" id="{9C50FCFD-7E99-4EBD-AF50-2AFE1521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7">
            <a:extLst xmlns:a="http://schemas.openxmlformats.org/drawingml/2006/main">
              <a:ext uri="{FF2B5EF4-FFF2-40B4-BE49-F238E27FC236}">
                <a16:creationId xmlns:a16="http://schemas.microsoft.com/office/drawing/2014/main" id="{24CCF801-1D98-416D-88F2-5F03406C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Actions Outside the Model [4]</a:t>
            </a:r>
          </a:p>
        </p:txBody>
      </p:sp>
      <p:sp>
        <p:nvSpPr>
          <p:cNvPr id="3" name="c3-text-168">
            <a:extLst xmlns:a="http://schemas.openxmlformats.org/drawingml/2006/main">
              <a:ext uri="{FF2B5EF4-FFF2-40B4-BE49-F238E27FC236}">
                <a16:creationId xmlns:a16="http://schemas.microsoft.com/office/drawing/2014/main" id="{02CE4419-2602-4302-8E99-37B37472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69">
            <a:extLst xmlns:a="http://schemas.openxmlformats.org/drawingml/2006/main">
              <a:ext uri="{FF2B5EF4-FFF2-40B4-BE49-F238E27FC236}">
                <a16:creationId xmlns:a16="http://schemas.microsoft.com/office/drawing/2014/main" id="{0BC1B43C-288C-4FA0-9C63-44D96DAF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lets an agent retrieve data or perform an action.</a:t>
            </a:r>
          </a:p>
        </p:txBody>
      </p:sp>
      <p:sp>
        <p:nvSpPr>
          <p:cNvPr id="5" name="c3-text-170">
            <a:extLst xmlns:a="http://schemas.openxmlformats.org/drawingml/2006/main">
              <a:ext uri="{FF2B5EF4-FFF2-40B4-BE49-F238E27FC236}">
                <a16:creationId xmlns:a16="http://schemas.microsoft.com/office/drawing/2014/main" id="{DCD6FE1F-1997-436E-B323-276A7FC6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chooses an available tool and supplies its inputs.</a:t>
            </a:r>
          </a:p>
        </p:txBody>
      </p:sp>
      <p:sp>
        <p:nvSpPr>
          <p:cNvPr id="6" name="c3-text-171">
            <a:extLst xmlns:a="http://schemas.openxmlformats.org/drawingml/2006/main">
              <a:ext uri="{FF2B5EF4-FFF2-40B4-BE49-F238E27FC236}">
                <a16:creationId xmlns:a16="http://schemas.microsoft.com/office/drawing/2014/main" id="{ABC54176-8D55-4B12-B69A-E45423A1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program runs the tool and returns its result to the model.</a:t>
            </a:r>
          </a:p>
        </p:txBody>
      </p:sp>
      <p:sp>
        <p:nvSpPr>
          <p:cNvPr id="7" name="c3-text-392">
            <a:extLst xmlns:a="http://schemas.openxmlformats.org/drawingml/2006/main">
              <a:ext uri="{FF2B5EF4-FFF2-40B4-BE49-F238E27FC236}">
                <a16:creationId xmlns:a16="http://schemas.microsoft.com/office/drawing/2014/main" id="{9B7F3B2C-F1DD-40CB-A91E-13B02367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774889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72">
            <a:extLst xmlns:a="http://schemas.openxmlformats.org/drawingml/2006/main">
              <a:ext uri="{FF2B5EF4-FFF2-40B4-BE49-F238E27FC236}">
                <a16:creationId xmlns:a16="http://schemas.microsoft.com/office/drawing/2014/main" id="{A71466FB-A27A-450D-A0B0-3C705F0C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3">
            <a:extLst xmlns:a="http://schemas.openxmlformats.org/drawingml/2006/main">
              <a:ext uri="{FF2B5EF4-FFF2-40B4-BE49-F238E27FC236}">
                <a16:creationId xmlns:a16="http://schemas.microsoft.com/office/drawing/2014/main" id="{6F9D34BB-D842-42EF-AD29-C398A606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74">
            <a:extLst xmlns:a="http://schemas.openxmlformats.org/drawingml/2006/main">
              <a:ext uri="{FF2B5EF4-FFF2-40B4-BE49-F238E27FC236}">
                <a16:creationId xmlns:a16="http://schemas.microsoft.com/office/drawing/2014/main" id="{7A426CD9-E699-44F0-8A20-813F33BE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75">
            <a:extLst xmlns:a="http://schemas.openxmlformats.org/drawingml/2006/main">
              <a:ext uri="{FF2B5EF4-FFF2-40B4-BE49-F238E27FC236}">
                <a16:creationId xmlns:a16="http://schemas.microsoft.com/office/drawing/2014/main" id="{C18AFB54-7FA0-446E-B3B3-603858A5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6">
            <a:extLst xmlns:a="http://schemas.openxmlformats.org/drawingml/2006/main">
              <a:ext uri="{FF2B5EF4-FFF2-40B4-BE49-F238E27FC236}">
                <a16:creationId xmlns:a16="http://schemas.microsoft.com/office/drawing/2014/main" id="{59F0B9B2-4F2B-460F-8771-5C2785B9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77">
            <a:extLst xmlns:a="http://schemas.openxmlformats.org/drawingml/2006/main">
              <a:ext uri="{FF2B5EF4-FFF2-40B4-BE49-F238E27FC236}">
                <a16:creationId xmlns:a16="http://schemas.microsoft.com/office/drawing/2014/main" id="{82DE97FF-176E-4A30-BEAE-CCA1103C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78">
            <a:extLst xmlns:a="http://schemas.openxmlformats.org/drawingml/2006/main">
              <a:ext uri="{FF2B5EF4-FFF2-40B4-BE49-F238E27FC236}">
                <a16:creationId xmlns:a16="http://schemas.microsoft.com/office/drawing/2014/main" id="{74855D5D-7339-4BD3-861A-F6FF0498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179">
            <a:extLst xmlns:a="http://schemas.openxmlformats.org/drawingml/2006/main">
              <a:ext uri="{FF2B5EF4-FFF2-40B4-BE49-F238E27FC236}">
                <a16:creationId xmlns:a16="http://schemas.microsoft.com/office/drawing/2014/main" id="{1C857ABB-DC92-4B4F-88A5-56B430D1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2FED4850-193B-425D-BDCE-77043272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095302AA-8351-4C24-9164-945C57CF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82">
            <a:extLst xmlns:a="http://schemas.openxmlformats.org/drawingml/2006/main">
              <a:ext uri="{FF2B5EF4-FFF2-40B4-BE49-F238E27FC236}">
                <a16:creationId xmlns:a16="http://schemas.microsoft.com/office/drawing/2014/main" id="{56F6DD62-1425-4951-988E-FD1D961C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183">
            <a:extLst xmlns:a="http://schemas.openxmlformats.org/drawingml/2006/main">
              <a:ext uri="{FF2B5EF4-FFF2-40B4-BE49-F238E27FC236}">
                <a16:creationId xmlns:a16="http://schemas.microsoft.com/office/drawing/2014/main" id="{B824C304-7F73-41E5-9A8D-8D60AE32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requested</a:t>
            </a:r>
          </a:p>
        </p:txBody>
      </p:sp>
      <p:sp>
        <p:nvSpPr>
          <p:cNvPr id="13" name="c3-shape-184">
            <a:extLst xmlns:a="http://schemas.openxmlformats.org/drawingml/2006/main">
              <a:ext uri="{FF2B5EF4-FFF2-40B4-BE49-F238E27FC236}">
                <a16:creationId xmlns:a16="http://schemas.microsoft.com/office/drawing/2014/main" id="{AFC82267-CBF7-4E12-9ECA-395B49BD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85">
            <a:extLst xmlns:a="http://schemas.openxmlformats.org/drawingml/2006/main">
              <a:ext uri="{FF2B5EF4-FFF2-40B4-BE49-F238E27FC236}">
                <a16:creationId xmlns:a16="http://schemas.microsoft.com/office/drawing/2014/main" id="{1F9FA9F9-4EE7-4D06-BB2E-918105F4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reply</a:t>
            </a:r>
          </a:p>
        </p:txBody>
      </p:sp>
      <p:sp>
        <p:nvSpPr>
          <p:cNvPr id="15" name="c3-shape-186">
            <a:extLst xmlns:a="http://schemas.openxmlformats.org/drawingml/2006/main">
              <a:ext uri="{FF2B5EF4-FFF2-40B4-BE49-F238E27FC236}">
                <a16:creationId xmlns:a16="http://schemas.microsoft.com/office/drawing/2014/main" id="{B9A659A6-2376-494E-9B89-BFE7AB80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187">
            <a:extLst xmlns:a="http://schemas.openxmlformats.org/drawingml/2006/main">
              <a:ext uri="{FF2B5EF4-FFF2-40B4-BE49-F238E27FC236}">
                <a16:creationId xmlns:a16="http://schemas.microsoft.com/office/drawing/2014/main" id="{1795CE57-FF6E-4BAD-AA51-51CC0309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88">
            <a:extLst xmlns:a="http://schemas.openxmlformats.org/drawingml/2006/main">
              <a:ext uri="{FF2B5EF4-FFF2-40B4-BE49-F238E27FC236}">
                <a16:creationId xmlns:a16="http://schemas.microsoft.com/office/drawing/2014/main" id="{EC691FB6-59A8-46FA-9ABD-1C50A63F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189">
            <a:extLst xmlns:a="http://schemas.openxmlformats.org/drawingml/2006/main">
              <a:ext uri="{FF2B5EF4-FFF2-40B4-BE49-F238E27FC236}">
                <a16:creationId xmlns:a16="http://schemas.microsoft.com/office/drawing/2014/main" id="{B9289ABC-DF45-4895-BEE5-6D28B3CA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190">
            <a:extLst xmlns:a="http://schemas.openxmlformats.org/drawingml/2006/main">
              <a:ext uri="{FF2B5EF4-FFF2-40B4-BE49-F238E27FC236}">
                <a16:creationId xmlns:a16="http://schemas.microsoft.com/office/drawing/2014/main" id="{07719E21-32D4-48BF-8449-43687596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ready to answer</a:t>
            </a:r>
          </a:p>
        </p:txBody>
      </p:sp>
      <p:sp>
        <p:nvSpPr>
          <p:cNvPr id="20" name="c3-shape-191">
            <a:extLst xmlns:a="http://schemas.openxmlformats.org/drawingml/2006/main">
              <a:ext uri="{FF2B5EF4-FFF2-40B4-BE49-F238E27FC236}">
                <a16:creationId xmlns:a16="http://schemas.microsoft.com/office/drawing/2014/main" id="{B43557C4-43A6-42BB-8A3C-8B645EC9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18D87C06-86A6-4AEA-ADC6-AB002C67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6C7670A5-A5C5-4011-9AA3-F6E035A4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194">
            <a:extLst xmlns:a="http://schemas.openxmlformats.org/drawingml/2006/main">
              <a:ext uri="{FF2B5EF4-FFF2-40B4-BE49-F238E27FC236}">
                <a16:creationId xmlns:a16="http://schemas.microsoft.com/office/drawing/2014/main" id="{75EC22B9-E56B-4FC0-B61B-6CDA7EBE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result: return to the model</a:t>
            </a:r>
          </a:p>
        </p:txBody>
      </p:sp>
      <p:sp>
        <p:nvSpPr>
          <p:cNvPr id="24" name="c3-text-195">
            <a:extLst xmlns:a="http://schemas.openxmlformats.org/drawingml/2006/main">
              <a:ext uri="{FF2B5EF4-FFF2-40B4-BE49-F238E27FC236}">
                <a16:creationId xmlns:a16="http://schemas.microsoft.com/office/drawing/2014/main" id="{094AD1F8-46B3-4A3D-98AF-897673DD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program returns the tool result to the model, which prepares the reply.</a:t>
            </a:r>
          </a:p>
        </p:txBody>
      </p:sp>
      <p:sp>
        <p:nvSpPr>
          <p:cNvPr id="25" name="c3-text-393">
            <a:extLst xmlns:a="http://schemas.openxmlformats.org/drawingml/2006/main">
              <a:ext uri="{FF2B5EF4-FFF2-40B4-BE49-F238E27FC236}">
                <a16:creationId xmlns:a16="http://schemas.microsoft.com/office/drawing/2014/main" id="{DD63FA39-4197-47E3-89CF-32DF50F9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251261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196">
            <a:extLst xmlns:a="http://schemas.openxmlformats.org/drawingml/2006/main">
              <a:ext uri="{FF2B5EF4-FFF2-40B4-BE49-F238E27FC236}">
                <a16:creationId xmlns:a16="http://schemas.microsoft.com/office/drawing/2014/main" id="{DB9B3A1A-57C1-41A3-9CD6-5711E101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7">
            <a:extLst xmlns:a="http://schemas.openxmlformats.org/drawingml/2006/main">
              <a:ext uri="{FF2B5EF4-FFF2-40B4-BE49-F238E27FC236}">
                <a16:creationId xmlns:a16="http://schemas.microsoft.com/office/drawing/2014/main" id="{A186B33B-B53A-4F0F-8CA8-7AE58685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Request and JSON [7]</a:t>
            </a:r>
          </a:p>
        </p:txBody>
      </p:sp>
      <p:sp>
        <p:nvSpPr>
          <p:cNvPr id="3" name="c3-text-198">
            <a:extLst xmlns:a="http://schemas.openxmlformats.org/drawingml/2006/main">
              <a:ext uri="{FF2B5EF4-FFF2-40B4-BE49-F238E27FC236}">
                <a16:creationId xmlns:a16="http://schemas.microsoft.com/office/drawing/2014/main" id="{37A7CB02-051A-4482-A1A4-930067C9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99">
            <a:extLst xmlns:a="http://schemas.openxmlformats.org/drawingml/2006/main">
              <a:ext uri="{FF2B5EF4-FFF2-40B4-BE49-F238E27FC236}">
                <a16:creationId xmlns:a16="http://schemas.microsoft.com/office/drawing/2014/main" id="{77DE1F11-AD8C-4C01-8B4C-24F7791C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0">
            <a:extLst xmlns:a="http://schemas.openxmlformats.org/drawingml/2006/main">
              <a:ext uri="{FF2B5EF4-FFF2-40B4-BE49-F238E27FC236}">
                <a16:creationId xmlns:a16="http://schemas.microsoft.com/office/drawing/2014/main" id="{F61D5733-AE14-4679-A1C2-080A5908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758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https://api.openweathermap.org/data/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/weather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?lat=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41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90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&amp;lon=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&amp;appid=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YOUR_KEY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&amp;units=metric</a:t>
            </a:r>
          </a:p>
        </p:txBody>
      </p:sp>
      <p:sp>
        <p:nvSpPr>
          <p:cNvPr id="6" name="c3-text-201">
            <a:extLst xmlns:a="http://schemas.openxmlformats.org/drawingml/2006/main">
              <a:ext uri="{FF2B5EF4-FFF2-40B4-BE49-F238E27FC236}">
                <a16:creationId xmlns:a16="http://schemas.microsoft.com/office/drawing/2014/main" id="{CC728EF0-4F45-42EF-B494-EFB61C22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JSON response contains the observation:</a:t>
            </a:r>
          </a:p>
        </p:txBody>
      </p:sp>
      <p:sp>
        <p:nvSpPr>
          <p:cNvPr id="7" name="c3-shape-202">
            <a:extLst xmlns:a="http://schemas.openxmlformats.org/drawingml/2006/main">
              <a:ext uri="{FF2B5EF4-FFF2-40B4-BE49-F238E27FC236}">
                <a16:creationId xmlns:a16="http://schemas.microsoft.com/office/drawing/2014/main" id="{271CE6D8-CF25-49EA-8F56-7E346A5E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8" name="c3-text-203">
            <a:extLst xmlns:a="http://schemas.openxmlformats.org/drawingml/2006/main">
              <a:ext uri="{FF2B5EF4-FFF2-40B4-BE49-F238E27FC236}">
                <a16:creationId xmlns:a16="http://schemas.microsoft.com/office/drawing/2014/main" id="{5D1311A3-F235-4BBB-A433-9513D3A1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758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"name"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"Rome"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"main"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"temp"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18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"weather"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"description"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 sky"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9" name="c3-text-394">
            <a:extLst xmlns:a="http://schemas.openxmlformats.org/drawingml/2006/main">
              <a:ext uri="{FF2B5EF4-FFF2-40B4-BE49-F238E27FC236}">
                <a16:creationId xmlns:a16="http://schemas.microsoft.com/office/drawing/2014/main" id="{50E8EBF5-248A-42ED-B856-625A43E1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707188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04">
            <a:extLst xmlns:a="http://schemas.openxmlformats.org/drawingml/2006/main">
              <a:ext uri="{FF2B5EF4-FFF2-40B4-BE49-F238E27FC236}">
                <a16:creationId xmlns:a16="http://schemas.microsoft.com/office/drawing/2014/main" id="{00EB2089-EE32-4EC1-A4CD-5D5A2EDE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5">
            <a:extLst xmlns:a="http://schemas.openxmlformats.org/drawingml/2006/main">
              <a:ext uri="{FF2B5EF4-FFF2-40B4-BE49-F238E27FC236}">
                <a16:creationId xmlns:a16="http://schemas.microsoft.com/office/drawing/2014/main" id="{ACA3528A-81F1-4423-9B30-0AE35827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Get an OpenWeather API Key [10] [11]</a:t>
            </a:r>
          </a:p>
        </p:txBody>
      </p:sp>
      <p:sp>
        <p:nvSpPr>
          <p:cNvPr id="3" name="c3-text-206">
            <a:extLst xmlns:a="http://schemas.openxmlformats.org/drawingml/2006/main">
              <a:ext uri="{FF2B5EF4-FFF2-40B4-BE49-F238E27FC236}">
                <a16:creationId xmlns:a16="http://schemas.microsoft.com/office/drawing/2014/main" id="{E4EF406C-BAFD-4654-8465-75F993E2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7">
            <a:hlinkClick xmlns:r="http://schemas.openxmlformats.org/officeDocument/2006/relationships" xmlns:a="http://schemas.openxmlformats.org/drawingml/2006/main" r:id="R40229dffcd44465d"/>
            <a:extLst xmlns:a="http://schemas.openxmlformats.org/drawingml/2006/main">
              <a:ext uri="{FF2B5EF4-FFF2-40B4-BE49-F238E27FC236}">
                <a16:creationId xmlns:a16="http://schemas.microsoft.com/office/drawing/2014/main" id="{3DDE3BB1-92C2-4CD0-8E3C-98EE55BE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Create an OpenWeather account</a:t>
            </a:r>
          </a:p>
        </p:txBody>
      </p:sp>
      <p:sp>
        <p:nvSpPr>
          <p:cNvPr id="5" name="c3-text-208">
            <a:extLst xmlns:a="http://schemas.openxmlformats.org/drawingml/2006/main">
              <a:ext uri="{FF2B5EF4-FFF2-40B4-BE49-F238E27FC236}">
                <a16:creationId xmlns:a16="http://schemas.microsoft.com/office/drawing/2014/main" id="{FA5FA430-29CD-463A-861A-970CFBD5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Confirm your email using the verification message.</a:t>
            </a:r>
          </a:p>
        </p:txBody>
      </p:sp>
      <p:sp>
        <p:nvSpPr>
          <p:cNvPr id="6" name="c3-text-209">
            <a:hlinkClick xmlns:r="http://schemas.openxmlformats.org/officeDocument/2006/relationships" xmlns:a="http://schemas.openxmlformats.org/drawingml/2006/main" r:id="Rf88e4165ea4e4847"/>
            <a:extLst xmlns:a="http://schemas.openxmlformats.org/drawingml/2006/main">
              <a:ext uri="{FF2B5EF4-FFF2-40B4-BE49-F238E27FC236}">
                <a16:creationId xmlns:a16="http://schemas.microsoft.com/office/drawing/2014/main" id="{B5F58DC9-3AAC-44D3-A038-78F9A83F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3. Open API keys and copy your personal key (APPID)</a:t>
            </a:r>
          </a:p>
        </p:txBody>
      </p:sp>
      <p:sp>
        <p:nvSpPr>
          <p:cNvPr id="7" name="c3-text-210">
            <a:extLst xmlns:a="http://schemas.openxmlformats.org/drawingml/2006/main">
              <a:ext uri="{FF2B5EF4-FFF2-40B4-BE49-F238E27FC236}">
                <a16:creationId xmlns:a16="http://schemas.microsoft.com/office/drawing/2014/main" id="{BF9E0375-3749-4FF7-A25A-A45884F7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it before class: automatic activation can take up to two hours.</a:t>
            </a:r>
          </a:p>
        </p:txBody>
      </p:sp>
      <p:sp>
        <p:nvSpPr>
          <p:cNvPr id="8" name="c3-text-395">
            <a:extLst xmlns:a="http://schemas.openxmlformats.org/drawingml/2006/main">
              <a:ext uri="{FF2B5EF4-FFF2-40B4-BE49-F238E27FC236}">
                <a16:creationId xmlns:a16="http://schemas.microsoft.com/office/drawing/2014/main" id="{C497A8B9-6B3F-4FD9-A644-1D5F53F9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9034515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1">
            <a:extLst xmlns:a="http://schemas.openxmlformats.org/drawingml/2006/main">
              <a:ext uri="{FF2B5EF4-FFF2-40B4-BE49-F238E27FC236}">
                <a16:creationId xmlns:a16="http://schemas.microsoft.com/office/drawing/2014/main" id="{578BA3AF-E81C-4DD5-AC03-55EEE405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2">
            <a:extLst xmlns:a="http://schemas.openxmlformats.org/drawingml/2006/main">
              <a:ext uri="{FF2B5EF4-FFF2-40B4-BE49-F238E27FC236}">
                <a16:creationId xmlns:a16="http://schemas.microsoft.com/office/drawing/2014/main" id="{62DFCE8C-A1E7-40C0-9185-EAAE4437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API Key</a:t>
            </a:r>
          </a:p>
        </p:txBody>
      </p:sp>
      <p:sp>
        <p:nvSpPr>
          <p:cNvPr id="3" name="c3-text-213">
            <a:extLst xmlns:a="http://schemas.openxmlformats.org/drawingml/2006/main">
              <a:ext uri="{FF2B5EF4-FFF2-40B4-BE49-F238E27FC236}">
                <a16:creationId xmlns:a16="http://schemas.microsoft.com/office/drawing/2014/main" id="{3B5AB748-3FB2-4899-A54B-1834C434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4">
            <a:extLst xmlns:a="http://schemas.openxmlformats.org/drawingml/2006/main">
              <a:ext uri="{FF2B5EF4-FFF2-40B4-BE49-F238E27FC236}">
                <a16:creationId xmlns:a16="http://schemas.microsoft.com/office/drawing/2014/main" id="{F9075FFE-3E58-4ADD-A492-0166AF2B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the key in a YAML file wherever you prefer.</a:t>
            </a:r>
          </a:p>
        </p:txBody>
      </p:sp>
      <p:sp>
        <p:nvSpPr>
          <p:cNvPr id="5" name="c3-shape-215">
            <a:extLst xmlns:a="http://schemas.openxmlformats.org/drawingml/2006/main">
              <a:ext uri="{FF2B5EF4-FFF2-40B4-BE49-F238E27FC236}">
                <a16:creationId xmlns:a16="http://schemas.microsoft.com/office/drawing/2014/main" id="{181E7CAF-536B-405B-AE89-ADDF76FB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16">
            <a:extLst xmlns:a="http://schemas.openxmlformats.org/drawingml/2006/main">
              <a:ext uri="{FF2B5EF4-FFF2-40B4-BE49-F238E27FC236}">
                <a16:creationId xmlns:a16="http://schemas.microsoft.com/office/drawing/2014/main" id="{38D244C1-C77A-4C1A-A50F-191A140C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api_key: </a:t>
            </a:r>
            <a:r>
              <a:rPr sz="18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"YOUR_OPENWEATHER_KEY"</a:t>
            </a:r>
          </a:p>
        </p:txBody>
      </p:sp>
      <p:sp>
        <p:nvSpPr>
          <p:cNvPr id="7" name="c3-text-217">
            <a:extLst xmlns:a="http://schemas.openxmlformats.org/drawingml/2006/main">
              <a:ext uri="{FF2B5EF4-FFF2-40B4-BE49-F238E27FC236}">
                <a16:creationId xmlns:a16="http://schemas.microsoft.com/office/drawing/2014/main" id="{83E5F3F0-609A-4BEE-9033-2340678B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Tell Codex the file path so the weather agent can read it.</a:t>
            </a:r>
          </a:p>
        </p:txBody>
      </p:sp>
      <p:sp>
        <p:nvSpPr>
          <p:cNvPr id="8" name="c3-text-396">
            <a:extLst xmlns:a="http://schemas.openxmlformats.org/drawingml/2006/main">
              <a:ext uri="{FF2B5EF4-FFF2-40B4-BE49-F238E27FC236}">
                <a16:creationId xmlns:a16="http://schemas.microsoft.com/office/drawing/2014/main" id="{657AF019-6592-48A2-9137-8702EBF0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702721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3-text-218">
            <a:extLst xmlns:a="http://schemas.openxmlformats.org/drawingml/2006/main">
              <a:ext uri="{FF2B5EF4-FFF2-40B4-BE49-F238E27FC236}">
                <a16:creationId xmlns:a16="http://schemas.microsoft.com/office/drawing/2014/main" id="{2E34E404-1AAE-4F2B-8A7F-C65DD964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9">
            <a:extLst xmlns:a="http://schemas.openxmlformats.org/drawingml/2006/main">
              <a:ext uri="{FF2B5EF4-FFF2-40B4-BE49-F238E27FC236}">
                <a16:creationId xmlns:a16="http://schemas.microsoft.com/office/drawing/2014/main" id="{DC3A3FAA-89B2-48AD-A0B5-39F9B63E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Claude Code and Codex [5] [6]</a:t>
            </a:r>
          </a:p>
        </p:txBody>
      </p:sp>
      <p:sp>
        <p:nvSpPr>
          <p:cNvPr id="3" name="c3-text-220">
            <a:extLst xmlns:a="http://schemas.openxmlformats.org/drawingml/2006/main">
              <a:ext uri="{FF2B5EF4-FFF2-40B4-BE49-F238E27FC236}">
                <a16:creationId xmlns:a16="http://schemas.microsoft.com/office/drawing/2014/main" id="{AFAAA6C7-C781-41E6-84F4-0DFD6FD4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f38b2b4914b3a"/>
          <a:stretch xmlns:a="http://schemas.openxmlformats.org/drawingml/2006/main"/>
        </p:blipFill>
        <p:spPr>
          <a:xfrm xmlns:a="http://schemas.openxmlformats.org/drawingml/2006/main">
            <a:off x="609600" y="1552575"/>
            <a:ext cx="685800" cy="6858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2e9c8e9b6a44e3"/>
          <a:stretch xmlns:a="http://schemas.openxmlformats.org/drawingml/2006/main"/>
        </p:blipFill>
        <p:spPr>
          <a:xfrm xmlns:a="http://schemas.openxmlformats.org/drawingml/2006/main">
            <a:off x="4762500" y="1552575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6" name="c3-text-221">
            <a:extLst xmlns:a="http://schemas.openxmlformats.org/drawingml/2006/main">
              <a:ext uri="{FF2B5EF4-FFF2-40B4-BE49-F238E27FC236}">
                <a16:creationId xmlns:a16="http://schemas.microsoft.com/office/drawing/2014/main" id="{C37B4E10-F68B-44AB-AAE2-BC2DD232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Claude Code</a:t>
            </a:r>
          </a:p>
        </p:txBody>
      </p:sp>
      <p:sp>
        <p:nvSpPr>
          <p:cNvPr id="7" name="c3-text-222">
            <a:extLst xmlns:a="http://schemas.openxmlformats.org/drawingml/2006/main">
              <a:ext uri="{FF2B5EF4-FFF2-40B4-BE49-F238E27FC236}">
                <a16:creationId xmlns:a16="http://schemas.microsoft.com/office/drawing/2014/main" id="{5CA13560-3C74-400F-A9A1-21D8A2FB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8" name="c3-text-223">
            <a:extLst xmlns:a="http://schemas.openxmlformats.org/drawingml/2006/main">
              <a:ext uri="{FF2B5EF4-FFF2-40B4-BE49-F238E27FC236}">
                <a16:creationId xmlns:a16="http://schemas.microsoft.com/office/drawing/2014/main" id="{5AD12CDB-42C1-43DC-99FC-835C4578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Codex</a:t>
            </a:r>
          </a:p>
        </p:txBody>
      </p:sp>
      <p:sp>
        <p:nvSpPr>
          <p:cNvPr id="9" name="c3-text-224">
            <a:extLst xmlns:a="http://schemas.openxmlformats.org/drawingml/2006/main">
              <a:ext uri="{FF2B5EF4-FFF2-40B4-BE49-F238E27FC236}">
                <a16:creationId xmlns:a16="http://schemas.microsoft.com/office/drawing/2014/main" id="{214E5C56-29E9-462B-8148-9473BCB4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0" name="c3-text-225">
            <a:extLst xmlns:a="http://schemas.openxmlformats.org/drawingml/2006/main">
              <a:ext uri="{FF2B5EF4-FFF2-40B4-BE49-F238E27FC236}">
                <a16:creationId xmlns:a16="http://schemas.microsoft.com/office/drawing/2014/main" id="{D8897D00-9D4E-4C3A-A433-66854B29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Claude models to explore a codebase, edit files and run terminal commands.</a:t>
            </a:r>
          </a:p>
        </p:txBody>
      </p:sp>
      <p:sp>
        <p:nvSpPr>
          <p:cNvPr id="11" name="c3-text-226">
            <a:extLst xmlns:a="http://schemas.openxmlformats.org/drawingml/2006/main">
              <a:ext uri="{FF2B5EF4-FFF2-40B4-BE49-F238E27FC236}">
                <a16:creationId xmlns:a16="http://schemas.microsoft.com/office/drawing/2014/main" id="{C2119FE8-914A-443F-91D3-A1F31AA9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OpenAI models to write, review and change code with the context in your editor.</a:t>
            </a:r>
          </a:p>
        </p:txBody>
      </p:sp>
      <p:sp>
        <p:nvSpPr>
          <p:cNvPr id="12" name="c3-text-227">
            <a:extLst xmlns:a="http://schemas.openxmlformats.org/drawingml/2006/main">
              <a:ext uri="{FF2B5EF4-FFF2-40B4-BE49-F238E27FC236}">
                <a16:creationId xmlns:a16="http://schemas.microsoft.com/office/drawing/2014/main" id="{03C632D4-8F5A-4AA0-B89D-D8C83393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Terminal and VS Code extension</a:t>
            </a:r>
          </a:p>
        </p:txBody>
      </p:sp>
      <p:sp>
        <p:nvSpPr>
          <p:cNvPr id="13" name="c3-text-228">
            <a:extLst xmlns:a="http://schemas.openxmlformats.org/drawingml/2006/main">
              <a:ext uri="{FF2B5EF4-FFF2-40B4-BE49-F238E27FC236}">
                <a16:creationId xmlns:a16="http://schemas.microsoft.com/office/drawing/2014/main" id="{7CF0E33F-44D0-4E7D-A64E-5172F7EA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VS Code extension and CLI</a:t>
            </a:r>
          </a:p>
        </p:txBody>
      </p:sp>
      <p:sp>
        <p:nvSpPr>
          <p:cNvPr id="14" name="c3-text-229">
            <a:hlinkClick xmlns:r="http://schemas.openxmlformats.org/officeDocument/2006/relationships" xmlns:a="http://schemas.openxmlformats.org/drawingml/2006/main" r:id="R6ed0257ca3c14448"/>
            <a:extLst xmlns:a="http://schemas.openxmlformats.org/drawingml/2006/main">
              <a:ext uri="{FF2B5EF4-FFF2-40B4-BE49-F238E27FC236}">
                <a16:creationId xmlns:a16="http://schemas.microsoft.com/office/drawing/2014/main" id="{EDE8EE5B-41BB-4CE0-A2A2-D1FDFF72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claude.com/claude-code</a:t>
            </a:r>
          </a:p>
        </p:txBody>
      </p:sp>
      <p:sp>
        <p:nvSpPr>
          <p:cNvPr id="15" name="c3-text-230">
            <a:hlinkClick xmlns:r="http://schemas.openxmlformats.org/officeDocument/2006/relationships" xmlns:a="http://schemas.openxmlformats.org/drawingml/2006/main" r:id="Rd99d14d445194fcf"/>
            <a:extLst xmlns:a="http://schemas.openxmlformats.org/drawingml/2006/main">
              <a:ext uri="{FF2B5EF4-FFF2-40B4-BE49-F238E27FC236}">
                <a16:creationId xmlns:a16="http://schemas.microsoft.com/office/drawing/2014/main" id="{BBBA12D3-A72E-403A-88F2-0D0F2B69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openai.com/codex</a:t>
            </a:r>
          </a:p>
        </p:txBody>
      </p:sp>
      <p:sp>
        <p:nvSpPr>
          <p:cNvPr id="16" name="c3-text-231">
            <a:extLst xmlns:a="http://schemas.openxmlformats.org/drawingml/2006/main">
              <a:ext uri="{FF2B5EF4-FFF2-40B4-BE49-F238E27FC236}">
                <a16:creationId xmlns:a16="http://schemas.microsoft.com/office/drawing/2014/main" id="{11E175A8-1F4F-4958-8D86-486365BA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Describe a goal, inspect the edits and try the result.</a:t>
            </a:r>
          </a:p>
        </p:txBody>
      </p:sp>
      <p:sp>
        <p:nvSpPr>
          <p:cNvPr id="17" name="c3-text-397">
            <a:extLst xmlns:a="http://schemas.openxmlformats.org/drawingml/2006/main">
              <a:ext uri="{FF2B5EF4-FFF2-40B4-BE49-F238E27FC236}">
                <a16:creationId xmlns:a16="http://schemas.microsoft.com/office/drawing/2014/main" id="{5C3AA6EE-6D97-4F74-8056-1373AF43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67611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32">
            <a:extLst xmlns:a="http://schemas.openxmlformats.org/drawingml/2006/main">
              <a:ext uri="{FF2B5EF4-FFF2-40B4-BE49-F238E27FC236}">
                <a16:creationId xmlns:a16="http://schemas.microsoft.com/office/drawing/2014/main" id="{1213A955-BCBD-4E26-B4C6-5DC34848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3">
            <a:extLst xmlns:a="http://schemas.openxmlformats.org/drawingml/2006/main">
              <a:ext uri="{FF2B5EF4-FFF2-40B4-BE49-F238E27FC236}">
                <a16:creationId xmlns:a16="http://schemas.microsoft.com/office/drawing/2014/main" id="{F670F375-F282-48D6-96DE-510FAF66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Codex in VS Code [5] [13]</a:t>
            </a:r>
          </a:p>
        </p:txBody>
      </p:sp>
      <p:sp>
        <p:nvSpPr>
          <p:cNvPr id="3" name="c3-text-234">
            <a:extLst xmlns:a="http://schemas.openxmlformats.org/drawingml/2006/main">
              <a:ext uri="{FF2B5EF4-FFF2-40B4-BE49-F238E27FC236}">
                <a16:creationId xmlns:a16="http://schemas.microsoft.com/office/drawing/2014/main" id="{7660B498-E791-4FEB-8820-DA3D9E9A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5">
            <a:extLst xmlns:a="http://schemas.openxmlformats.org/drawingml/2006/main">
              <a:ext uri="{FF2B5EF4-FFF2-40B4-BE49-F238E27FC236}">
                <a16:creationId xmlns:a16="http://schemas.microsoft.com/office/drawing/2014/main" id="{EC47079A-CDCC-4B5A-AA5F-FDC277AE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Open Extensions (Ctrl+Shift+X) and search for Codex.</a:t>
            </a:r>
          </a:p>
        </p:txBody>
      </p:sp>
      <p:sp>
        <p:nvSpPr>
          <p:cNvPr id="5" name="c3-text-236">
            <a:extLst xmlns:a="http://schemas.openxmlformats.org/drawingml/2006/main">
              <a:ext uri="{FF2B5EF4-FFF2-40B4-BE49-F238E27FC236}">
                <a16:creationId xmlns:a16="http://schemas.microsoft.com/office/drawing/2014/main" id="{BB07984A-7A67-4A3F-9BF4-D61D9FA9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Install Codex, published by OpenAI.</a:t>
            </a:r>
          </a:p>
        </p:txBody>
      </p:sp>
      <p:sp>
        <p:nvSpPr>
          <p:cNvPr id="6" name="c3-text-237">
            <a:extLst xmlns:a="http://schemas.openxmlformats.org/drawingml/2006/main">
              <a:ext uri="{FF2B5EF4-FFF2-40B4-BE49-F238E27FC236}">
                <a16:creationId xmlns:a16="http://schemas.microsoft.com/office/drawing/2014/main" id="{2DC8F528-E119-489F-85D1-E623A235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Open the Codex panel and sign in with ChatGPT.</a:t>
            </a:r>
          </a:p>
        </p:txBody>
      </p:sp>
      <p:sp>
        <p:nvSpPr>
          <p:cNvPr id="7" name="c3-text-238">
            <a:extLst xmlns:a="http://schemas.openxmlformats.org/drawingml/2006/main">
              <a:ext uri="{FF2B5EF4-FFF2-40B4-BE49-F238E27FC236}">
                <a16:creationId xmlns:a16="http://schemas.microsoft.com/office/drawing/2014/main" id="{C1E6D4A2-18B0-4D7E-B047-0CA3E7CC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4. Create and open an empty codex-demo folder. Start a chat.</a:t>
            </a:r>
          </a:p>
        </p:txBody>
      </p:sp>
      <p:sp>
        <p:nvSpPr>
          <p:cNvPr id="8" name="c3-text-239">
            <a:hlinkClick xmlns:r="http://schemas.openxmlformats.org/officeDocument/2006/relationships" xmlns:a="http://schemas.openxmlformats.org/drawingml/2006/main" r:id="R2e49b8872ac7483b"/>
            <a:extLst xmlns:a="http://schemas.openxmlformats.org/drawingml/2006/main">
              <a:ext uri="{FF2B5EF4-FFF2-40B4-BE49-F238E27FC236}">
                <a16:creationId xmlns:a16="http://schemas.microsoft.com/office/drawing/2014/main" id="{45565651-1B99-43A9-8A7D-8E225FD4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7924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official Codex extension</a:t>
            </a:r>
          </a:p>
        </p:txBody>
      </p:sp>
      <p:sp>
        <p:nvSpPr>
          <p:cNvPr id="9" name="c3-text-398">
            <a:extLst xmlns:a="http://schemas.openxmlformats.org/drawingml/2006/main">
              <a:ext uri="{FF2B5EF4-FFF2-40B4-BE49-F238E27FC236}">
                <a16:creationId xmlns:a16="http://schemas.microsoft.com/office/drawing/2014/main" id="{588B869C-E027-45E1-8A29-5B3F943B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7300563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40">
            <a:extLst xmlns:a="http://schemas.openxmlformats.org/drawingml/2006/main">
              <a:ext uri="{FF2B5EF4-FFF2-40B4-BE49-F238E27FC236}">
                <a16:creationId xmlns:a16="http://schemas.microsoft.com/office/drawing/2014/main" id="{72FBB2F1-ED33-415B-A8E6-932697B3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1">
            <a:extLst xmlns:a="http://schemas.openxmlformats.org/drawingml/2006/main">
              <a:ext uri="{FF2B5EF4-FFF2-40B4-BE49-F238E27FC236}">
                <a16:creationId xmlns:a16="http://schemas.microsoft.com/office/drawing/2014/main" id="{5E034EBD-E868-417B-8D43-90684AF1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 Demo: A Browser Game</a:t>
            </a:r>
          </a:p>
        </p:txBody>
      </p:sp>
      <p:sp>
        <p:nvSpPr>
          <p:cNvPr id="3" name="c3-text-242">
            <a:extLst xmlns:a="http://schemas.openxmlformats.org/drawingml/2006/main">
              <a:ext uri="{FF2B5EF4-FFF2-40B4-BE49-F238E27FC236}">
                <a16:creationId xmlns:a16="http://schemas.microsoft.com/office/drawing/2014/main" id="{91CB228C-C1BB-407E-A8CB-37A9822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3">
            <a:extLst xmlns:a="http://schemas.openxmlformats.org/drawingml/2006/main">
              <a:ext uri="{FF2B5EF4-FFF2-40B4-BE49-F238E27FC236}">
                <a16:creationId xmlns:a16="http://schemas.microsoft.com/office/drawing/2014/main" id="{C301884C-FE81-4A7C-8A3E-DF5838CA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in the empty codex-demo folder:</a:t>
            </a:r>
          </a:p>
        </p:txBody>
      </p:sp>
      <p:sp>
        <p:nvSpPr>
          <p:cNvPr id="5" name="c3-text-244">
            <a:extLst xmlns:a="http://schemas.openxmlformats.org/drawingml/2006/main">
              <a:ext uri="{FF2B5EF4-FFF2-40B4-BE49-F238E27FC236}">
                <a16:creationId xmlns:a16="http://schemas.microsoft.com/office/drawing/2014/main" id="{D93CA308-8813-4321-AFF7-60077684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7924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a simple, lightweight game in the style of {game style}.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Put HTML, CSS and JavaScript in one index.html file.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It should open directly in a browser.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Add clear controls, a score and a restart button.</a:t>
            </a:r>
          </a:p>
        </p:txBody>
      </p:sp>
      <p:sp>
        <p:nvSpPr>
          <p:cNvPr id="6" name="c3-text-245">
            <a:extLst xmlns:a="http://schemas.openxmlformats.org/drawingml/2006/main">
              <a:ext uri="{FF2B5EF4-FFF2-40B4-BE49-F238E27FC236}">
                <a16:creationId xmlns:a16="http://schemas.microsoft.com/office/drawing/2014/main" id="{742A9D28-4607-435D-9274-D8714136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a style: Snake, Pong, a platformer or an endless runner.</a:t>
            </a:r>
          </a:p>
        </p:txBody>
      </p:sp>
      <p:sp>
        <p:nvSpPr>
          <p:cNvPr id="7" name="c3-text-399">
            <a:extLst xmlns:a="http://schemas.openxmlformats.org/drawingml/2006/main">
              <a:ext uri="{FF2B5EF4-FFF2-40B4-BE49-F238E27FC236}">
                <a16:creationId xmlns:a16="http://schemas.microsoft.com/office/drawing/2014/main" id="{543AF362-0069-4D52-8795-E04A24FD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819223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246">
            <a:extLst xmlns:a="http://schemas.openxmlformats.org/drawingml/2006/main">
              <a:ext uri="{FF2B5EF4-FFF2-40B4-BE49-F238E27FC236}">
                <a16:creationId xmlns:a16="http://schemas.microsoft.com/office/drawing/2014/main" id="{12A73CF2-FFBA-4A74-94B5-DFF5F16D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7">
            <a:extLst xmlns:a="http://schemas.openxmlformats.org/drawingml/2006/main">
              <a:ext uri="{FF2B5EF4-FFF2-40B4-BE49-F238E27FC236}">
                <a16:creationId xmlns:a16="http://schemas.microsoft.com/office/drawing/2014/main" id="{8D483F1E-CC57-4AE5-9069-CF5100FF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Brain on ChatGPT [15]</a:t>
            </a:r>
          </a:p>
        </p:txBody>
      </p:sp>
      <p:sp>
        <p:nvSpPr>
          <p:cNvPr id="3" name="c3-text-248">
            <a:extLst xmlns:a="http://schemas.openxmlformats.org/drawingml/2006/main">
              <a:ext uri="{FF2B5EF4-FFF2-40B4-BE49-F238E27FC236}">
                <a16:creationId xmlns:a16="http://schemas.microsoft.com/office/drawing/2014/main" id="{2B14CA8B-BBD4-4B68-B9ED-FD1A4F38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9">
            <a:extLst xmlns:a="http://schemas.openxmlformats.org/drawingml/2006/main">
              <a:ext uri="{FF2B5EF4-FFF2-40B4-BE49-F238E27FC236}">
                <a16:creationId xmlns:a16="http://schemas.microsoft.com/office/drawing/2014/main" id="{1DE87512-8694-4CE9-8E07-E0B71139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3025"/>
            <a:ext cx="7924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MIT-led study: 54 participants wrote essays while EEG recorded brain activity.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8acc42efc544a1"/>
          <a:stretch xmlns:a="http://schemas.openxmlformats.org/drawingml/2006/main"/>
        </p:blipFill>
        <p:spPr>
          <a:xfrm xmlns:a="http://schemas.openxmlformats.org/drawingml/2006/main">
            <a:off x="609600" y="1828800"/>
            <a:ext cx="514350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c3-text-250">
            <a:extLst xmlns:a="http://schemas.openxmlformats.org/drawingml/2006/main">
              <a:ext uri="{FF2B5EF4-FFF2-40B4-BE49-F238E27FC236}">
                <a16:creationId xmlns:a16="http://schemas.microsoft.com/office/drawing/2014/main" id="{B1681A5F-D812-4639-9B81-304CD810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95475"/>
            <a:ext cx="2533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ChatGPT group</a:t>
            </a:r>
          </a:p>
        </p:txBody>
      </p:sp>
      <p:sp>
        <p:nvSpPr>
          <p:cNvPr id="7" name="c3-text-251">
            <a:extLst xmlns:a="http://schemas.openxmlformats.org/drawingml/2006/main">
              <a:ext uri="{FF2B5EF4-FFF2-40B4-BE49-F238E27FC236}">
                <a16:creationId xmlns:a16="http://schemas.microsoft.com/office/drawing/2014/main" id="{6FE0EA7E-BE26-4F55-B2DE-9B7318BC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24100"/>
            <a:ext cx="25336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Weaker EEG connectivity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than the other groups.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More difficulty quoting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their own text afterwards.</a:t>
            </a:r>
          </a:p>
        </p:txBody>
      </p:sp>
      <p:sp>
        <p:nvSpPr>
          <p:cNvPr id="8" name="c3-text-252">
            <a:hlinkClick xmlns:r="http://schemas.openxmlformats.org/officeDocument/2006/relationships" xmlns:a="http://schemas.openxmlformats.org/drawingml/2006/main" r:id="R70c3368813e248e1"/>
            <a:extLst xmlns:a="http://schemas.openxmlformats.org/drawingml/2006/main">
              <a:ext uri="{FF2B5EF4-FFF2-40B4-BE49-F238E27FC236}">
                <a16:creationId xmlns:a16="http://schemas.microsoft.com/office/drawing/2014/main" id="{6752A103-5E95-4915-92F1-0D2F3627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75" b="0" u="sng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Kosmyna et al. (2025), Fig. 1 · CC BY-NC-SA</a:t>
            </a:r>
          </a:p>
        </p:txBody>
      </p:sp>
      <p:sp>
        <p:nvSpPr>
          <p:cNvPr id="9" name="c3-text-253">
            <a:extLst xmlns:a="http://schemas.openxmlformats.org/drawingml/2006/main">
              <a:ext uri="{FF2B5EF4-FFF2-40B4-BE49-F238E27FC236}">
                <a16:creationId xmlns:a16="http://schemas.microsoft.com/office/drawing/2014/main" id="{CAEEDEBF-401F-428F-97B1-165EE37C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7924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Essay-writing preprint: EEG connectivity is not a direct measure of learning.</a:t>
            </a:r>
          </a:p>
        </p:txBody>
      </p:sp>
      <p:sp>
        <p:nvSpPr>
          <p:cNvPr id="10" name="c3-text-400">
            <a:extLst xmlns:a="http://schemas.openxmlformats.org/drawingml/2006/main">
              <a:ext uri="{FF2B5EF4-FFF2-40B4-BE49-F238E27FC236}">
                <a16:creationId xmlns:a16="http://schemas.microsoft.com/office/drawing/2014/main" id="{4320BF8B-7C07-47FC-9CA4-06A16E45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3723089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3-text-254">
            <a:extLst xmlns:a="http://schemas.openxmlformats.org/drawingml/2006/main">
              <a:ext uri="{FF2B5EF4-FFF2-40B4-BE49-F238E27FC236}">
                <a16:creationId xmlns:a16="http://schemas.microsoft.com/office/drawing/2014/main" id="{B1A8E71A-AD6A-4603-A9CF-EFC9E2F2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5">
            <a:extLst xmlns:a="http://schemas.openxmlformats.org/drawingml/2006/main">
              <a:ext uri="{FF2B5EF4-FFF2-40B4-BE49-F238E27FC236}">
                <a16:creationId xmlns:a16="http://schemas.microsoft.com/office/drawing/2014/main" id="{68CABB67-22AB-446D-8CEB-F52110F5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Speed and Learning</a:t>
            </a:r>
          </a:p>
        </p:txBody>
      </p:sp>
      <p:sp>
        <p:nvSpPr>
          <p:cNvPr id="3" name="c3-text-256">
            <a:extLst xmlns:a="http://schemas.openxmlformats.org/drawingml/2006/main">
              <a:ext uri="{FF2B5EF4-FFF2-40B4-BE49-F238E27FC236}">
                <a16:creationId xmlns:a16="http://schemas.microsoft.com/office/drawing/2014/main" id="{713038C7-848F-4145-876F-E26A87D1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7">
            <a:extLst xmlns:a="http://schemas.openxmlformats.org/drawingml/2006/main">
              <a:ext uri="{FF2B5EF4-FFF2-40B4-BE49-F238E27FC236}">
                <a16:creationId xmlns:a16="http://schemas.microsoft.com/office/drawing/2014/main" id="{4791AE10-2513-49EE-B122-35FA5F9C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How much of the search and thinking do we do ourselves?</a:t>
            </a:r>
          </a:p>
        </p:txBody>
      </p:sp>
      <p:sp>
        <p:nvSpPr>
          <p:cNvPr id="5" name="c3-text-258">
            <a:extLst xmlns:a="http://schemas.openxmlformats.org/drawingml/2006/main">
              <a:ext uri="{FF2B5EF4-FFF2-40B4-BE49-F238E27FC236}">
                <a16:creationId xmlns:a16="http://schemas.microsoft.com/office/drawing/2014/main" id="{F0D9681A-0460-4AC9-B89E-A3FB8282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Library</a:t>
            </a:r>
          </a:p>
        </p:txBody>
      </p:sp>
      <p:sp>
        <p:nvSpPr>
          <p:cNvPr id="6" name="c3-text-259">
            <a:extLst xmlns:a="http://schemas.openxmlformats.org/drawingml/2006/main">
              <a:ext uri="{FF2B5EF4-FFF2-40B4-BE49-F238E27FC236}">
                <a16:creationId xmlns:a16="http://schemas.microsoft.com/office/drawing/2014/main" id="{ECA2EEA2-272D-47CA-8647-32474E5C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Travel, meet a librarian,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find books, take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People, places and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unexpected discoveries.</a:t>
            </a:r>
          </a:p>
        </p:txBody>
      </p:sp>
      <p:sp>
        <p:nvSpPr>
          <p:cNvPr id="7" name="c3-text-260">
            <a:extLst xmlns:a="http://schemas.openxmlformats.org/drawingml/2006/main">
              <a:ext uri="{FF2B5EF4-FFF2-40B4-BE49-F238E27FC236}">
                <a16:creationId xmlns:a16="http://schemas.microsoft.com/office/drawing/2014/main" id="{09546C6B-FDC8-4987-91C8-AF1D7192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 search</a:t>
            </a:r>
          </a:p>
        </p:txBody>
      </p:sp>
      <p:sp>
        <p:nvSpPr>
          <p:cNvPr id="8" name="c3-text-261">
            <a:extLst xmlns:a="http://schemas.openxmlformats.org/drawingml/2006/main">
              <a:ext uri="{FF2B5EF4-FFF2-40B4-BE49-F238E27FC236}">
                <a16:creationId xmlns:a16="http://schemas.microsoft.com/office/drawing/2014/main" id="{AEF079F6-105A-4DAA-8BE4-D94069B6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Search, click, compare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sources and summarise.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Less travelling.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Still selecting and writing.</a:t>
            </a:r>
          </a:p>
        </p:txBody>
      </p:sp>
      <p:sp>
        <p:nvSpPr>
          <p:cNvPr id="9" name="c3-text-262">
            <a:extLst xmlns:a="http://schemas.openxmlformats.org/drawingml/2006/main">
              <a:ext uri="{FF2B5EF4-FFF2-40B4-BE49-F238E27FC236}">
                <a16:creationId xmlns:a16="http://schemas.microsoft.com/office/drawing/2014/main" id="{C96BB0BC-C966-4E64-8112-B3A8A942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33600"/>
            <a:ext cx="2419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An AI answer</a:t>
            </a:r>
          </a:p>
        </p:txBody>
      </p:sp>
      <p:sp>
        <p:nvSpPr>
          <p:cNvPr id="10" name="c3-text-263">
            <a:extLst xmlns:a="http://schemas.openxmlformats.org/drawingml/2006/main">
              <a:ext uri="{FF2B5EF4-FFF2-40B4-BE49-F238E27FC236}">
                <a16:creationId xmlns:a16="http://schemas.microsoft.com/office/drawing/2014/main" id="{38595A18-21C4-4333-BAB1-7115967C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28900"/>
            <a:ext cx="24193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synthesis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use it immediately.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Less practice if we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accept it unchanged.</a:t>
            </a:r>
          </a:p>
        </p:txBody>
      </p:sp>
      <p:sp>
        <p:nvSpPr>
          <p:cNvPr id="11" name="c3-text-264">
            <a:extLst xmlns:a="http://schemas.openxmlformats.org/drawingml/2006/main">
              <a:ext uri="{FF2B5EF4-FFF2-40B4-BE49-F238E27FC236}">
                <a16:creationId xmlns:a16="http://schemas.microsoft.com/office/drawing/2014/main" id="{32BB352E-74FC-4291-8C59-15338F44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Faster answers can leave fewer opportunities to process and remember.</a:t>
            </a:r>
          </a:p>
        </p:txBody>
      </p:sp>
      <p:sp>
        <p:nvSpPr>
          <p:cNvPr id="12" name="c3-text-401">
            <a:extLst xmlns:a="http://schemas.openxmlformats.org/drawingml/2006/main">
              <a:ext uri="{FF2B5EF4-FFF2-40B4-BE49-F238E27FC236}">
                <a16:creationId xmlns:a16="http://schemas.microsoft.com/office/drawing/2014/main" id="{5DA47784-9303-4285-A5A3-1E0F7826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9629436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265">
            <a:extLst xmlns:a="http://schemas.openxmlformats.org/drawingml/2006/main">
              <a:ext uri="{FF2B5EF4-FFF2-40B4-BE49-F238E27FC236}">
                <a16:creationId xmlns:a16="http://schemas.microsoft.com/office/drawing/2014/main" id="{5B822A28-B889-468B-8945-26BD7E0F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6">
            <a:extLst xmlns:a="http://schemas.openxmlformats.org/drawingml/2006/main">
              <a:ext uri="{FF2B5EF4-FFF2-40B4-BE49-F238E27FC236}">
                <a16:creationId xmlns:a16="http://schemas.microsoft.com/office/drawing/2014/main" id="{FAB3DE5B-B787-47D6-AD85-9372705B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Choosing What to Practise [16]</a:t>
            </a:r>
          </a:p>
        </p:txBody>
      </p:sp>
      <p:sp>
        <p:nvSpPr>
          <p:cNvPr id="3" name="c3-text-267">
            <a:extLst xmlns:a="http://schemas.openxmlformats.org/drawingml/2006/main">
              <a:ext uri="{FF2B5EF4-FFF2-40B4-BE49-F238E27FC236}">
                <a16:creationId xmlns:a16="http://schemas.microsoft.com/office/drawing/2014/main" id="{8A82887D-3835-4954-9BCF-31DE0B58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8">
            <a:extLst xmlns:a="http://schemas.openxmlformats.org/drawingml/2006/main">
              <a:ext uri="{FF2B5EF4-FFF2-40B4-BE49-F238E27FC236}">
                <a16:creationId xmlns:a16="http://schemas.microsoft.com/office/drawing/2014/main" id="{1503D8B9-AE0E-4ED0-A167-79DEAC9C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What do I want to be able to do without AI?</a:t>
            </a:r>
          </a:p>
        </p:txBody>
      </p:sp>
      <p:sp>
        <p:nvSpPr>
          <p:cNvPr id="5" name="c3-text-269">
            <a:extLst xmlns:a="http://schemas.openxmlformats.org/drawingml/2006/main">
              <a:ext uri="{FF2B5EF4-FFF2-40B4-BE49-F238E27FC236}">
                <a16:creationId xmlns:a16="http://schemas.microsoft.com/office/drawing/2014/main" id="{C0CC48B1-7EA1-4579-B80E-B8208636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 task to finish</a:t>
            </a:r>
          </a:p>
        </p:txBody>
      </p:sp>
      <p:sp>
        <p:nvSpPr>
          <p:cNvPr id="6" name="c3-text-270">
            <a:extLst xmlns:a="http://schemas.openxmlformats.org/drawingml/2006/main">
              <a:ext uri="{FF2B5EF4-FFF2-40B4-BE49-F238E27FC236}">
                <a16:creationId xmlns:a16="http://schemas.microsoft.com/office/drawing/2014/main" id="{74D8FBC5-9BDB-4280-9085-93307324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4861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Delegate routine steps.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 the result.</a:t>
            </a:r>
          </a:p>
        </p:txBody>
      </p:sp>
      <p:sp>
        <p:nvSpPr>
          <p:cNvPr id="7" name="c3-text-271">
            <a:extLst xmlns:a="http://schemas.openxmlformats.org/drawingml/2006/main">
              <a:ext uri="{FF2B5EF4-FFF2-40B4-BE49-F238E27FC236}">
                <a16:creationId xmlns:a16="http://schemas.microsoft.com/office/drawing/2014/main" id="{F50BA220-251F-433A-BF7A-4B05B9E5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52675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 skill to keep</a:t>
            </a:r>
          </a:p>
        </p:txBody>
      </p:sp>
      <p:sp>
        <p:nvSpPr>
          <p:cNvPr id="8" name="c3-text-272">
            <a:extLst xmlns:a="http://schemas.openxmlformats.org/drawingml/2006/main">
              <a:ext uri="{FF2B5EF4-FFF2-40B4-BE49-F238E27FC236}">
                <a16:creationId xmlns:a16="http://schemas.microsoft.com/office/drawing/2014/main" id="{A3F8AFC4-13A5-4A65-B0C4-C464B494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377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first. Ask for a hint.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Close the answer and explain it.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a similar problem later.</a:t>
            </a:r>
          </a:p>
        </p:txBody>
      </p:sp>
      <p:sp>
        <p:nvSpPr>
          <p:cNvPr id="9" name="c3-text-273">
            <a:extLst xmlns:a="http://schemas.openxmlformats.org/drawingml/2006/main">
              <a:ext uri="{FF2B5EF4-FFF2-40B4-BE49-F238E27FC236}">
                <a16:creationId xmlns:a16="http://schemas.microsoft.com/office/drawing/2014/main" id="{EDD4DAC6-F5C9-4D74-8E66-AF56359B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AI can help create the practice: questions, hints and new examples.</a:t>
            </a:r>
          </a:p>
        </p:txBody>
      </p:sp>
      <p:sp>
        <p:nvSpPr>
          <p:cNvPr id="10" name="c3-text-402">
            <a:extLst xmlns:a="http://schemas.openxmlformats.org/drawingml/2006/main">
              <a:ext uri="{FF2B5EF4-FFF2-40B4-BE49-F238E27FC236}">
                <a16:creationId xmlns:a16="http://schemas.microsoft.com/office/drawing/2014/main" id="{4A69F152-8D8E-423B-B213-96CA907F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496059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74">
            <a:extLst xmlns:a="http://schemas.openxmlformats.org/drawingml/2006/main">
              <a:ext uri="{FF2B5EF4-FFF2-40B4-BE49-F238E27FC236}">
                <a16:creationId xmlns:a16="http://schemas.microsoft.com/office/drawing/2014/main" id="{AB7A4CEF-5A33-4A4A-8AC2-525D8660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5">
            <a:extLst xmlns:a="http://schemas.openxmlformats.org/drawingml/2006/main">
              <a:ext uri="{FF2B5EF4-FFF2-40B4-BE49-F238E27FC236}">
                <a16:creationId xmlns:a16="http://schemas.microsoft.com/office/drawing/2014/main" id="{0832BE49-A1BF-494C-8011-52AD2CD3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1: A Virtual Meteorologist</a:t>
            </a:r>
          </a:p>
        </p:txBody>
      </p:sp>
      <p:sp>
        <p:nvSpPr>
          <p:cNvPr id="3" name="c3-text-276">
            <a:extLst xmlns:a="http://schemas.openxmlformats.org/drawingml/2006/main">
              <a:ext uri="{FF2B5EF4-FFF2-40B4-BE49-F238E27FC236}">
                <a16:creationId xmlns:a16="http://schemas.microsoft.com/office/drawing/2014/main" id="{B3DA6B39-3E20-409C-8B9A-CB830B71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7">
            <a:extLst xmlns:a="http://schemas.openxmlformats.org/drawingml/2006/main">
              <a:ext uri="{FF2B5EF4-FFF2-40B4-BE49-F238E27FC236}">
                <a16:creationId xmlns:a16="http://schemas.microsoft.com/office/drawing/2014/main" id="{46A7BDD4-AB8F-4767-98C3-4954A947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course project and start from langgraph_avatar_agent.py.</a:t>
            </a:r>
          </a:p>
        </p:txBody>
      </p:sp>
      <p:sp>
        <p:nvSpPr>
          <p:cNvPr id="5" name="c3-text-278">
            <a:extLst xmlns:a="http://schemas.openxmlformats.org/drawingml/2006/main">
              <a:ext uri="{FF2B5EF4-FFF2-40B4-BE49-F238E27FC236}">
                <a16:creationId xmlns:a16="http://schemas.microsoft.com/office/drawing/2014/main" id="{9C8513BF-C465-46DD-BCC9-FA9BABE3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Codex to add current weather while keeping memory and animations.</a:t>
            </a:r>
          </a:p>
        </p:txBody>
      </p:sp>
      <p:sp>
        <p:nvSpPr>
          <p:cNvPr id="6" name="c3-text-279">
            <a:extLst xmlns:a="http://schemas.openxmlformats.org/drawingml/2006/main">
              <a:ext uri="{FF2B5EF4-FFF2-40B4-BE49-F238E27FC236}">
                <a16:creationId xmlns:a16="http://schemas.microsoft.com/office/drawing/2014/main" id="{BBC88406-C975-4B26-BAF6-DD54FB23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First version: spoken replies and avatar behaviour. Leave the board unused.</a:t>
            </a:r>
          </a:p>
        </p:txBody>
      </p:sp>
      <p:sp>
        <p:nvSpPr>
          <p:cNvPr id="7" name="c3-text-403">
            <a:extLst xmlns:a="http://schemas.openxmlformats.org/drawingml/2006/main">
              <a:ext uri="{FF2B5EF4-FFF2-40B4-BE49-F238E27FC236}">
                <a16:creationId xmlns:a16="http://schemas.microsoft.com/office/drawing/2014/main" id="{84845E52-9955-40C0-9E25-8FA193A5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73528627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280">
            <a:extLst xmlns:a="http://schemas.openxmlformats.org/drawingml/2006/main">
              <a:ext uri="{FF2B5EF4-FFF2-40B4-BE49-F238E27FC236}">
                <a16:creationId xmlns:a16="http://schemas.microsoft.com/office/drawing/2014/main" id="{7783414D-A5D2-4E2A-9629-5ADA9AC6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1">
            <a:extLst xmlns:a="http://schemas.openxmlformats.org/drawingml/2006/main">
              <a:ext uri="{FF2B5EF4-FFF2-40B4-BE49-F238E27FC236}">
                <a16:creationId xmlns:a16="http://schemas.microsoft.com/office/drawing/2014/main" id="{92AECAFB-CB5B-47FB-8667-86486265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Prompt: Create the Weather Agent</a:t>
            </a:r>
          </a:p>
        </p:txBody>
      </p:sp>
      <p:sp>
        <p:nvSpPr>
          <p:cNvPr id="3" name="c3-text-282">
            <a:extLst xmlns:a="http://schemas.openxmlformats.org/drawingml/2006/main">
              <a:ext uri="{FF2B5EF4-FFF2-40B4-BE49-F238E27FC236}">
                <a16:creationId xmlns:a16="http://schemas.microsoft.com/office/drawing/2014/main" id="{8C0D020F-D99C-45DB-A3B0-5192E849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83">
            <a:extLst xmlns:a="http://schemas.openxmlformats.org/drawingml/2006/main">
              <a:ext uri="{FF2B5EF4-FFF2-40B4-BE49-F238E27FC236}">
                <a16:creationId xmlns:a16="http://schemas.microsoft.com/office/drawing/2014/main" id="{6B1B88E4-F33D-4D5B-B227-AB83EECB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weather_avatar_agent.py from langgraph_avatar_agent.py.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OpenWeather for current-weather questions.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Read the key from the YAML file I specify.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Keep memory, animations and Clear conversation.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Speech: spoken words only, no emoji or written actions.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chat and message prompt templates.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Return whiteboard=None. Keep the original agent unchanged.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how to select and test the new agent.</a:t>
            </a:r>
          </a:p>
        </p:txBody>
      </p:sp>
      <p:sp>
        <p:nvSpPr>
          <p:cNvPr id="5" name="c3-text-284">
            <a:extLst xmlns:a="http://schemas.openxmlformats.org/drawingml/2006/main">
              <a:ext uri="{FF2B5EF4-FFF2-40B4-BE49-F238E27FC236}">
                <a16:creationId xmlns:a16="http://schemas.microsoft.com/office/drawing/2014/main" id="{2256D84A-AA5F-406B-872C-B063E18E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Codex to explain its plan, then review the diff and run the avatar.</a:t>
            </a:r>
          </a:p>
        </p:txBody>
      </p:sp>
      <p:sp>
        <p:nvSpPr>
          <p:cNvPr id="6" name="c3-text-404">
            <a:extLst xmlns:a="http://schemas.openxmlformats.org/drawingml/2006/main">
              <a:ext uri="{FF2B5EF4-FFF2-40B4-BE49-F238E27FC236}">
                <a16:creationId xmlns:a16="http://schemas.microsoft.com/office/drawing/2014/main" id="{2803772D-1CA0-4896-81AE-D763674B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215281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85">
            <a:extLst xmlns:a="http://schemas.openxmlformats.org/drawingml/2006/main">
              <a:ext uri="{FF2B5EF4-FFF2-40B4-BE49-F238E27FC236}">
                <a16:creationId xmlns:a16="http://schemas.microsoft.com/office/drawing/2014/main" id="{6D971556-0CA5-4D2E-98D5-3CBD4C8A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6">
            <a:extLst xmlns:a="http://schemas.openxmlformats.org/drawingml/2006/main">
              <a:ext uri="{FF2B5EF4-FFF2-40B4-BE49-F238E27FC236}">
                <a16:creationId xmlns:a16="http://schemas.microsoft.com/office/drawing/2014/main" id="{85F1EE88-AE7C-47CD-A17C-0C4D9E08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Test the First Weather Agent</a:t>
            </a:r>
          </a:p>
        </p:txBody>
      </p:sp>
      <p:sp>
        <p:nvSpPr>
          <p:cNvPr id="3" name="c3-text-287">
            <a:extLst xmlns:a="http://schemas.openxmlformats.org/drawingml/2006/main">
              <a:ext uri="{FF2B5EF4-FFF2-40B4-BE49-F238E27FC236}">
                <a16:creationId xmlns:a16="http://schemas.microsoft.com/office/drawing/2014/main" id="{0B081D5D-6268-4E20-984D-C0CA5D1C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88">
            <a:extLst xmlns:a="http://schemas.openxmlformats.org/drawingml/2006/main">
              <a:ext uri="{FF2B5EF4-FFF2-40B4-BE49-F238E27FC236}">
                <a16:creationId xmlns:a16="http://schemas.microsoft.com/office/drawing/2014/main" id="{ECF3FC86-A368-4F6F-9C92-91BF0028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Introduce yourself, then ask the avatar to recall your name.</a:t>
            </a:r>
          </a:p>
        </p:txBody>
      </p:sp>
      <p:sp>
        <p:nvSpPr>
          <p:cNvPr id="5" name="c3-text-289">
            <a:extLst xmlns:a="http://schemas.openxmlformats.org/drawingml/2006/main">
              <a:ext uri="{FF2B5EF4-FFF2-40B4-BE49-F238E27FC236}">
                <a16:creationId xmlns:a16="http://schemas.microsoft.com/office/drawing/2014/main" id="{3232B46E-8191-4340-8A4D-15A97CDA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Rome, Italy. Follow with: What about Milan?</a:t>
            </a:r>
          </a:p>
        </p:txBody>
      </p:sp>
      <p:sp>
        <p:nvSpPr>
          <p:cNvPr id="6" name="c3-text-290">
            <a:extLst xmlns:a="http://schemas.openxmlformats.org/drawingml/2006/main">
              <a:ext uri="{FF2B5EF4-FFF2-40B4-BE49-F238E27FC236}">
                <a16:creationId xmlns:a16="http://schemas.microsoft.com/office/drawing/2014/main" id="{CF46C76C-BCE3-421C-8F7E-10D18272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greeting and check the animation. Clear and retry.</a:t>
            </a:r>
          </a:p>
        </p:txBody>
      </p:sp>
      <p:sp>
        <p:nvSpPr>
          <p:cNvPr id="7" name="c3-text-291">
            <a:extLst xmlns:a="http://schemas.openxmlformats.org/drawingml/2006/main">
              <a:ext uri="{FF2B5EF4-FFF2-40B4-BE49-F238E27FC236}">
                <a16:creationId xmlns:a16="http://schemas.microsoft.com/office/drawing/2014/main" id="{AD4C47E6-E3CC-43A8-BE89-D5ACED0A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an API failure. The first version does not update the board.</a:t>
            </a:r>
          </a:p>
        </p:txBody>
      </p:sp>
      <p:sp>
        <p:nvSpPr>
          <p:cNvPr id="8" name="c3-text-405">
            <a:extLst xmlns:a="http://schemas.openxmlformats.org/drawingml/2006/main">
              <a:ext uri="{FF2B5EF4-FFF2-40B4-BE49-F238E27FC236}">
                <a16:creationId xmlns:a16="http://schemas.microsoft.com/office/drawing/2014/main" id="{ACC7F68B-1E11-4F82-A0AA-8A285DC1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4567150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92">
            <a:extLst xmlns:a="http://schemas.openxmlformats.org/drawingml/2006/main">
              <a:ext uri="{FF2B5EF4-FFF2-40B4-BE49-F238E27FC236}">
                <a16:creationId xmlns:a16="http://schemas.microsoft.com/office/drawing/2014/main" id="{B7738286-4B79-443C-B26B-584494B1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93">
            <a:extLst xmlns:a="http://schemas.openxmlformats.org/drawingml/2006/main">
              <a:ext uri="{FF2B5EF4-FFF2-40B4-BE49-F238E27FC236}">
                <a16:creationId xmlns:a16="http://schemas.microsoft.com/office/drawing/2014/main" id="{A01E95D4-1E1D-4376-A39E-79A82E67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Could We Use the Whiteboard?</a:t>
            </a:r>
          </a:p>
        </p:txBody>
      </p:sp>
      <p:sp>
        <p:nvSpPr>
          <p:cNvPr id="3" name="c3-text-294">
            <a:extLst xmlns:a="http://schemas.openxmlformats.org/drawingml/2006/main">
              <a:ext uri="{FF2B5EF4-FFF2-40B4-BE49-F238E27FC236}">
                <a16:creationId xmlns:a16="http://schemas.microsoft.com/office/drawing/2014/main" id="{B6D53E91-9B6F-4528-BB49-D865B9CD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95">
            <a:extLst xmlns:a="http://schemas.openxmlformats.org/drawingml/2006/main">
              <a:ext uri="{FF2B5EF4-FFF2-40B4-BE49-F238E27FC236}">
                <a16:creationId xmlns:a16="http://schemas.microsoft.com/office/drawing/2014/main" id="{CAF80809-E084-4DE9-BF4B-A1F44B3E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weather presenter works. How could an image help?</a:t>
            </a:r>
          </a:p>
        </p:txBody>
      </p:sp>
      <p:sp>
        <p:nvSpPr>
          <p:cNvPr id="5" name="c3-text-296">
            <a:extLst xmlns:a="http://schemas.openxmlformats.org/drawingml/2006/main">
              <a:ext uri="{FF2B5EF4-FFF2-40B4-BE49-F238E27FC236}">
                <a16:creationId xmlns:a16="http://schemas.microsoft.com/office/drawing/2014/main" id="{FA6D6C11-ECCB-4365-8927-94DB0DE5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Show an image that represents the weather requested.</a:t>
            </a:r>
          </a:p>
        </p:txBody>
      </p:sp>
      <p:sp>
        <p:nvSpPr>
          <p:cNvPr id="6" name="c3-text-297">
            <a:extLst xmlns:a="http://schemas.openxmlformats.org/drawingml/2006/main">
              <a:ext uri="{FF2B5EF4-FFF2-40B4-BE49-F238E27FC236}">
                <a16:creationId xmlns:a16="http://schemas.microsoft.com/office/drawing/2014/main" id="{D368D473-4ECF-46AC-B3BA-62450266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Write your own Codex prompt to extend the agent.</a:t>
            </a:r>
          </a:p>
        </p:txBody>
      </p:sp>
      <p:sp>
        <p:nvSpPr>
          <p:cNvPr id="7" name="c3-text-406">
            <a:extLst xmlns:a="http://schemas.openxmlformats.org/drawingml/2006/main">
              <a:ext uri="{FF2B5EF4-FFF2-40B4-BE49-F238E27FC236}">
                <a16:creationId xmlns:a16="http://schemas.microsoft.com/office/drawing/2014/main" id="{2288F720-ABA5-4512-A5EF-94582041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4065756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98">
            <a:extLst xmlns:a="http://schemas.openxmlformats.org/drawingml/2006/main">
              <a:ext uri="{FF2B5EF4-FFF2-40B4-BE49-F238E27FC236}">
                <a16:creationId xmlns:a16="http://schemas.microsoft.com/office/drawing/2014/main" id="{EA485745-1246-4287-B56C-2757E2F0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99">
            <a:extLst xmlns:a="http://schemas.openxmlformats.org/drawingml/2006/main">
              <a:ext uri="{FF2B5EF4-FFF2-40B4-BE49-F238E27FC236}">
                <a16:creationId xmlns:a16="http://schemas.microsoft.com/office/drawing/2014/main" id="{804B66CB-4B4E-4972-A766-8242C4F3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Whiteboard Playground</a:t>
            </a:r>
          </a:p>
        </p:txBody>
      </p:sp>
      <p:sp>
        <p:nvSpPr>
          <p:cNvPr id="3" name="c3-text-300">
            <a:extLst xmlns:a="http://schemas.openxmlformats.org/drawingml/2006/main">
              <a:ext uri="{FF2B5EF4-FFF2-40B4-BE49-F238E27FC236}">
                <a16:creationId xmlns:a16="http://schemas.microsoft.com/office/drawing/2014/main" id="{6C19C149-52F8-4425-828B-6B8E826B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01">
            <a:extLst xmlns:a="http://schemas.openxmlformats.org/drawingml/2006/main">
              <a:ext uri="{FF2B5EF4-FFF2-40B4-BE49-F238E27FC236}">
                <a16:creationId xmlns:a16="http://schemas.microsoft.com/office/drawing/2014/main" id="{E8C716F9-588D-4A7D-A8A1-A70EAFE8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an image and apply it to the avatar scene.</a:t>
            </a:r>
          </a:p>
        </p:txBody>
      </p:sp>
      <p:sp>
        <p:nvSpPr>
          <p:cNvPr id="5" name="c3-text-302">
            <a:extLst xmlns:a="http://schemas.openxmlformats.org/drawingml/2006/main">
              <a:ext uri="{FF2B5EF4-FFF2-40B4-BE49-F238E27FC236}">
                <a16:creationId xmlns:a16="http://schemas.microsoft.com/office/drawing/2014/main" id="{B932C41E-00D4-47E7-9B94-16A263A0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it, keep it unchanged, then clear it.</a:t>
            </a:r>
          </a:p>
        </p:txBody>
      </p:sp>
      <p:sp>
        <p:nvSpPr>
          <p:cNvPr id="6" name="c3-text-303">
            <a:extLst xmlns:a="http://schemas.openxmlformats.org/drawingml/2006/main">
              <a:ext uri="{FF2B5EF4-FFF2-40B4-BE49-F238E27FC236}">
                <a16:creationId xmlns:a16="http://schemas.microsoft.com/office/drawing/2014/main" id="{8B6D5DD1-4E87-447D-8EFF-97319D13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What would our weather agent need to automate?</a:t>
            </a:r>
          </a:p>
        </p:txBody>
      </p:sp>
      <p:sp>
        <p:nvSpPr>
          <p:cNvPr id="7" name="c3-text-407">
            <a:extLst xmlns:a="http://schemas.openxmlformats.org/drawingml/2006/main">
              <a:ext uri="{FF2B5EF4-FFF2-40B4-BE49-F238E27FC236}">
                <a16:creationId xmlns:a16="http://schemas.microsoft.com/office/drawing/2014/main" id="{C9C6A40A-3AF1-4524-A8A3-2498B6AF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53417318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304">
            <a:extLst xmlns:a="http://schemas.openxmlformats.org/drawingml/2006/main">
              <a:ext uri="{FF2B5EF4-FFF2-40B4-BE49-F238E27FC236}">
                <a16:creationId xmlns:a16="http://schemas.microsoft.com/office/drawing/2014/main" id="{B81042A9-BB01-47C1-BA27-50B64E07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05">
            <a:extLst xmlns:a="http://schemas.openxmlformats.org/drawingml/2006/main">
              <a:ext uri="{FF2B5EF4-FFF2-40B4-BE49-F238E27FC236}">
                <a16:creationId xmlns:a16="http://schemas.microsoft.com/office/drawing/2014/main" id="{06A38531-4517-4952-9F89-9A808B11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2: Write Your Own Prompt</a:t>
            </a:r>
          </a:p>
        </p:txBody>
      </p:sp>
      <p:sp>
        <p:nvSpPr>
          <p:cNvPr id="3" name="c3-text-306">
            <a:extLst xmlns:a="http://schemas.openxmlformats.org/drawingml/2006/main">
              <a:ext uri="{FF2B5EF4-FFF2-40B4-BE49-F238E27FC236}">
                <a16:creationId xmlns:a16="http://schemas.microsoft.com/office/drawing/2014/main" id="{CBFC287A-40F0-492A-9A84-0F5AD37D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07">
            <a:extLst xmlns:a="http://schemas.openxmlformats.org/drawingml/2006/main">
              <a:ext uri="{FF2B5EF4-FFF2-40B4-BE49-F238E27FC236}">
                <a16:creationId xmlns:a16="http://schemas.microsoft.com/office/drawing/2014/main" id="{BB0AE0F2-26A5-4665-9402-CF56A382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to show a weather image on the whiteboard.</a:t>
            </a:r>
          </a:p>
        </p:txBody>
      </p:sp>
      <p:sp>
        <p:nvSpPr>
          <p:cNvPr id="5" name="c3-text-308">
            <a:extLst xmlns:a="http://schemas.openxmlformats.org/drawingml/2006/main">
              <a:ext uri="{FF2B5EF4-FFF2-40B4-BE49-F238E27FC236}">
                <a16:creationId xmlns:a16="http://schemas.microsoft.com/office/drawing/2014/main" id="{8502CB29-43FD-47A2-B784-7FCFE58A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Agent: virtual_human_project/vh_cognitive_architecture_server/</a:t>
            </a:r>
          </a:p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agents/Module_2/Chapter_03/weather_avatar_agent.py</a:t>
            </a:r>
          </a:p>
        </p:txBody>
      </p:sp>
      <p:sp>
        <p:nvSpPr>
          <p:cNvPr id="6" name="c3-text-309">
            <a:extLst xmlns:a="http://schemas.openxmlformats.org/drawingml/2006/main">
              <a:ext uri="{FF2B5EF4-FFF2-40B4-BE49-F238E27FC236}">
                <a16:creationId xmlns:a16="http://schemas.microsoft.com/office/drawing/2014/main" id="{A7E07FE7-54B7-4517-AB78-13E7D7F6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API: virtual_human_project/vh_embodiment_server/README.md</a:t>
            </a:r>
          </a:p>
        </p:txBody>
      </p:sp>
      <p:sp>
        <p:nvSpPr>
          <p:cNvPr id="7" name="c3-text-310">
            <a:extLst xmlns:a="http://schemas.openxmlformats.org/drawingml/2006/main">
              <a:ext uri="{FF2B5EF4-FFF2-40B4-BE49-F238E27FC236}">
                <a16:creationId xmlns:a16="http://schemas.microsoft.com/office/drawing/2014/main" id="{9C5539C5-5A95-4EF9-9BDA-34D1BA32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Explain what already works and include your YAML file path.</a:t>
            </a:r>
          </a:p>
        </p:txBody>
      </p:sp>
      <p:sp>
        <p:nvSpPr>
          <p:cNvPr id="8" name="c3-text-408">
            <a:extLst xmlns:a="http://schemas.openxmlformats.org/drawingml/2006/main">
              <a:ext uri="{FF2B5EF4-FFF2-40B4-BE49-F238E27FC236}">
                <a16:creationId xmlns:a16="http://schemas.microsoft.com/office/drawing/2014/main" id="{4BF0FABD-A3E9-49D4-ACF0-B5060412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57812951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311">
            <a:extLst xmlns:a="http://schemas.openxmlformats.org/drawingml/2006/main">
              <a:ext uri="{FF2B5EF4-FFF2-40B4-BE49-F238E27FC236}">
                <a16:creationId xmlns:a16="http://schemas.microsoft.com/office/drawing/2014/main" id="{3FB18DB6-76DB-4866-9934-1284780C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12">
            <a:extLst xmlns:a="http://schemas.openxmlformats.org/drawingml/2006/main">
              <a:ext uri="{FF2B5EF4-FFF2-40B4-BE49-F238E27FC236}">
                <a16:creationId xmlns:a16="http://schemas.microsoft.com/office/drawing/2014/main" id="{A932259F-D828-4EB1-A5CC-A95CA22F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313">
            <a:extLst xmlns:a="http://schemas.openxmlformats.org/drawingml/2006/main">
              <a:ext uri="{FF2B5EF4-FFF2-40B4-BE49-F238E27FC236}">
                <a16:creationId xmlns:a16="http://schemas.microsoft.com/office/drawing/2014/main" id="{38C0D5FC-6BB7-496F-99F0-063BF186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14">
            <a:hlinkClick xmlns:r="http://schemas.openxmlformats.org/officeDocument/2006/relationships" xmlns:a="http://schemas.openxmlformats.org/drawingml/2006/main" r:id="Ree7946ba082345c4"/>
            <a:extLst xmlns:a="http://schemas.openxmlformats.org/drawingml/2006/main">
              <a:ext uri="{FF2B5EF4-FFF2-40B4-BE49-F238E27FC236}">
                <a16:creationId xmlns:a16="http://schemas.microsoft.com/office/drawing/2014/main" id="{2B964F2B-5AF3-4C27-8C41-4EF141F8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315">
            <a:hlinkClick xmlns:r="http://schemas.openxmlformats.org/officeDocument/2006/relationships" xmlns:a="http://schemas.openxmlformats.org/drawingml/2006/main" r:id="Rcd46b11c04434cb5"/>
            <a:extLst xmlns:a="http://schemas.openxmlformats.org/drawingml/2006/main">
              <a:ext uri="{FF2B5EF4-FFF2-40B4-BE49-F238E27FC236}">
                <a16:creationId xmlns:a16="http://schemas.microsoft.com/office/drawing/2014/main" id="{5026C905-2405-4ACF-B70F-8CE6837B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316">
            <a:extLst xmlns:a="http://schemas.openxmlformats.org/drawingml/2006/main">
              <a:ext uri="{FF2B5EF4-FFF2-40B4-BE49-F238E27FC236}">
                <a16:creationId xmlns:a16="http://schemas.microsoft.com/office/drawing/2014/main" id="{EFF114D3-EEC9-494A-8756-60C3AD50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17">
            <a:hlinkClick xmlns:r="http://schemas.openxmlformats.org/officeDocument/2006/relationships" xmlns:a="http://schemas.openxmlformats.org/drawingml/2006/main" r:id="Rb4207628395d420d"/>
            <a:extLst xmlns:a="http://schemas.openxmlformats.org/drawingml/2006/main">
              <a:ext uri="{FF2B5EF4-FFF2-40B4-BE49-F238E27FC236}">
                <a16:creationId xmlns:a16="http://schemas.microsoft.com/office/drawing/2014/main" id="{29ADF81C-D09A-499D-9AE9-E7AE6C26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318">
            <a:hlinkClick xmlns:r="http://schemas.openxmlformats.org/officeDocument/2006/relationships" xmlns:a="http://schemas.openxmlformats.org/drawingml/2006/main" r:id="Rf7eec32f26504f1c"/>
            <a:extLst xmlns:a="http://schemas.openxmlformats.org/drawingml/2006/main">
              <a:ext uri="{FF2B5EF4-FFF2-40B4-BE49-F238E27FC236}">
                <a16:creationId xmlns:a16="http://schemas.microsoft.com/office/drawing/2014/main" id="{192751EC-2DAF-4639-8DA4-70BE918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319">
            <a:extLst xmlns:a="http://schemas.openxmlformats.org/drawingml/2006/main">
              <a:ext uri="{FF2B5EF4-FFF2-40B4-BE49-F238E27FC236}">
                <a16:creationId xmlns:a16="http://schemas.microsoft.com/office/drawing/2014/main" id="{8A2A184F-5985-4802-94BC-03F89341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20">
            <a:hlinkClick xmlns:r="http://schemas.openxmlformats.org/officeDocument/2006/relationships" xmlns:a="http://schemas.openxmlformats.org/drawingml/2006/main" r:id="Rccd8fdcaf69049f4"/>
            <a:extLst xmlns:a="http://schemas.openxmlformats.org/drawingml/2006/main">
              <a:ext uri="{FF2B5EF4-FFF2-40B4-BE49-F238E27FC236}">
                <a16:creationId xmlns:a16="http://schemas.microsoft.com/office/drawing/2014/main" id="{896DD5DC-B19D-4261-9F0C-199B5F0C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321">
            <a:hlinkClick xmlns:r="http://schemas.openxmlformats.org/officeDocument/2006/relationships" xmlns:a="http://schemas.openxmlformats.org/drawingml/2006/main" r:id="Rbfd8d62218334e64"/>
            <a:extLst xmlns:a="http://schemas.openxmlformats.org/drawingml/2006/main">
              <a:ext uri="{FF2B5EF4-FFF2-40B4-BE49-F238E27FC236}">
                <a16:creationId xmlns:a16="http://schemas.microsoft.com/office/drawing/2014/main" id="{3FD5E9D4-ED8F-4C96-9FFE-3CEAE46E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322">
            <a:extLst xmlns:a="http://schemas.openxmlformats.org/drawingml/2006/main">
              <a:ext uri="{FF2B5EF4-FFF2-40B4-BE49-F238E27FC236}">
                <a16:creationId xmlns:a16="http://schemas.microsoft.com/office/drawing/2014/main" id="{333FEEA2-9509-4277-B61F-C87D52C7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23">
            <a:hlinkClick xmlns:r="http://schemas.openxmlformats.org/officeDocument/2006/relationships" xmlns:a="http://schemas.openxmlformats.org/drawingml/2006/main" r:id="Re6a2d1c4a45f4df0"/>
            <a:extLst xmlns:a="http://schemas.openxmlformats.org/drawingml/2006/main">
              <a:ext uri="{FF2B5EF4-FFF2-40B4-BE49-F238E27FC236}">
                <a16:creationId xmlns:a16="http://schemas.microsoft.com/office/drawing/2014/main" id="{CED1B200-4CB2-47AA-887F-9205783F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324">
            <a:hlinkClick xmlns:r="http://schemas.openxmlformats.org/officeDocument/2006/relationships" xmlns:a="http://schemas.openxmlformats.org/drawingml/2006/main" r:id="R1853abb14ae542be"/>
            <a:extLst xmlns:a="http://schemas.openxmlformats.org/drawingml/2006/main">
              <a:ext uri="{FF2B5EF4-FFF2-40B4-BE49-F238E27FC236}">
                <a16:creationId xmlns:a16="http://schemas.microsoft.com/office/drawing/2014/main" id="{F9A9FFDB-83A9-4330-8218-C52DF4F5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325">
            <a:hlinkClick xmlns:r="http://schemas.openxmlformats.org/officeDocument/2006/relationships" xmlns:a="http://schemas.openxmlformats.org/drawingml/2006/main" r:id="Rd1901ad1175c43f1"/>
            <a:extLst xmlns:a="http://schemas.openxmlformats.org/drawingml/2006/main">
              <a:ext uri="{FF2B5EF4-FFF2-40B4-BE49-F238E27FC236}">
                <a16:creationId xmlns:a16="http://schemas.microsoft.com/office/drawing/2014/main" id="{C97DD458-4F6C-4543-9C1C-104A1931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in VS Code</a:t>
            </a:r>
          </a:p>
        </p:txBody>
      </p:sp>
      <p:sp>
        <p:nvSpPr>
          <p:cNvPr id="16" name="c3-text-326">
            <a:hlinkClick xmlns:r="http://schemas.openxmlformats.org/officeDocument/2006/relationships" xmlns:a="http://schemas.openxmlformats.org/drawingml/2006/main" r:id="R5c49af25274f4291"/>
            <a:extLst xmlns:a="http://schemas.openxmlformats.org/drawingml/2006/main">
              <a:ext uri="{FF2B5EF4-FFF2-40B4-BE49-F238E27FC236}">
                <a16:creationId xmlns:a16="http://schemas.microsoft.com/office/drawing/2014/main" id="{37C9BA0B-39C1-4698-B8D2-8F6FE534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 installation and editor workflow</a:t>
            </a:r>
          </a:p>
        </p:txBody>
      </p:sp>
      <p:sp>
        <p:nvSpPr>
          <p:cNvPr id="17" name="c3-shape-327">
            <a:extLst xmlns:a="http://schemas.openxmlformats.org/drawingml/2006/main">
              <a:ext uri="{FF2B5EF4-FFF2-40B4-BE49-F238E27FC236}">
                <a16:creationId xmlns:a16="http://schemas.microsoft.com/office/drawing/2014/main" id="{2F84401D-1F56-4D27-86C3-618DB21E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28">
            <a:hlinkClick xmlns:r="http://schemas.openxmlformats.org/officeDocument/2006/relationships" xmlns:a="http://schemas.openxmlformats.org/drawingml/2006/main" r:id="R1212487c1d06486d"/>
            <a:extLst xmlns:a="http://schemas.openxmlformats.org/drawingml/2006/main">
              <a:ext uri="{FF2B5EF4-FFF2-40B4-BE49-F238E27FC236}">
                <a16:creationId xmlns:a16="http://schemas.microsoft.com/office/drawing/2014/main" id="{C65FF4A3-E74F-4154-9A5D-CB3A35FB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329">
            <a:hlinkClick xmlns:r="http://schemas.openxmlformats.org/officeDocument/2006/relationships" xmlns:a="http://schemas.openxmlformats.org/drawingml/2006/main" r:id="R6dca4bdfc8ae4e49"/>
            <a:extLst xmlns:a="http://schemas.openxmlformats.org/drawingml/2006/main">
              <a:ext uri="{FF2B5EF4-FFF2-40B4-BE49-F238E27FC236}">
                <a16:creationId xmlns:a16="http://schemas.microsoft.com/office/drawing/2014/main" id="{188C3D4E-F363-4B09-9879-2A011896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330">
            <a:extLst xmlns:a="http://schemas.openxmlformats.org/drawingml/2006/main">
              <a:ext uri="{FF2B5EF4-FFF2-40B4-BE49-F238E27FC236}">
                <a16:creationId xmlns:a16="http://schemas.microsoft.com/office/drawing/2014/main" id="{FBEDF1F3-C7A2-47B0-AA64-C829C6A7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31">
            <a:hlinkClick xmlns:r="http://schemas.openxmlformats.org/officeDocument/2006/relationships" xmlns:a="http://schemas.openxmlformats.org/drawingml/2006/main" r:id="R79bf2daf2ea24491"/>
            <a:extLst xmlns:a="http://schemas.openxmlformats.org/drawingml/2006/main">
              <a:ext uri="{FF2B5EF4-FFF2-40B4-BE49-F238E27FC236}">
                <a16:creationId xmlns:a16="http://schemas.microsoft.com/office/drawing/2014/main" id="{85221144-0E1C-4F41-8C32-7221169B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332">
            <a:hlinkClick xmlns:r="http://schemas.openxmlformats.org/officeDocument/2006/relationships" xmlns:a="http://schemas.openxmlformats.org/drawingml/2006/main" r:id="R3a3c01597795421b"/>
            <a:extLst xmlns:a="http://schemas.openxmlformats.org/drawingml/2006/main">
              <a:ext uri="{FF2B5EF4-FFF2-40B4-BE49-F238E27FC236}">
                <a16:creationId xmlns:a16="http://schemas.microsoft.com/office/drawing/2014/main" id="{609D531F-BB4C-4ECB-AF36-BF818B36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333">
            <a:extLst xmlns:a="http://schemas.openxmlformats.org/drawingml/2006/main">
              <a:ext uri="{FF2B5EF4-FFF2-40B4-BE49-F238E27FC236}">
                <a16:creationId xmlns:a16="http://schemas.microsoft.com/office/drawing/2014/main" id="{73C1798A-1816-4AE9-9472-D58EA60B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34">
            <a:hlinkClick xmlns:r="http://schemas.openxmlformats.org/officeDocument/2006/relationships" xmlns:a="http://schemas.openxmlformats.org/drawingml/2006/main" r:id="Rbfebae39313043f6"/>
            <a:extLst xmlns:a="http://schemas.openxmlformats.org/drawingml/2006/main">
              <a:ext uri="{FF2B5EF4-FFF2-40B4-BE49-F238E27FC236}">
                <a16:creationId xmlns:a16="http://schemas.microsoft.com/office/drawing/2014/main" id="{63BDED43-5DC2-42D5-9CD7-81B3EFE0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335">
            <a:hlinkClick xmlns:r="http://schemas.openxmlformats.org/officeDocument/2006/relationships" xmlns:a="http://schemas.openxmlformats.org/drawingml/2006/main" r:id="Rcf9d95dc70de4fa9"/>
            <a:extLst xmlns:a="http://schemas.openxmlformats.org/drawingml/2006/main">
              <a:ext uri="{FF2B5EF4-FFF2-40B4-BE49-F238E27FC236}">
                <a16:creationId xmlns:a16="http://schemas.microsoft.com/office/drawing/2014/main" id="{C6368D6A-09FC-4626-BB00-B4E67DD2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409">
            <a:extLst xmlns:a="http://schemas.openxmlformats.org/drawingml/2006/main">
              <a:ext uri="{FF2B5EF4-FFF2-40B4-BE49-F238E27FC236}">
                <a16:creationId xmlns:a16="http://schemas.microsoft.com/office/drawing/2014/main" id="{B4F65681-A38E-4BD3-937E-E62836EA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63302302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336">
            <a:extLst xmlns:a="http://schemas.openxmlformats.org/drawingml/2006/main">
              <a:ext uri="{FF2B5EF4-FFF2-40B4-BE49-F238E27FC236}">
                <a16:creationId xmlns:a16="http://schemas.microsoft.com/office/drawing/2014/main" id="{1BCC71A5-D7B2-4208-BACF-2F6E60A2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37">
            <a:extLst xmlns:a="http://schemas.openxmlformats.org/drawingml/2006/main">
              <a:ext uri="{FF2B5EF4-FFF2-40B4-BE49-F238E27FC236}">
                <a16:creationId xmlns:a16="http://schemas.microsoft.com/office/drawing/2014/main" id="{0803B048-9781-4413-BFE6-9A8A8A58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338">
            <a:extLst xmlns:a="http://schemas.openxmlformats.org/drawingml/2006/main">
              <a:ext uri="{FF2B5EF4-FFF2-40B4-BE49-F238E27FC236}">
                <a16:creationId xmlns:a16="http://schemas.microsoft.com/office/drawing/2014/main" id="{B77FB6C9-ED32-4F2A-857F-0DD8D2A9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39">
            <a:hlinkClick xmlns:r="http://schemas.openxmlformats.org/officeDocument/2006/relationships" xmlns:a="http://schemas.openxmlformats.org/drawingml/2006/main" r:id="R4bb40b7363e543e0"/>
            <a:extLst xmlns:a="http://schemas.openxmlformats.org/drawingml/2006/main">
              <a:ext uri="{FF2B5EF4-FFF2-40B4-BE49-F238E27FC236}">
                <a16:creationId xmlns:a16="http://schemas.microsoft.com/office/drawing/2014/main" id="{2DA4CCE2-E60B-4EE8-858D-D91C13F3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340">
            <a:hlinkClick xmlns:r="http://schemas.openxmlformats.org/officeDocument/2006/relationships" xmlns:a="http://schemas.openxmlformats.org/drawingml/2006/main" r:id="R90e0637bf6df4a0e"/>
            <a:extLst xmlns:a="http://schemas.openxmlformats.org/drawingml/2006/main">
              <a:ext uri="{FF2B5EF4-FFF2-40B4-BE49-F238E27FC236}">
                <a16:creationId xmlns:a16="http://schemas.microsoft.com/office/drawing/2014/main" id="{6ECBE320-F757-45FF-9C4F-45A983F6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341">
            <a:extLst xmlns:a="http://schemas.openxmlformats.org/drawingml/2006/main">
              <a:ext uri="{FF2B5EF4-FFF2-40B4-BE49-F238E27FC236}">
                <a16:creationId xmlns:a16="http://schemas.microsoft.com/office/drawing/2014/main" id="{2BB729E4-4284-4A1F-9C95-A84CBD75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42">
            <a:hlinkClick xmlns:r="http://schemas.openxmlformats.org/officeDocument/2006/relationships" xmlns:a="http://schemas.openxmlformats.org/drawingml/2006/main" r:id="Rdaa02540beee4da0"/>
            <a:extLst xmlns:a="http://schemas.openxmlformats.org/drawingml/2006/main">
              <a:ext uri="{FF2B5EF4-FFF2-40B4-BE49-F238E27FC236}">
                <a16:creationId xmlns:a16="http://schemas.microsoft.com/office/drawing/2014/main" id="{CA15655C-5976-4114-B932-90A82880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OpenWeather account and keys</a:t>
            </a:r>
          </a:p>
        </p:txBody>
      </p:sp>
      <p:sp>
        <p:nvSpPr>
          <p:cNvPr id="8" name="c3-text-343">
            <a:hlinkClick xmlns:r="http://schemas.openxmlformats.org/officeDocument/2006/relationships" xmlns:a="http://schemas.openxmlformats.org/drawingml/2006/main" r:id="R17ece100f49c4f47"/>
            <a:extLst xmlns:a="http://schemas.openxmlformats.org/drawingml/2006/main">
              <a:ext uri="{FF2B5EF4-FFF2-40B4-BE49-F238E27FC236}">
                <a16:creationId xmlns:a16="http://schemas.microsoft.com/office/drawing/2014/main" id="{99FE0FC5-CF6D-4288-ABAA-CAF88021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Registration, email verification and activation</a:t>
            </a:r>
          </a:p>
        </p:txBody>
      </p:sp>
      <p:sp>
        <p:nvSpPr>
          <p:cNvPr id="9" name="c3-shape-344">
            <a:extLst xmlns:a="http://schemas.openxmlformats.org/drawingml/2006/main">
              <a:ext uri="{FF2B5EF4-FFF2-40B4-BE49-F238E27FC236}">
                <a16:creationId xmlns:a16="http://schemas.microsoft.com/office/drawing/2014/main" id="{EF2A8EE8-11C1-43C8-A26B-E9482853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45">
            <a:hlinkClick xmlns:r="http://schemas.openxmlformats.org/officeDocument/2006/relationships" xmlns:a="http://schemas.openxmlformats.org/drawingml/2006/main" r:id="Rc56a0696b2344d89"/>
            <a:extLst xmlns:a="http://schemas.openxmlformats.org/drawingml/2006/main">
              <a:ext uri="{FF2B5EF4-FFF2-40B4-BE49-F238E27FC236}">
                <a16:creationId xmlns:a16="http://schemas.microsoft.com/office/drawing/2014/main" id="{3DC116AD-519D-4127-B005-DF7DEB5A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OpenWeather free access</a:t>
            </a:r>
          </a:p>
        </p:txBody>
      </p:sp>
      <p:sp>
        <p:nvSpPr>
          <p:cNvPr id="11" name="c3-text-346">
            <a:hlinkClick xmlns:r="http://schemas.openxmlformats.org/officeDocument/2006/relationships" xmlns:a="http://schemas.openxmlformats.org/drawingml/2006/main" r:id="Rb34e3a42c0ff46eb"/>
            <a:extLst xmlns:a="http://schemas.openxmlformats.org/drawingml/2006/main">
              <a:ext uri="{FF2B5EF4-FFF2-40B4-BE49-F238E27FC236}">
                <a16:creationId xmlns:a16="http://schemas.microsoft.com/office/drawing/2014/main" id="{3B447F5E-7E43-4906-9E46-54ABD8C7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Weather and Geocoding availability</a:t>
            </a:r>
          </a:p>
        </p:txBody>
      </p:sp>
      <p:sp>
        <p:nvSpPr>
          <p:cNvPr id="12" name="c3-shape-347">
            <a:extLst xmlns:a="http://schemas.openxmlformats.org/drawingml/2006/main">
              <a:ext uri="{FF2B5EF4-FFF2-40B4-BE49-F238E27FC236}">
                <a16:creationId xmlns:a16="http://schemas.microsoft.com/office/drawing/2014/main" id="{2D1ADEAD-F3D2-4577-9698-A360CCEE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48">
            <a:hlinkClick xmlns:r="http://schemas.openxmlformats.org/officeDocument/2006/relationships" xmlns:a="http://schemas.openxmlformats.org/drawingml/2006/main" r:id="R25196e29d6034e96"/>
            <a:extLst xmlns:a="http://schemas.openxmlformats.org/drawingml/2006/main">
              <a:ext uri="{FF2B5EF4-FFF2-40B4-BE49-F238E27FC236}">
                <a16:creationId xmlns:a16="http://schemas.microsoft.com/office/drawing/2014/main" id="{232B839E-45D7-4C49-8C5E-E22C2352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[12] Claude Code in VS Code</a:t>
            </a:r>
          </a:p>
        </p:txBody>
      </p:sp>
      <p:sp>
        <p:nvSpPr>
          <p:cNvPr id="14" name="c3-text-349">
            <a:hlinkClick xmlns:r="http://schemas.openxmlformats.org/officeDocument/2006/relationships" xmlns:a="http://schemas.openxmlformats.org/drawingml/2006/main" r:id="Rb0ce80198a814b3d"/>
            <a:extLst xmlns:a="http://schemas.openxmlformats.org/drawingml/2006/main">
              <a:ext uri="{FF2B5EF4-FFF2-40B4-BE49-F238E27FC236}">
                <a16:creationId xmlns:a16="http://schemas.microsoft.com/office/drawing/2014/main" id="{3E5B5D50-74C0-45BD-92E1-AFD0BE7B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Extension, editor context and reviewing edits</a:t>
            </a:r>
          </a:p>
        </p:txBody>
      </p:sp>
      <p:sp>
        <p:nvSpPr>
          <p:cNvPr id="15" name="c3-text-350">
            <a:hlinkClick xmlns:r="http://schemas.openxmlformats.org/officeDocument/2006/relationships" xmlns:a="http://schemas.openxmlformats.org/drawingml/2006/main" r:id="R265f944d567a4efa"/>
            <a:extLst xmlns:a="http://schemas.openxmlformats.org/drawingml/2006/main">
              <a:ext uri="{FF2B5EF4-FFF2-40B4-BE49-F238E27FC236}">
                <a16:creationId xmlns:a16="http://schemas.microsoft.com/office/drawing/2014/main" id="{E1FD7B71-565D-41A4-94CF-EFC2E8C3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[13] Codex extension</a:t>
            </a:r>
          </a:p>
        </p:txBody>
      </p:sp>
      <p:sp>
        <p:nvSpPr>
          <p:cNvPr id="16" name="c3-text-351">
            <a:hlinkClick xmlns:r="http://schemas.openxmlformats.org/officeDocument/2006/relationships" xmlns:a="http://schemas.openxmlformats.org/drawingml/2006/main" r:id="R593db19a0adb43fc"/>
            <a:extLst xmlns:a="http://schemas.openxmlformats.org/drawingml/2006/main">
              <a:ext uri="{FF2B5EF4-FFF2-40B4-BE49-F238E27FC236}">
                <a16:creationId xmlns:a16="http://schemas.microsoft.com/office/drawing/2014/main" id="{B78FD333-45DC-4981-A9D8-DF6BE910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OpenAI extension on Visual Studio Marketplace</a:t>
            </a:r>
          </a:p>
        </p:txBody>
      </p:sp>
      <p:sp>
        <p:nvSpPr>
          <p:cNvPr id="17" name="c3-shape-352">
            <a:extLst xmlns:a="http://schemas.openxmlformats.org/drawingml/2006/main">
              <a:ext uri="{FF2B5EF4-FFF2-40B4-BE49-F238E27FC236}">
                <a16:creationId xmlns:a16="http://schemas.microsoft.com/office/drawing/2014/main" id="{6525D17B-DF68-4A30-B268-DF47E229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53">
            <a:hlinkClick xmlns:r="http://schemas.openxmlformats.org/officeDocument/2006/relationships" xmlns:a="http://schemas.openxmlformats.org/drawingml/2006/main" r:id="R3e2bb9a5572b4f79"/>
            <a:extLst xmlns:a="http://schemas.openxmlformats.org/drawingml/2006/main">
              <a:ext uri="{FF2B5EF4-FFF2-40B4-BE49-F238E27FC236}">
                <a16:creationId xmlns:a16="http://schemas.microsoft.com/office/drawing/2014/main" id="{C5DE51AF-FB3B-4474-9EC5-204F1944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[14] Claude Code extension</a:t>
            </a:r>
          </a:p>
        </p:txBody>
      </p:sp>
      <p:sp>
        <p:nvSpPr>
          <p:cNvPr id="19" name="c3-text-354">
            <a:hlinkClick xmlns:r="http://schemas.openxmlformats.org/officeDocument/2006/relationships" xmlns:a="http://schemas.openxmlformats.org/drawingml/2006/main" r:id="R0f238577e3444a57"/>
            <a:extLst xmlns:a="http://schemas.openxmlformats.org/drawingml/2006/main">
              <a:ext uri="{FF2B5EF4-FFF2-40B4-BE49-F238E27FC236}">
                <a16:creationId xmlns:a16="http://schemas.microsoft.com/office/drawing/2014/main" id="{3877B931-16C6-450A-9766-E62915A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Anthropic extension on Visual Studio Marketplace</a:t>
            </a:r>
          </a:p>
        </p:txBody>
      </p:sp>
      <p:sp>
        <p:nvSpPr>
          <p:cNvPr id="20" name="c3-shape-355">
            <a:extLst xmlns:a="http://schemas.openxmlformats.org/drawingml/2006/main">
              <a:ext uri="{FF2B5EF4-FFF2-40B4-BE49-F238E27FC236}">
                <a16:creationId xmlns:a16="http://schemas.microsoft.com/office/drawing/2014/main" id="{BA71155A-A114-497F-8CB7-0D5C1A73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56">
            <a:hlinkClick xmlns:r="http://schemas.openxmlformats.org/officeDocument/2006/relationships" xmlns:a="http://schemas.openxmlformats.org/drawingml/2006/main" r:id="R158610e024c1490d"/>
            <a:extLst xmlns:a="http://schemas.openxmlformats.org/drawingml/2006/main">
              <a:ext uri="{FF2B5EF4-FFF2-40B4-BE49-F238E27FC236}">
                <a16:creationId xmlns:a16="http://schemas.microsoft.com/office/drawing/2014/main" id="{14332F6D-283A-4897-8575-D062B461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[15] Kosmyna et al. (2025)</a:t>
            </a:r>
          </a:p>
        </p:txBody>
      </p:sp>
      <p:sp>
        <p:nvSpPr>
          <p:cNvPr id="22" name="c3-text-357">
            <a:hlinkClick xmlns:r="http://schemas.openxmlformats.org/officeDocument/2006/relationships" xmlns:a="http://schemas.openxmlformats.org/drawingml/2006/main" r:id="Rf63f09ef286c42ca"/>
            <a:extLst xmlns:a="http://schemas.openxmlformats.org/drawingml/2006/main">
              <a:ext uri="{FF2B5EF4-FFF2-40B4-BE49-F238E27FC236}">
                <a16:creationId xmlns:a16="http://schemas.microsoft.com/office/drawing/2014/main" id="{3666ECBC-DB68-4F99-A9BF-813A7FDD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Brain on ChatGPT: essay writing and EEG</a:t>
            </a:r>
          </a:p>
        </p:txBody>
      </p:sp>
      <p:sp>
        <p:nvSpPr>
          <p:cNvPr id="23" name="c3-shape-358">
            <a:extLst xmlns:a="http://schemas.openxmlformats.org/drawingml/2006/main">
              <a:ext uri="{FF2B5EF4-FFF2-40B4-BE49-F238E27FC236}">
                <a16:creationId xmlns:a16="http://schemas.microsoft.com/office/drawing/2014/main" id="{A9BE6B92-E746-4A52-A45C-5B2EEA71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59">
            <a:hlinkClick xmlns:r="http://schemas.openxmlformats.org/officeDocument/2006/relationships" xmlns:a="http://schemas.openxmlformats.org/drawingml/2006/main" r:id="R37e62e304e8f42a9"/>
            <a:extLst xmlns:a="http://schemas.openxmlformats.org/drawingml/2006/main">
              <a:ext uri="{FF2B5EF4-FFF2-40B4-BE49-F238E27FC236}">
                <a16:creationId xmlns:a16="http://schemas.microsoft.com/office/drawing/2014/main" id="{C69FCABA-B0B8-446B-887C-5CA0BE99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[16] Roediger &amp; Karpicke (2006)</a:t>
            </a:r>
          </a:p>
        </p:txBody>
      </p:sp>
      <p:sp>
        <p:nvSpPr>
          <p:cNvPr id="25" name="c3-text-360">
            <a:hlinkClick xmlns:r="http://schemas.openxmlformats.org/officeDocument/2006/relationships" xmlns:a="http://schemas.openxmlformats.org/drawingml/2006/main" r:id="Re4b00234bb9248ba"/>
            <a:extLst xmlns:a="http://schemas.openxmlformats.org/drawingml/2006/main">
              <a:ext uri="{FF2B5EF4-FFF2-40B4-BE49-F238E27FC236}">
                <a16:creationId xmlns:a16="http://schemas.microsoft.com/office/drawing/2014/main" id="{C0A87939-A211-41B6-AA92-FFA057D6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Retrieval practice and lasting recall</a:t>
            </a:r>
          </a:p>
        </p:txBody>
      </p:sp>
      <p:sp>
        <p:nvSpPr>
          <p:cNvPr id="26" name="c3-text-410">
            <a:extLst xmlns:a="http://schemas.openxmlformats.org/drawingml/2006/main">
              <a:ext uri="{FF2B5EF4-FFF2-40B4-BE49-F238E27FC236}">
                <a16:creationId xmlns:a16="http://schemas.microsoft.com/office/drawing/2014/main" id="{6F34C9BF-66AF-4950-A123-381F2FD3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94946596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3-text-361">
            <a:extLst xmlns:a="http://schemas.openxmlformats.org/drawingml/2006/main">
              <a:ext uri="{FF2B5EF4-FFF2-40B4-BE49-F238E27FC236}">
                <a16:creationId xmlns:a16="http://schemas.microsoft.com/office/drawing/2014/main" id="{466C4B47-B97F-4AC0-96A3-D6EFEBB0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2">
            <a:extLst xmlns:a="http://schemas.openxmlformats.org/drawingml/2006/main">
              <a:ext uri="{FF2B5EF4-FFF2-40B4-BE49-F238E27FC236}">
                <a16:creationId xmlns:a16="http://schemas.microsoft.com/office/drawing/2014/main" id="{2C0D7FE4-11A7-4F05-8166-61817592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Webinar and Mentorship</a:t>
            </a:r>
          </a:p>
        </p:txBody>
      </p:sp>
      <p:sp>
        <p:nvSpPr>
          <p:cNvPr id="3" name="c3-text-363">
            <a:extLst xmlns:a="http://schemas.openxmlformats.org/drawingml/2006/main">
              <a:ext uri="{FF2B5EF4-FFF2-40B4-BE49-F238E27FC236}">
                <a16:creationId xmlns:a16="http://schemas.microsoft.com/office/drawing/2014/main" id="{13346A14-FFE5-466B-8498-692A4F8A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64">
            <a:extLst xmlns:a="http://schemas.openxmlformats.org/drawingml/2006/main">
              <a:ext uri="{FF2B5EF4-FFF2-40B4-BE49-F238E27FC236}">
                <a16:creationId xmlns:a16="http://schemas.microsoft.com/office/drawing/2014/main" id="{996DF6C3-263B-4D3F-BAE3-96592449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Developing your Browser Virtual Human</a:t>
            </a:r>
          </a:p>
        </p:txBody>
      </p:sp>
      <p:sp>
        <p:nvSpPr>
          <p:cNvPr id="5" name="c3-text-365">
            <a:extLst xmlns:a="http://schemas.openxmlformats.org/drawingml/2006/main">
              <a:ext uri="{FF2B5EF4-FFF2-40B4-BE49-F238E27FC236}">
                <a16:creationId xmlns:a16="http://schemas.microsoft.com/office/drawing/2014/main" id="{849A8457-03D8-4EAD-ADA6-849C88E7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377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Online webinar</a:t>
            </a:r>
          </a:p>
        </p:txBody>
      </p:sp>
      <p:sp>
        <p:nvSpPr>
          <p:cNvPr id="6" name="c3-text-366">
            <a:extLst xmlns:a="http://schemas.openxmlformats.org/drawingml/2006/main">
              <a:ext uri="{FF2B5EF4-FFF2-40B4-BE49-F238E27FC236}">
                <a16:creationId xmlns:a16="http://schemas.microsoft.com/office/drawing/2014/main" id="{A6174D7C-8E4A-4429-B215-B456CE5B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3771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Tuesday 3 November 2026</a:t>
            </a:r>
          </a:p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17:00–18:00</a:t>
            </a:r>
          </a:p>
        </p:txBody>
      </p:sp>
      <p:sp>
        <p:nvSpPr>
          <p:cNvPr id="7" name="c3-text-367">
            <a:extLst xmlns:a="http://schemas.openxmlformats.org/drawingml/2006/main">
              <a:ext uri="{FF2B5EF4-FFF2-40B4-BE49-F238E27FC236}">
                <a16:creationId xmlns:a16="http://schemas.microsoft.com/office/drawing/2014/main" id="{237FCAAD-DA2F-4374-8A81-28349421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71700"/>
            <a:ext cx="3771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Mentorship</a:t>
            </a:r>
          </a:p>
        </p:txBody>
      </p:sp>
      <p:sp>
        <p:nvSpPr>
          <p:cNvPr id="8" name="c3-text-368">
            <a:extLst xmlns:a="http://schemas.openxmlformats.org/drawingml/2006/main">
              <a:ext uri="{FF2B5EF4-FFF2-40B4-BE49-F238E27FC236}">
                <a16:creationId xmlns:a16="http://schemas.microsoft.com/office/drawing/2014/main" id="{69170F84-48E3-43D7-AD7A-1A7D82D4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28900"/>
            <a:ext cx="3771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Wednesday 11 November 2026</a:t>
            </a:r>
          </a:p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From 14:30</a:t>
            </a:r>
          </a:p>
        </p:txBody>
      </p:sp>
      <p:sp>
        <p:nvSpPr>
          <p:cNvPr id="9" name="c3-text-369">
            <a:extLst xmlns:a="http://schemas.openxmlformats.org/drawingml/2006/main">
              <a:ext uri="{FF2B5EF4-FFF2-40B4-BE49-F238E27FC236}">
                <a16:creationId xmlns:a16="http://schemas.microsoft.com/office/drawing/2014/main" id="{11E76CA4-56C8-4D0E-8A38-F73E6C1C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7924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Join the webinar and mentorship to receive a higher-level certificate.</a:t>
            </a:r>
          </a:p>
        </p:txBody>
      </p:sp>
      <p:sp>
        <p:nvSpPr>
          <p:cNvPr id="10" name="c3-text-370">
            <a:hlinkClick xmlns:r="http://schemas.openxmlformats.org/officeDocument/2006/relationships" xmlns:a="http://schemas.openxmlformats.org/drawingml/2006/main" r:id="Reeddd75ff7eb4225"/>
            <a:extLst xmlns:a="http://schemas.openxmlformats.org/drawingml/2006/main">
              <a:ext uri="{FF2B5EF4-FFF2-40B4-BE49-F238E27FC236}">
                <a16:creationId xmlns:a16="http://schemas.microsoft.com/office/drawing/2014/main" id="{C35D4237-2A09-491A-A0F8-4C8FF6C5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Register: tiny.cc/AVENUE_VH_Webinar2</a:t>
            </a:r>
          </a:p>
        </p:txBody>
      </p:sp>
      <p:sp>
        <p:nvSpPr>
          <p:cNvPr id="11" name="c3-text-411">
            <a:extLst xmlns:a="http://schemas.openxmlformats.org/drawingml/2006/main">
              <a:ext uri="{FF2B5EF4-FFF2-40B4-BE49-F238E27FC236}">
                <a16:creationId xmlns:a16="http://schemas.microsoft.com/office/drawing/2014/main" id="{85E05F1E-C1F4-4B77-8E9E-9953D855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773284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371">
            <a:extLst xmlns:a="http://schemas.openxmlformats.org/drawingml/2006/main">
              <a:ext uri="{FF2B5EF4-FFF2-40B4-BE49-F238E27FC236}">
                <a16:creationId xmlns:a16="http://schemas.microsoft.com/office/drawing/2014/main" id="{1BDCAE1C-32FD-4694-85D6-B74B7F99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72">
            <a:extLst xmlns:a="http://schemas.openxmlformats.org/drawingml/2006/main">
              <a:ext uri="{FF2B5EF4-FFF2-40B4-BE49-F238E27FC236}">
                <a16:creationId xmlns:a16="http://schemas.microsoft.com/office/drawing/2014/main" id="{52F82155-B384-4941-802E-3C377225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Course Feedback</a:t>
            </a:r>
          </a:p>
        </p:txBody>
      </p:sp>
      <p:sp>
        <p:nvSpPr>
          <p:cNvPr id="3" name="c3-text-373">
            <a:extLst xmlns:a="http://schemas.openxmlformats.org/drawingml/2006/main">
              <a:ext uri="{FF2B5EF4-FFF2-40B4-BE49-F238E27FC236}">
                <a16:creationId xmlns:a16="http://schemas.microsoft.com/office/drawing/2014/main" id="{713C9CF3-44F9-4138-9B8B-C6329511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74">
            <a:extLst xmlns:a="http://schemas.openxmlformats.org/drawingml/2006/main">
              <a:ext uri="{FF2B5EF4-FFF2-40B4-BE49-F238E27FC236}">
                <a16:creationId xmlns:a16="http://schemas.microsoft.com/office/drawing/2014/main" id="{4CB29061-29A7-412E-8169-4D95F758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5048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AI powered Virtual Humans Part 2:</a:t>
            </a:r>
          </a:p>
          <a:p xmlns:a="http://schemas.openxmlformats.org/drawingml/2006/main">
            <a:pPr>
              <a:defRPr sz="21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LLM-based Cognitive Architectures</a:t>
            </a:r>
          </a:p>
        </p:txBody>
      </p:sp>
      <p:sp>
        <p:nvSpPr>
          <p:cNvPr id="5" name="c3-text-375">
            <a:extLst xmlns:a="http://schemas.openxmlformats.org/drawingml/2006/main">
              <a:ext uri="{FF2B5EF4-FFF2-40B4-BE49-F238E27FC236}">
                <a16:creationId xmlns:a16="http://schemas.microsoft.com/office/drawing/2014/main" id="{05AC13B5-7A97-466C-947D-8815AA9A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Please select this course</a:t>
            </a:r>
          </a:p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the questionnaire.</a:t>
            </a:r>
          </a:p>
        </p:txBody>
      </p:sp>
      <p:sp>
        <p:nvSpPr>
          <p:cNvPr id="6" name="c3-shape-376">
            <a:extLst xmlns:a="http://schemas.openxmlformats.org/drawingml/2006/main">
              <a:ext uri="{FF2B5EF4-FFF2-40B4-BE49-F238E27FC236}">
                <a16:creationId xmlns:a16="http://schemas.microsoft.com/office/drawing/2014/main" id="{35B6A023-E68A-4356-B267-ED38DBF6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14500"/>
            <a:ext cx="25908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586501a944fc6"/>
          <a:stretch xmlns:a="http://schemas.openxmlformats.org/drawingml/2006/main"/>
        </p:blipFill>
        <p:spPr>
          <a:xfrm xmlns:a="http://schemas.openxmlformats.org/drawingml/2006/main">
            <a:off x="6111949" y="1866900"/>
            <a:ext cx="2254102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c3-text-377">
            <a:hlinkClick xmlns:r="http://schemas.openxmlformats.org/officeDocument/2006/relationships" xmlns:a="http://schemas.openxmlformats.org/drawingml/2006/main" r:id="R677c38c6e853416d"/>
            <a:extLst xmlns:a="http://schemas.openxmlformats.org/drawingml/2006/main">
              <a:ext uri="{FF2B5EF4-FFF2-40B4-BE49-F238E27FC236}">
                <a16:creationId xmlns:a16="http://schemas.microsoft.com/office/drawing/2014/main" id="{62BC2778-56BD-42E4-9CB7-5095FE96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feedback questionnaire</a:t>
            </a:r>
          </a:p>
        </p:txBody>
      </p:sp>
      <p:sp>
        <p:nvSpPr>
          <p:cNvPr id="9" name="c3-text-412">
            <a:extLst xmlns:a="http://schemas.openxmlformats.org/drawingml/2006/main">
              <a:ext uri="{FF2B5EF4-FFF2-40B4-BE49-F238E27FC236}">
                <a16:creationId xmlns:a16="http://schemas.microsoft.com/office/drawing/2014/main" id="{11B722F9-333D-421F-B4FA-2293DC5B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132274393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2026-10-30T13:34:14.2860000Z</dcterms:created>
  <dcterms:modified xsi:type="dcterms:W3CDTF">2026-10-30T13:34:14.2860000Z</dcterms:modified>
</coreProperties>
</file>