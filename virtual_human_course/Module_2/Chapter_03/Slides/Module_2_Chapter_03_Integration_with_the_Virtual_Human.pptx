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a44cb9d3284ed3" /><Relationship Type="http://schemas.openxmlformats.org/officeDocument/2006/relationships/extended-properties" Target="/docProps/app.xml" Id="Rbd0858b4d42a46c1" /><Relationship Type="http://schemas.openxmlformats.org/officeDocument/2006/relationships/officeDocument" Target="/ppt/presentation.xml" Id="R5f037432ff7841df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974c7ad43a9245c3"/>
  </ns0:sldMasterIdLst>
  <ns0:sldIdLst>
    <ns0:sldId id="256" ns1:id="Re46aeef0fd164fd4"/>
    <ns0:sldId id="257" ns1:id="Re822417972254cad"/>
    <ns0:sldId id="258" ns1:id="R6b144ee434a44046"/>
    <ns0:sldId id="259" ns1:id="Rc128e8f9c6594e44"/>
    <ns0:sldId id="260" ns1:id="R5bbf371ab2684599"/>
    <ns0:sldId id="261" ns1:id="R94c5038f8e19496d"/>
    <ns0:sldId id="262" ns1:id="R2ba8ba2b4def4e08"/>
    <ns0:sldId id="263" ns1:id="R1e0be1f3583d4ce4"/>
    <ns0:sldId id="264" ns1:id="Rab4171faa24b4068"/>
    <ns0:sldId id="265" ns1:id="R134a36a7b62043cc"/>
    <ns0:sldId id="266" ns1:id="R8665781912f74f98"/>
    <ns0:sldId id="267" ns1:id="Rba0f3cd530d8430d"/>
    <ns0:sldId id="268" ns1:id="R6372bf8394f0475a"/>
    <ns0:sldId id="269" ns1:id="R52da2ccecad4469b"/>
    <ns0:sldId id="270" ns1:id="Ra326bf9f228a4774"/>
    <ns0:sldId id="271" ns1:id="Rd7b3e49cde054726"/>
    <ns0:sldId id="272" ns1:id="R1be3ea7f0e854591"/>
    <ns0:sldId id="273" ns1:id="Rf4b6a4153cdf481c"/>
    <ns0:sldId id="274" ns1:id="R17aa4f6c8b0f4603"/>
    <ns0:sldId id="275" ns1:id="R2b6dc6ddd0f54df7"/>
    <ns0:sldId id="276" ns1:id="Rc73773b01c824860"/>
    <ns0:sldId id="277" ns1:id="R641b2db037614cd7"/>
    <ns0:sldId id="278" ns1:id="R56eb5e4f79dd4526"/>
    <ns0:sldId id="279" ns1:id="R2d82acf915594468"/>
    <ns0:sldId id="280" ns1:id="Rf86069d02d964653"/>
    <ns0:sldId id="281" ns1:id="Rf10220983eaf4339"/>
    <ns0:sldId id="282" ns1:id="Ra27b56a5916f4657"/>
    <ns0:sldId id="283" ns1:id="Rca538d106c2944a1"/>
    <ns0:sldId id="284" ns1:id="R2f76bd1302384467"/>
    <ns0:sldId id="285" ns1:id="Rda6abe3bb2674359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c6c7d7d7b8b4534" /><ns0:Relationship Type="http://schemas.openxmlformats.org/officeDocument/2006/relationships/slideMaster" Target="/ppt/slideMasters/slideMaster1.xml" Id="R974c7ad43a9245c3" /><ns0:Relationship Type="http://schemas.openxmlformats.org/officeDocument/2006/relationships/presProps" Target="/ppt/presProps.xml" Id="Rfbc88e221ebc4a99" /><ns0:Relationship Type="http://schemas.openxmlformats.org/officeDocument/2006/relationships/viewProps" Target="/ppt/viewProps.xml" Id="Ra6996c165f4346e5" /><ns0:Relationship Type="http://schemas.openxmlformats.org/officeDocument/2006/relationships/tableStyles" Target="/ppt/tableStyles.xml" Id="R5a01989443824a56" /><ns0:Relationship Type="http://schemas.openxmlformats.org/officeDocument/2006/relationships/slide" Target="/ppt/slides/slide1.xml" Id="Re46aeef0fd164fd4" /><ns0:Relationship Type="http://schemas.openxmlformats.org/officeDocument/2006/relationships/slide" Target="/ppt/slides/slide2.xml" Id="Re822417972254cad" /><ns0:Relationship Type="http://schemas.openxmlformats.org/officeDocument/2006/relationships/slide" Target="/ppt/slides/slide3.xml" Id="R6b144ee434a44046" /><ns0:Relationship Type="http://schemas.openxmlformats.org/officeDocument/2006/relationships/slide" Target="/ppt/slides/slide4.xml" Id="Rc128e8f9c6594e44" /><ns0:Relationship Type="http://schemas.openxmlformats.org/officeDocument/2006/relationships/slide" Target="/ppt/slides/slide5.xml" Id="R5bbf371ab2684599" /><ns0:Relationship Type="http://schemas.openxmlformats.org/officeDocument/2006/relationships/slide" Target="/ppt/slides/slide6.xml" Id="R94c5038f8e19496d" /><ns0:Relationship Type="http://schemas.openxmlformats.org/officeDocument/2006/relationships/slide" Target="/ppt/slides/slide7.xml" Id="R2ba8ba2b4def4e08" /><ns0:Relationship Type="http://schemas.openxmlformats.org/officeDocument/2006/relationships/slide" Target="/ppt/slides/slide8.xml" Id="R1e0be1f3583d4ce4" /><ns0:Relationship Type="http://schemas.openxmlformats.org/officeDocument/2006/relationships/slide" Target="/ppt/slides/slide9.xml" Id="Rab4171faa24b4068" /><ns0:Relationship Type="http://schemas.openxmlformats.org/officeDocument/2006/relationships/slide" Target="/ppt/slides/slide10.xml" Id="R134a36a7b62043cc" /><ns0:Relationship Type="http://schemas.openxmlformats.org/officeDocument/2006/relationships/slide" Target="/ppt/slides/slide11.xml" Id="R8665781912f74f98" /><ns0:Relationship Type="http://schemas.openxmlformats.org/officeDocument/2006/relationships/slide" Target="/ppt/slides/slide12.xml" Id="Rba0f3cd530d8430d" /><ns0:Relationship Type="http://schemas.openxmlformats.org/officeDocument/2006/relationships/slide" Target="/ppt/slides/slide13.xml" Id="R6372bf8394f0475a" /><ns0:Relationship Type="http://schemas.openxmlformats.org/officeDocument/2006/relationships/slide" Target="/ppt/slides/slide14.xml" Id="R52da2ccecad4469b" /><ns0:Relationship Type="http://schemas.openxmlformats.org/officeDocument/2006/relationships/slide" Target="/ppt/slides/slide15.xml" Id="Ra326bf9f228a4774" /><ns0:Relationship Type="http://schemas.openxmlformats.org/officeDocument/2006/relationships/slide" Target="/ppt/slides/slide16.xml" Id="Rd7b3e49cde054726" /><ns0:Relationship Type="http://schemas.openxmlformats.org/officeDocument/2006/relationships/slide" Target="/ppt/slides/slide17.xml" Id="R1be3ea7f0e854591" /><ns0:Relationship Type="http://schemas.openxmlformats.org/officeDocument/2006/relationships/slide" Target="/ppt/slides/slide18.xml" Id="Rf4b6a4153cdf481c" /><ns0:Relationship Type="http://schemas.openxmlformats.org/officeDocument/2006/relationships/slide" Target="/ppt/slides/slide19.xml" Id="R17aa4f6c8b0f4603" /><ns0:Relationship Type="http://schemas.openxmlformats.org/officeDocument/2006/relationships/slide" Target="/ppt/slides/slide20.xml" Id="R2b6dc6ddd0f54df7" /><ns0:Relationship Type="http://schemas.openxmlformats.org/officeDocument/2006/relationships/slide" Target="/ppt/slides/slide21.xml" Id="Rc73773b01c824860" /><ns0:Relationship Type="http://schemas.openxmlformats.org/officeDocument/2006/relationships/slide" Target="/ppt/slides/slide22.xml" Id="R641b2db037614cd7" /><ns0:Relationship Type="http://schemas.openxmlformats.org/officeDocument/2006/relationships/slide" Target="/ppt/slides/slide23.xml" Id="R56eb5e4f79dd4526" /><ns0:Relationship Type="http://schemas.openxmlformats.org/officeDocument/2006/relationships/slide" Target="/ppt/slides/slide24.xml" Id="R2d82acf915594468" /><ns0:Relationship Type="http://schemas.openxmlformats.org/officeDocument/2006/relationships/slide" Target="/ppt/slides/slide25.xml" Id="Rf86069d02d964653" /><ns0:Relationship Type="http://schemas.openxmlformats.org/officeDocument/2006/relationships/slide" Target="/ppt/slides/slide26.xml" Id="Rf10220983eaf4339" /><ns0:Relationship Type="http://schemas.openxmlformats.org/officeDocument/2006/relationships/slide" Target="/ppt/slides/slide27.xml" Id="Ra27b56a5916f4657" /><ns0:Relationship Type="http://schemas.openxmlformats.org/officeDocument/2006/relationships/slide" Target="/ppt/slides/slide28.xml" Id="Rca538d106c2944a1" /><ns0:Relationship Type="http://schemas.openxmlformats.org/officeDocument/2006/relationships/slide" Target="/ppt/slides/slide29.xml" Id="R2f76bd1302384467" /><ns0:Relationship Type="http://schemas.openxmlformats.org/officeDocument/2006/relationships/slide" Target="/ppt/slides/slide30.xml" Id="Rda6abe3bb2674359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7514483ee44ec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06101850ba4571" /><Relationship Type="http://schemas.openxmlformats.org/officeDocument/2006/relationships/image" Target="/ppt/media/image.jpeg" Id="R63dd5fb2b9524a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6fcef1e3754307" /><Relationship Type="http://schemas.openxmlformats.org/officeDocument/2006/relationships/image" Target="/ppt/media/image.png" Id="R440d6c46398d4c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07301b6824a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bb27a370974ed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69d045573d4f5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f46691af9440b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875b6e6f254f7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d5fb2b9524af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d6c46398d4cc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1985e1542a4d79" /><Relationship Type="http://schemas.openxmlformats.org/officeDocument/2006/relationships/slideLayout" Target="/ppt/slideLayouts/slideLayout1.xml" Id="Rbb5f0ce3da844896" /><Relationship Type="http://schemas.openxmlformats.org/officeDocument/2006/relationships/slideLayout" Target="/ppt/slideLayouts/slideLayout2.xml" Id="Raab02497b02a4679" /><Relationship Type="http://schemas.openxmlformats.org/officeDocument/2006/relationships/slideLayout" Target="/ppt/slideLayouts/slideLayout3.xml" Id="R90cae51abf5a4df2" /><Relationship Type="http://schemas.openxmlformats.org/officeDocument/2006/relationships/slideLayout" Target="/ppt/slideLayouts/slideLayout4.xml" Id="Rad944d6423fb4705" /><Relationship Type="http://schemas.openxmlformats.org/officeDocument/2006/relationships/slideLayout" Target="/ppt/slideLayouts/slideLayout5.xml" Id="R0edb43366bd04c65" /><Relationship Type="http://schemas.openxmlformats.org/officeDocument/2006/relationships/slideLayout" Target="/ppt/slideLayouts/slideLayout6.xml" Id="R7c07bf09d44a466f" /><Relationship Type="http://schemas.openxmlformats.org/officeDocument/2006/relationships/slideLayout" Target="/ppt/slideLayouts/slideLayout7.xml" Id="Rf92bae38c0a541e6" /><Relationship Type="http://schemas.openxmlformats.org/officeDocument/2006/relationships/slideLayout" Target="/ppt/slideLayouts/slideLayout8.xml" Id="Rf9cf25a7d68f48e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5f0ce3da844896"/>
    <p:sldLayoutId xmlns:r="http://schemas.openxmlformats.org/officeDocument/2006/relationships" id="2147483650" r:id="Raab02497b02a4679"/>
    <p:sldLayoutId xmlns:r="http://schemas.openxmlformats.org/officeDocument/2006/relationships" id="2147483651" r:id="R90cae51abf5a4df2"/>
    <p:sldLayoutId xmlns:r="http://schemas.openxmlformats.org/officeDocument/2006/relationships" id="2147483652" r:id="Rad944d6423fb4705"/>
    <p:sldLayoutId xmlns:r="http://schemas.openxmlformats.org/officeDocument/2006/relationships" id="2147483653" r:id="R0edb43366bd04c65"/>
    <p:sldLayoutId xmlns:r="http://schemas.openxmlformats.org/officeDocument/2006/relationships" id="2147483654" r:id="R7c07bf09d44a466f"/>
    <p:sldLayoutId xmlns:r="http://schemas.openxmlformats.org/officeDocument/2006/relationships" id="2147483655" r:id="Rf92bae38c0a541e6"/>
    <p:sldLayoutId xmlns:r="http://schemas.openxmlformats.org/officeDocument/2006/relationships" id="2147483656" r:id="Rf9cf25a7d68f48e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19bf7d5ce9754de3" /><ns0:Relationship Type="http://schemas.openxmlformats.org/officeDocument/2006/relationships/image" Target="/ppt/media/image2.png" Id="R48b72a8e6db843c8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b8708c718548c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4cb51213b34a9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32f9b156184909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be3091c0a54585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04ab1eb3a14f1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8997659f7f48ad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751077554a4c16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a188afc2d94e82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5a1cb41e42469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14713de28641c7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659f3cb88c41ba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5a169938614534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6c475fc1d7a424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418348e2e74d1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3f644bb22b4db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2bbf853f6e4b7e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60e96205754074" /><ns0:Relationship Type="http://schemas.openxmlformats.org/officeDocument/2006/relationships/hyperlink" Target="https://home.openweathermap.org/users/sign_up" TargetMode="External" Id="Re7f288d805984b8b" /><ns0:Relationship Type="http://schemas.openxmlformats.org/officeDocument/2006/relationships/hyperlink" Target="https://home.openweathermap.org/api_keys" TargetMode="External" Id="Rc7c9747f50e9437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abb20fa9004931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895b9178db4879" /><ns0:Relationship Type="http://schemas.openxmlformats.org/officeDocument/2006/relationships/image" Target="/ppt/media/image3.png" Id="Rba37df6ffec74f84" /><ns0:Relationship Type="http://schemas.openxmlformats.org/officeDocument/2006/relationships/image" Target="/ppt/media/image4.png" Id="Rc8d6525085a344ad" /><ns0:Relationship Type="http://schemas.openxmlformats.org/officeDocument/2006/relationships/hyperlink" Target="https://claude.com/claude-code" TargetMode="External" Id="Rbd00344792a74bda" /><ns0:Relationship Type="http://schemas.openxmlformats.org/officeDocument/2006/relationships/hyperlink" Target="https://openai.com/codex/" TargetMode="External" Id="R7eb35aad35ea46fc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66be8387c84915" /><ns0:Relationship Type="http://schemas.openxmlformats.org/officeDocument/2006/relationships/hyperlink" Target="https://marketplace.visualstudio.com/items?itemName=OpenAI.chatgpt" TargetMode="External" Id="Rda260804d73a4db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185fd16e34451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3ccbb4517d4482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26e5b245ca4711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b89abd2810477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22617429484bf1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dbf729a9a344ab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48dd29758c4402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2121a27c9f4569" /><ns0:Relationship Type="http://schemas.openxmlformats.org/officeDocument/2006/relationships/hyperlink" Target="https://docs.langchain.com/oss/python/langgraph/persistence" TargetMode="External" Id="R54d7460087e94d15" /><ns0:Relationship Type="http://schemas.openxmlformats.org/officeDocument/2006/relationships/hyperlink" Target="https://docs.langchain.com/oss/python/langgraph/persistence" TargetMode="External" Id="R4a5d353c6a3e45dd" /><ns0:Relationship Type="http://schemas.openxmlformats.org/officeDocument/2006/relationships/hyperlink" Target="https://reference.langchain.com/python/langchain-ollama/chat_models/ChatOllama/with_structured_output" TargetMode="External" Id="Rd7d3b02cdc0d4562" /><ns0:Relationship Type="http://schemas.openxmlformats.org/officeDocument/2006/relationships/hyperlink" Target="https://reference.langchain.com/python/langchain-ollama/chat_models/ChatOllama/with_structured_output" TargetMode="External" Id="Rb64d92a54156480e" /><ns0:Relationship Type="http://schemas.openxmlformats.org/officeDocument/2006/relationships/hyperlink" Target="https://reference.langchain.com/python/langchain-core/prompts/chat/ChatPromptTemplate" TargetMode="External" Id="R9a833c5b8bdb41ea" /><ns0:Relationship Type="http://schemas.openxmlformats.org/officeDocument/2006/relationships/hyperlink" Target="https://reference.langchain.com/python/langchain-core/prompts/chat/ChatPromptTemplate" TargetMode="External" Id="R744a5ab4b527427c" /><ns0:Relationship Type="http://schemas.openxmlformats.org/officeDocument/2006/relationships/hyperlink" Target="https://docs.langchain.com/oss/python/langgraph/workflows-agents" TargetMode="External" Id="R05cde9a0db8e4ac6" /><ns0:Relationship Type="http://schemas.openxmlformats.org/officeDocument/2006/relationships/hyperlink" Target="https://docs.langchain.com/oss/python/langgraph/workflows-agents" TargetMode="External" Id="R36a8fd14825843ba" /><ns0:Relationship Type="http://schemas.openxmlformats.org/officeDocument/2006/relationships/hyperlink" Target="https://learn.chatgpt.com/docs/ide" TargetMode="External" Id="R9319c96fb9ca4a00" /><ns0:Relationship Type="http://schemas.openxmlformats.org/officeDocument/2006/relationships/hyperlink" Target="https://learn.chatgpt.com/docs/ide" TargetMode="External" Id="R567bdb351ab74b53" /><ns0:Relationship Type="http://schemas.openxmlformats.org/officeDocument/2006/relationships/hyperlink" Target="https://code.claude.com/docs/en/overview" TargetMode="External" Id="R6f6c7ccd732d4403" /><ns0:Relationship Type="http://schemas.openxmlformats.org/officeDocument/2006/relationships/hyperlink" Target="https://code.claude.com/docs/en/overview" TargetMode="External" Id="R49e5241f92434387" /><ns0:Relationship Type="http://schemas.openxmlformats.org/officeDocument/2006/relationships/hyperlink" Target="https://openweathermap.org/api/current" TargetMode="External" Id="R96d2989a9cc94a2f" /><ns0:Relationship Type="http://schemas.openxmlformats.org/officeDocument/2006/relationships/hyperlink" Target="https://openweathermap.org/api/current" TargetMode="External" Id="R4cdb2cdbbd084217" /><ns0:Relationship Type="http://schemas.openxmlformats.org/officeDocument/2006/relationships/hyperlink" Target="https://openweathermap.org/api/geocoding-api" TargetMode="External" Id="R4b94f1be246c4a4d" /><ns0:Relationship Type="http://schemas.openxmlformats.org/officeDocument/2006/relationships/hyperlink" Target="https://openweathermap.org/api/geocoding-api" TargetMode="External" Id="Rfcc21b96323f4c6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dfcecba1d44d68" /><ns0:Relationship Type="http://schemas.openxmlformats.org/officeDocument/2006/relationships/hyperlink" Target="https://openweathermap.org/api/weather-conditions" TargetMode="External" Id="R892095f7b8c7453e" /><ns0:Relationship Type="http://schemas.openxmlformats.org/officeDocument/2006/relationships/hyperlink" Target="https://openweathermap.org/api/weather-conditions" TargetMode="External" Id="R93b87eb0a2ff42ae" /><ns0:Relationship Type="http://schemas.openxmlformats.org/officeDocument/2006/relationships/hyperlink" Target="https://openweathermap.org/faq" TargetMode="External" Id="Re18de4fa9b704a0a" /><ns0:Relationship Type="http://schemas.openxmlformats.org/officeDocument/2006/relationships/hyperlink" Target="https://openweathermap.org/faq" TargetMode="External" Id="R5a6e16247d7d4fb3" /><ns0:Relationship Type="http://schemas.openxmlformats.org/officeDocument/2006/relationships/hyperlink" Target="https://openweathermap.org/price" TargetMode="External" Id="Rf4f28e4c58574f76" /><ns0:Relationship Type="http://schemas.openxmlformats.org/officeDocument/2006/relationships/hyperlink" Target="https://openweathermap.org/price" TargetMode="External" Id="R07e481cf2a774697" /><ns0:Relationship Type="http://schemas.openxmlformats.org/officeDocument/2006/relationships/hyperlink" Target="https://code.claude.com/docs/en/vs-code" TargetMode="External" Id="Ra04fd6a6cdf840d2" /><ns0:Relationship Type="http://schemas.openxmlformats.org/officeDocument/2006/relationships/hyperlink" Target="https://code.claude.com/docs/en/vs-code" TargetMode="External" Id="R408db5f21be94ee0" /><ns0:Relationship Type="http://schemas.openxmlformats.org/officeDocument/2006/relationships/hyperlink" Target="https://marketplace.visualstudio.com/items?itemName=OpenAI.chatgpt" TargetMode="External" Id="Rd48d9d0b8cc54f0c" /><ns0:Relationship Type="http://schemas.openxmlformats.org/officeDocument/2006/relationships/hyperlink" Target="https://marketplace.visualstudio.com/items?itemName=OpenAI.chatgpt" TargetMode="External" Id="R554becfa1a7e4a04" /><ns0:Relationship Type="http://schemas.openxmlformats.org/officeDocument/2006/relationships/hyperlink" Target="https://marketplace.visualstudio.com/items?itemName=anthropic.claude-code" TargetMode="External" Id="Rabb2dc05518d4beb" /><ns0:Relationship Type="http://schemas.openxmlformats.org/officeDocument/2006/relationships/hyperlink" Target="https://marketplace.visualstudio.com/items?itemName=anthropic.claude-code" TargetMode="External" Id="Rebf54c40318b43f6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72a8e6db843c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27">
            <a:extLst xmlns:a="http://schemas.openxmlformats.org/drawingml/2006/main">
              <a:ext uri="{FF2B5EF4-FFF2-40B4-BE49-F238E27FC236}">
                <a16:creationId xmlns:a16="http://schemas.microsoft.com/office/drawing/2014/main" id="{542131F1-561D-4947-97D0-8F92D9AD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1A63C37B-EB87-4A53-AACE-736CC0CA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C971385F-CB35-4F72-B268-C99DAC5E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154E1341-50A7-40BE-9EF1-E5500771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A749E67A-6832-4B8C-A0F2-7F088A09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925E1836-8CF9-49E5-9EB8-5A9B2434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9F3837AB-835C-4AA9-A36F-EF94BD9B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B29E185A-6D10-4A12-BA54-1778B88E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E62D980C-709F-4FD6-AD7B-8FC38AFB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F0DD240F-7882-45C3-B8EC-DE71E319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90F96ACE-CDDE-4A80-8DBA-E996B79E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D98E2F05-16A6-44C2-80C0-023A5114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0CD49E03-53B6-4BBD-B44F-E35AC572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0628C058-43B1-425E-A955-65598621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A4D5758E-C63F-44BF-9E4F-4D1DFF1B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FD99FBF5-943B-4D0E-BC22-06938DE1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5792E4B1-8B6F-477A-BFE2-44C9CA0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81468DCA-8D01-4710-9A57-B1108367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28">
            <a:extLst xmlns:a="http://schemas.openxmlformats.org/drawingml/2006/main">
              <a:ext uri="{FF2B5EF4-FFF2-40B4-BE49-F238E27FC236}">
                <a16:creationId xmlns:a16="http://schemas.microsoft.com/office/drawing/2014/main" id="{438E57D7-BD2D-4138-888A-10A41664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0835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8D83F3E5-62D9-4667-B2D7-2BA1ACFA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E4EEBE92-72B3-466F-9B9C-AFC170B7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690E8522-00D5-418B-9827-9714F7DA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9DE55CEB-B4D1-4385-BA7B-A6F23725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2EEE42FA-AE73-48F0-9109-CA5B361A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21F9DE41-1540-4FF0-8C55-60A60DDE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4B974E7A-6C9F-4DA1-9C48-69D42F66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19502F21-6CBC-463A-BA69-60D6AE98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55BB4583-76DE-4C1A-B162-FF76DBFE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9F4FFC5A-647A-4BF1-9DCD-7CDA4E6B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744D33F0-1CFA-40CA-94F8-AE83D4AE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18DDEABE-A334-461E-9DCC-2FCACA95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8035311D-9BAB-4298-A395-DB5BD7A3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C56E4B1A-3E3E-4F2E-A8C4-1446C5C5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66EA7EC5-B847-4706-BB17-010A8A2E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76AC34BC-A428-4C45-B81A-62343474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17BFB7F7-3F61-464E-B69B-386D72F6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29">
            <a:extLst xmlns:a="http://schemas.openxmlformats.org/drawingml/2006/main">
              <a:ext uri="{FF2B5EF4-FFF2-40B4-BE49-F238E27FC236}">
                <a16:creationId xmlns:a16="http://schemas.microsoft.com/office/drawing/2014/main" id="{223B0D97-1F7E-4C1B-AB36-7BE7DE33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422048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2ED26BE5-5633-4B47-B77F-7C6E22FE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4CDA0AAB-3292-4ED9-A06A-B7769F1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F1F16A03-0553-461B-8F20-5D4C81F9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C3379662-5D87-4C8E-9412-91F3BED5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C829CEA2-0A3B-4048-80CB-C09AF364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8551BC99-EC1E-4934-A707-F5AFD088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0A3DAAE8-70B4-46AC-AD12-18679BF7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8B4AD2B6-CF67-468F-BD7F-B09914DA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D9716CC8-C0A3-444D-BD11-DC874A0F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796FE752-7D41-4E2C-889E-B5E8CFA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FE3D923B-CD77-409D-8E9F-6573A834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D4E17CC1-DDB4-41DC-8D63-12A38662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680B7F65-8062-41C7-AEA0-EBEE52D9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55B5E851-7590-4035-A0C3-937F80D3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30">
            <a:extLst xmlns:a="http://schemas.openxmlformats.org/drawingml/2006/main">
              <a:ext uri="{FF2B5EF4-FFF2-40B4-BE49-F238E27FC236}">
                <a16:creationId xmlns:a16="http://schemas.microsoft.com/office/drawing/2014/main" id="{591FBAF1-D752-441D-B296-6A38CC90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277441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5DC31CC5-3782-4B28-978D-4E3BB0DA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ADAADE20-121B-41B9-9EF0-2C1DF9B1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BC8E4629-A3E5-457C-B617-6A03B13E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155B6A2C-6E78-4AC3-BD49-78ACBEE9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1A48B608-0EB0-464D-BFF2-47AB1BCD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01707B03-D865-43F0-8742-03092DF5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8C4A4403-6090-49E9-8717-A2AF7F38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B6ECD51B-CCC8-4F1B-9BC1-BB530679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67EFCE99-2DDF-4027-8187-F3CF7E10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5E0C620E-A564-41A7-B321-1135E8F5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2E87C5DD-79E2-469B-9FBB-3CBBFF08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EB9356A2-D82C-4E8D-A225-AEE7BFBE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64262296-CA88-4EA1-AFED-51633738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latest ModelReply for the avatar: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emotion, expression, gesture.</a:t>
            </a:r>
          </a:p>
        </p:txBody>
      </p:sp>
      <p:sp>
        <p:nvSpPr>
          <p:cNvPr id="14" name="c3-text-331">
            <a:extLst xmlns:a="http://schemas.openxmlformats.org/drawingml/2006/main">
              <a:ext uri="{FF2B5EF4-FFF2-40B4-BE49-F238E27FC236}">
                <a16:creationId xmlns:a16="http://schemas.microsoft.com/office/drawing/2014/main" id="{F91EDF01-874E-4B41-A2A2-A747EB2C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097360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78BCDA5D-FD65-42BA-B87D-DEB27E6E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4BFEA15F-5C48-420C-BE31-3FBD5FB5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B992B547-E92C-4D6E-91F7-5A12BC36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EBDF6D24-F114-4C1B-BE49-1F915A6A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107D9927-49EC-46B2-8054-6CEFCB02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4E40A4E9-8B1B-4EC7-9CA1-4CE73662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32">
            <a:extLst xmlns:a="http://schemas.openxmlformats.org/drawingml/2006/main">
              <a:ext uri="{FF2B5EF4-FFF2-40B4-BE49-F238E27FC236}">
                <a16:creationId xmlns:a16="http://schemas.microsoft.com/office/drawing/2014/main" id="{2B0F2251-5874-4D04-BB3A-00838AF3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291204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F194606F-83AE-4DD0-B619-2582F5AD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68B7B78B-D9C2-451E-A316-E3379BFD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55CFC44D-05F5-4FEC-8B32-F7902109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86AF6BA5-FD51-46C6-8120-89D9CBA4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668CB32F-DD8C-40B2-8F7C-A01AE994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2D561CC9-84D9-4985-8906-2C10D9C4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4482FAF0-9385-42E9-A9EC-795DCB54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33">
            <a:extLst xmlns:a="http://schemas.openxmlformats.org/drawingml/2006/main">
              <a:ext uri="{FF2B5EF4-FFF2-40B4-BE49-F238E27FC236}">
                <a16:creationId xmlns:a16="http://schemas.microsoft.com/office/drawing/2014/main" id="{E811F74D-F621-4291-926F-4B9820FA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40094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B0FA8840-8029-4444-9812-44BAE8D8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DC9D81C0-E4ED-44EC-86CC-5E744F20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4170E539-60B6-44A7-9C8F-DD167AF0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BDE4E10D-8B73-41D4-B83E-5FC9DE36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D31A2E6B-5673-4ED8-972C-4A57A860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FCE4DF0A-D6C9-4E06-BF1E-0611DBD1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A0ABCA95-855E-496E-B512-744EEA8C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34">
            <a:extLst xmlns:a="http://schemas.openxmlformats.org/drawingml/2006/main">
              <a:ext uri="{FF2B5EF4-FFF2-40B4-BE49-F238E27FC236}">
                <a16:creationId xmlns:a16="http://schemas.microsoft.com/office/drawing/2014/main" id="{EB34F286-EFEA-4A80-8764-B293AFB9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485981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C6C98AE6-7885-45F2-928E-9EDA530B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5B180A52-F3C3-47A0-9CE9-62573626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529BEED1-BAFE-491D-9FAC-9233B9C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69554F1E-D76E-4662-9E31-42ED0A56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361463BF-20FD-43E0-BA75-ABF77F64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78F666F9-351C-4A58-9F41-4FC9EF28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7BF1B57E-19DD-4CAE-8EDA-F45E0FC9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F52DC1C3-C095-436D-B3D6-AEE18ED6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B2AE20C7-D531-4383-8552-5302288F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7BE02479-C564-4313-92CB-6BE192F2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E61CB608-EE82-467D-A0AF-C3AF32D7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3EA6C5EB-5E95-460F-AC98-C12E2189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24AB9B42-8994-466F-9398-6AB2F395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16461792-D92A-4604-A370-1BD91C3D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35">
            <a:extLst xmlns:a="http://schemas.openxmlformats.org/drawingml/2006/main">
              <a:ext uri="{FF2B5EF4-FFF2-40B4-BE49-F238E27FC236}">
                <a16:creationId xmlns:a16="http://schemas.microsoft.com/office/drawing/2014/main" id="{0D76EF62-1CA4-4681-86BC-3381083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4759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96">
            <a:extLst xmlns:a="http://schemas.openxmlformats.org/drawingml/2006/main">
              <a:ext uri="{FF2B5EF4-FFF2-40B4-BE49-F238E27FC236}">
                <a16:creationId xmlns:a16="http://schemas.microsoft.com/office/drawing/2014/main" id="{F2C43843-7FD5-4E94-9A8F-DDDB9685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D2962306-39EC-41BA-A515-E24BBBB0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620F3B2D-3F0D-4A0C-86BA-F4A1B100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934EBB7F-DDC9-445F-A308-A41B24DF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0EFB323D-B1A8-4655-8791-607AD131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336">
            <a:extLst xmlns:a="http://schemas.openxmlformats.org/drawingml/2006/main">
              <a:ext uri="{FF2B5EF4-FFF2-40B4-BE49-F238E27FC236}">
                <a16:creationId xmlns:a16="http://schemas.microsoft.com/office/drawing/2014/main" id="{4E586A86-6D1F-4833-9E8F-14A497D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777682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1">
            <a:extLst xmlns:a="http://schemas.openxmlformats.org/drawingml/2006/main">
              <a:ext uri="{FF2B5EF4-FFF2-40B4-BE49-F238E27FC236}">
                <a16:creationId xmlns:a16="http://schemas.microsoft.com/office/drawing/2014/main" id="{D14218E1-5BC1-4B58-B48F-5A95EDFD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2">
            <a:extLst xmlns:a="http://schemas.openxmlformats.org/drawingml/2006/main">
              <a:ext uri="{FF2B5EF4-FFF2-40B4-BE49-F238E27FC236}">
                <a16:creationId xmlns:a16="http://schemas.microsoft.com/office/drawing/2014/main" id="{1633C678-DD64-4300-B03F-177BC148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3">
            <a:extLst xmlns:a="http://schemas.openxmlformats.org/drawingml/2006/main">
              <a:ext uri="{FF2B5EF4-FFF2-40B4-BE49-F238E27FC236}">
                <a16:creationId xmlns:a16="http://schemas.microsoft.com/office/drawing/2014/main" id="{5606432E-EF3E-4F6B-B9C5-C84586D4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4">
            <a:extLst xmlns:a="http://schemas.openxmlformats.org/drawingml/2006/main">
              <a:ext uri="{FF2B5EF4-FFF2-40B4-BE49-F238E27FC236}">
                <a16:creationId xmlns:a16="http://schemas.microsoft.com/office/drawing/2014/main" id="{4561D95E-1FD0-436C-8E2D-B0AF0FA8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6EDCDB5C-E9AD-4320-BAC3-C13F606E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6">
            <a:extLst xmlns:a="http://schemas.openxmlformats.org/drawingml/2006/main">
              <a:ext uri="{FF2B5EF4-FFF2-40B4-BE49-F238E27FC236}">
                <a16:creationId xmlns:a16="http://schemas.microsoft.com/office/drawing/2014/main" id="{3E74C926-FC6D-478D-9E08-69CF97CF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7">
            <a:extLst xmlns:a="http://schemas.openxmlformats.org/drawingml/2006/main">
              <a:ext uri="{FF2B5EF4-FFF2-40B4-BE49-F238E27FC236}">
                <a16:creationId xmlns:a16="http://schemas.microsoft.com/office/drawing/2014/main" id="{BFBCDBF7-B91B-4447-848B-5106CFFC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8">
            <a:extLst xmlns:a="http://schemas.openxmlformats.org/drawingml/2006/main">
              <a:ext uri="{FF2B5EF4-FFF2-40B4-BE49-F238E27FC236}">
                <a16:creationId xmlns:a16="http://schemas.microsoft.com/office/drawing/2014/main" id="{0A588B66-19E4-4918-B5FC-06CBE743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639C5C1F-A193-423D-A43A-24D1C755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0">
            <a:extLst xmlns:a="http://schemas.openxmlformats.org/drawingml/2006/main">
              <a:ext uri="{FF2B5EF4-FFF2-40B4-BE49-F238E27FC236}">
                <a16:creationId xmlns:a16="http://schemas.microsoft.com/office/drawing/2014/main" id="{745ECC01-2820-48FB-8221-75D7108E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1">
            <a:extLst xmlns:a="http://schemas.openxmlformats.org/drawingml/2006/main">
              <a:ext uri="{FF2B5EF4-FFF2-40B4-BE49-F238E27FC236}">
                <a16:creationId xmlns:a16="http://schemas.microsoft.com/office/drawing/2014/main" id="{CA2BB258-5938-4010-AD41-F2C97DF1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2">
            <a:extLst xmlns:a="http://schemas.openxmlformats.org/drawingml/2006/main">
              <a:ext uri="{FF2B5EF4-FFF2-40B4-BE49-F238E27FC236}">
                <a16:creationId xmlns:a16="http://schemas.microsoft.com/office/drawing/2014/main" id="{DAB103FA-E740-4CE2-81F5-1CB72F88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1DBC1330-5CC6-45EA-8D56-876B6FD5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4">
            <a:extLst xmlns:a="http://schemas.openxmlformats.org/drawingml/2006/main">
              <a:ext uri="{FF2B5EF4-FFF2-40B4-BE49-F238E27FC236}">
                <a16:creationId xmlns:a16="http://schemas.microsoft.com/office/drawing/2014/main" id="{A56A5EC4-7217-43C4-ABF0-937C6514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5">
            <a:extLst xmlns:a="http://schemas.openxmlformats.org/drawingml/2006/main">
              <a:ext uri="{FF2B5EF4-FFF2-40B4-BE49-F238E27FC236}">
                <a16:creationId xmlns:a16="http://schemas.microsoft.com/office/drawing/2014/main" id="{2209F4C5-5CE6-490B-AB72-CDD97BFF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6">
            <a:extLst xmlns:a="http://schemas.openxmlformats.org/drawingml/2006/main">
              <a:ext uri="{FF2B5EF4-FFF2-40B4-BE49-F238E27FC236}">
                <a16:creationId xmlns:a16="http://schemas.microsoft.com/office/drawing/2014/main" id="{BC5B3D7A-E3D6-447D-9AC9-030427CB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7">
            <a:extLst xmlns:a="http://schemas.openxmlformats.org/drawingml/2006/main">
              <a:ext uri="{FF2B5EF4-FFF2-40B4-BE49-F238E27FC236}">
                <a16:creationId xmlns:a16="http://schemas.microsoft.com/office/drawing/2014/main" id="{55419BF7-1095-469E-AE8B-B5706D32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37">
            <a:extLst xmlns:a="http://schemas.openxmlformats.org/drawingml/2006/main">
              <a:ext uri="{FF2B5EF4-FFF2-40B4-BE49-F238E27FC236}">
                <a16:creationId xmlns:a16="http://schemas.microsoft.com/office/drawing/2014/main" id="{38073565-E37A-4528-AEDB-BCBDADC7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131152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8">
            <a:extLst xmlns:a="http://schemas.openxmlformats.org/drawingml/2006/main">
              <a:ext uri="{FF2B5EF4-FFF2-40B4-BE49-F238E27FC236}">
                <a16:creationId xmlns:a16="http://schemas.microsoft.com/office/drawing/2014/main" id="{2525ED39-C56E-4150-8817-EFE8B44B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9">
            <a:extLst xmlns:a="http://schemas.openxmlformats.org/drawingml/2006/main">
              <a:ext uri="{FF2B5EF4-FFF2-40B4-BE49-F238E27FC236}">
                <a16:creationId xmlns:a16="http://schemas.microsoft.com/office/drawing/2014/main" id="{559FD161-DCE0-41FE-A9AD-7EA80155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0">
            <a:extLst xmlns:a="http://schemas.openxmlformats.org/drawingml/2006/main">
              <a:ext uri="{FF2B5EF4-FFF2-40B4-BE49-F238E27FC236}">
                <a16:creationId xmlns:a16="http://schemas.microsoft.com/office/drawing/2014/main" id="{FAC5C7EF-8DFE-48A2-BEAA-9CD98A50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1">
            <a:extLst xmlns:a="http://schemas.openxmlformats.org/drawingml/2006/main">
              <a:ext uri="{FF2B5EF4-FFF2-40B4-BE49-F238E27FC236}">
                <a16:creationId xmlns:a16="http://schemas.microsoft.com/office/drawing/2014/main" id="{A85D29B0-3166-4B6B-886D-F93CA43C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567609A1-33D1-4A10-9894-45E28443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3">
            <a:extLst xmlns:a="http://schemas.openxmlformats.org/drawingml/2006/main">
              <a:ext uri="{FF2B5EF4-FFF2-40B4-BE49-F238E27FC236}">
                <a16:creationId xmlns:a16="http://schemas.microsoft.com/office/drawing/2014/main" id="{E31E72F1-F8AC-414E-87F7-8660EAF4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4">
            <a:extLst xmlns:a="http://schemas.openxmlformats.org/drawingml/2006/main">
              <a:ext uri="{FF2B5EF4-FFF2-40B4-BE49-F238E27FC236}">
                <a16:creationId xmlns:a16="http://schemas.microsoft.com/office/drawing/2014/main" id="{D896E197-5045-4BCD-878D-9CC77342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5">
            <a:extLst xmlns:a="http://schemas.openxmlformats.org/drawingml/2006/main">
              <a:ext uri="{FF2B5EF4-FFF2-40B4-BE49-F238E27FC236}">
                <a16:creationId xmlns:a16="http://schemas.microsoft.com/office/drawing/2014/main" id="{FC8FF05F-11C0-42DC-8736-EE39278B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44536EC4-E604-42DB-90D4-80C9825B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7">
            <a:extLst xmlns:a="http://schemas.openxmlformats.org/drawingml/2006/main">
              <a:ext uri="{FF2B5EF4-FFF2-40B4-BE49-F238E27FC236}">
                <a16:creationId xmlns:a16="http://schemas.microsoft.com/office/drawing/2014/main" id="{219B029A-088D-40B6-9D61-EB495269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8">
            <a:extLst xmlns:a="http://schemas.openxmlformats.org/drawingml/2006/main">
              <a:ext uri="{FF2B5EF4-FFF2-40B4-BE49-F238E27FC236}">
                <a16:creationId xmlns:a16="http://schemas.microsoft.com/office/drawing/2014/main" id="{6F4439A3-5DF6-4DDE-B176-79359BA0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29">
            <a:extLst xmlns:a="http://schemas.openxmlformats.org/drawingml/2006/main">
              <a:ext uri="{FF2B5EF4-FFF2-40B4-BE49-F238E27FC236}">
                <a16:creationId xmlns:a16="http://schemas.microsoft.com/office/drawing/2014/main" id="{76B07B87-FA49-4C6D-B40B-E56B5661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0">
            <a:extLst xmlns:a="http://schemas.openxmlformats.org/drawingml/2006/main">
              <a:ext uri="{FF2B5EF4-FFF2-40B4-BE49-F238E27FC236}">
                <a16:creationId xmlns:a16="http://schemas.microsoft.com/office/drawing/2014/main" id="{DADFE1BA-858C-4CB9-9D0D-9C4138BD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38">
            <a:extLst xmlns:a="http://schemas.openxmlformats.org/drawingml/2006/main">
              <a:ext uri="{FF2B5EF4-FFF2-40B4-BE49-F238E27FC236}">
                <a16:creationId xmlns:a16="http://schemas.microsoft.com/office/drawing/2014/main" id="{65E71853-E254-4211-92EA-5D15E48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724185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1">
            <a:extLst xmlns:a="http://schemas.openxmlformats.org/drawingml/2006/main">
              <a:ext uri="{FF2B5EF4-FFF2-40B4-BE49-F238E27FC236}">
                <a16:creationId xmlns:a16="http://schemas.microsoft.com/office/drawing/2014/main" id="{B11E43E7-25EA-4186-9A08-18001DF6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2">
            <a:extLst xmlns:a="http://schemas.openxmlformats.org/drawingml/2006/main">
              <a:ext uri="{FF2B5EF4-FFF2-40B4-BE49-F238E27FC236}">
                <a16:creationId xmlns:a16="http://schemas.microsoft.com/office/drawing/2014/main" id="{5072701E-5DE8-4A6F-890D-94B1BC65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3">
            <a:extLst xmlns:a="http://schemas.openxmlformats.org/drawingml/2006/main">
              <a:ext uri="{FF2B5EF4-FFF2-40B4-BE49-F238E27FC236}">
                <a16:creationId xmlns:a16="http://schemas.microsoft.com/office/drawing/2014/main" id="{B18E2175-23C9-4098-BFDF-FED628B4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4">
            <a:extLst xmlns:a="http://schemas.openxmlformats.org/drawingml/2006/main">
              <a:ext uri="{FF2B5EF4-FFF2-40B4-BE49-F238E27FC236}">
                <a16:creationId xmlns:a16="http://schemas.microsoft.com/office/drawing/2014/main" id="{4AF0AD4A-143C-47FD-932E-08A71610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B220E505-7FD6-45C1-9438-CBAE32B2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6">
            <a:extLst xmlns:a="http://schemas.openxmlformats.org/drawingml/2006/main">
              <a:ext uri="{FF2B5EF4-FFF2-40B4-BE49-F238E27FC236}">
                <a16:creationId xmlns:a16="http://schemas.microsoft.com/office/drawing/2014/main" id="{0BD2EC9E-B705-4F15-8546-B04F77AF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7">
            <a:extLst xmlns:a="http://schemas.openxmlformats.org/drawingml/2006/main">
              <a:ext uri="{FF2B5EF4-FFF2-40B4-BE49-F238E27FC236}">
                <a16:creationId xmlns:a16="http://schemas.microsoft.com/office/drawing/2014/main" id="{5AFD07EA-3AB0-4C39-87E6-3B08480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8">
            <a:extLst xmlns:a="http://schemas.openxmlformats.org/drawingml/2006/main">
              <a:ext uri="{FF2B5EF4-FFF2-40B4-BE49-F238E27FC236}">
                <a16:creationId xmlns:a16="http://schemas.microsoft.com/office/drawing/2014/main" id="{D7BC42D9-983F-40CF-BF4F-DA94EACE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C3829F33-1D0A-4AB7-9E6E-9BBBF01C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0">
            <a:extLst xmlns:a="http://schemas.openxmlformats.org/drawingml/2006/main">
              <a:ext uri="{FF2B5EF4-FFF2-40B4-BE49-F238E27FC236}">
                <a16:creationId xmlns:a16="http://schemas.microsoft.com/office/drawing/2014/main" id="{5932210E-8834-4C99-954C-7DAC6E9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1">
            <a:extLst xmlns:a="http://schemas.openxmlformats.org/drawingml/2006/main">
              <a:ext uri="{FF2B5EF4-FFF2-40B4-BE49-F238E27FC236}">
                <a16:creationId xmlns:a16="http://schemas.microsoft.com/office/drawing/2014/main" id="{4DDEF941-CA4A-4306-992A-47B5CFEC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does the avatar forget?</a:t>
            </a:r>
          </a:p>
        </p:txBody>
      </p:sp>
      <p:sp>
        <p:nvSpPr>
          <p:cNvPr id="12" name="c3-shape-142">
            <a:extLst xmlns:a="http://schemas.openxmlformats.org/drawingml/2006/main">
              <a:ext uri="{FF2B5EF4-FFF2-40B4-BE49-F238E27FC236}">
                <a16:creationId xmlns:a16="http://schemas.microsoft.com/office/drawing/2014/main" id="{2B0B2018-8904-4608-881D-C4A511D5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1412FD49-9803-46F4-BCA4-E570CB82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4">
            <a:extLst xmlns:a="http://schemas.openxmlformats.org/drawingml/2006/main">
              <a:ext uri="{FF2B5EF4-FFF2-40B4-BE49-F238E27FC236}">
                <a16:creationId xmlns:a16="http://schemas.microsoft.com/office/drawing/2014/main" id="{75B4894E-0D0F-46B7-926E-5E55E914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5">
            <a:extLst xmlns:a="http://schemas.openxmlformats.org/drawingml/2006/main">
              <a:ext uri="{FF2B5EF4-FFF2-40B4-BE49-F238E27FC236}">
                <a16:creationId xmlns:a16="http://schemas.microsoft.com/office/drawing/2014/main" id="{F5F841B1-C586-4A77-9232-375E1435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6">
            <a:extLst xmlns:a="http://schemas.openxmlformats.org/drawingml/2006/main">
              <a:ext uri="{FF2B5EF4-FFF2-40B4-BE49-F238E27FC236}">
                <a16:creationId xmlns:a16="http://schemas.microsoft.com/office/drawing/2014/main" id="{6EFEB506-70BB-4E87-804B-55C7CDC2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7">
            <a:extLst xmlns:a="http://schemas.openxmlformats.org/drawingml/2006/main">
              <a:ext uri="{FF2B5EF4-FFF2-40B4-BE49-F238E27FC236}">
                <a16:creationId xmlns:a16="http://schemas.microsoft.com/office/drawing/2014/main" id="{088AB6AB-5DD7-4483-AAC8-AE86549C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39">
            <a:extLst xmlns:a="http://schemas.openxmlformats.org/drawingml/2006/main">
              <a:ext uri="{FF2B5EF4-FFF2-40B4-BE49-F238E27FC236}">
                <a16:creationId xmlns:a16="http://schemas.microsoft.com/office/drawing/2014/main" id="{67FB0FE2-0BB6-4926-A459-835E73CB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582391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8">
            <a:extLst xmlns:a="http://schemas.openxmlformats.org/drawingml/2006/main">
              <a:ext uri="{FF2B5EF4-FFF2-40B4-BE49-F238E27FC236}">
                <a16:creationId xmlns:a16="http://schemas.microsoft.com/office/drawing/2014/main" id="{DEB25771-BA54-4905-AF88-37110136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9">
            <a:extLst xmlns:a="http://schemas.openxmlformats.org/drawingml/2006/main">
              <a:ext uri="{FF2B5EF4-FFF2-40B4-BE49-F238E27FC236}">
                <a16:creationId xmlns:a16="http://schemas.microsoft.com/office/drawing/2014/main" id="{CBF37588-E67D-4CD0-B359-B96FA9FF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0">
            <a:extLst xmlns:a="http://schemas.openxmlformats.org/drawingml/2006/main">
              <a:ext uri="{FF2B5EF4-FFF2-40B4-BE49-F238E27FC236}">
                <a16:creationId xmlns:a16="http://schemas.microsoft.com/office/drawing/2014/main" id="{E35352EB-3B2B-4AB7-84D4-AA742835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1">
            <a:extLst xmlns:a="http://schemas.openxmlformats.org/drawingml/2006/main">
              <a:ext uri="{FF2B5EF4-FFF2-40B4-BE49-F238E27FC236}">
                <a16:creationId xmlns:a16="http://schemas.microsoft.com/office/drawing/2014/main" id="{1E36279A-8E95-45A3-BDB4-481C6A5D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690F6C4E-51FA-45D9-B5DE-4BE323B9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3">
            <a:extLst xmlns:a="http://schemas.openxmlformats.org/drawingml/2006/main">
              <a:ext uri="{FF2B5EF4-FFF2-40B4-BE49-F238E27FC236}">
                <a16:creationId xmlns:a16="http://schemas.microsoft.com/office/drawing/2014/main" id="{14AD5B1C-B568-47A4-8947-7E718B60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4">
            <a:extLst xmlns:a="http://schemas.openxmlformats.org/drawingml/2006/main">
              <a:ext uri="{FF2B5EF4-FFF2-40B4-BE49-F238E27FC236}">
                <a16:creationId xmlns:a16="http://schemas.microsoft.com/office/drawing/2014/main" id="{EF62082D-AB45-4DA6-BDC0-D7770A5A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5">
            <a:extLst xmlns:a="http://schemas.openxmlformats.org/drawingml/2006/main">
              <a:ext uri="{FF2B5EF4-FFF2-40B4-BE49-F238E27FC236}">
                <a16:creationId xmlns:a16="http://schemas.microsoft.com/office/drawing/2014/main" id="{FCC6E5C9-E49B-4C2F-A68E-0A657430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E77882FD-EF3C-4308-B4A8-DE4C7A0E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7">
            <a:extLst xmlns:a="http://schemas.openxmlformats.org/drawingml/2006/main">
              <a:ext uri="{FF2B5EF4-FFF2-40B4-BE49-F238E27FC236}">
                <a16:creationId xmlns:a16="http://schemas.microsoft.com/office/drawing/2014/main" id="{7B5ECE17-91B7-497F-85FD-864E2D71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8">
            <a:extLst xmlns:a="http://schemas.openxmlformats.org/drawingml/2006/main">
              <a:ext uri="{FF2B5EF4-FFF2-40B4-BE49-F238E27FC236}">
                <a16:creationId xmlns:a16="http://schemas.microsoft.com/office/drawing/2014/main" id="{63910BE3-6246-45A8-9910-B6F63F60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59">
            <a:extLst xmlns:a="http://schemas.openxmlformats.org/drawingml/2006/main">
              <a:ext uri="{FF2B5EF4-FFF2-40B4-BE49-F238E27FC236}">
                <a16:creationId xmlns:a16="http://schemas.microsoft.com/office/drawing/2014/main" id="{EC0905EE-FC58-4A4E-8133-C55755C2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7B61E350-6477-4933-AE36-0688E686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1">
            <a:extLst xmlns:a="http://schemas.openxmlformats.org/drawingml/2006/main">
              <a:ext uri="{FF2B5EF4-FFF2-40B4-BE49-F238E27FC236}">
                <a16:creationId xmlns:a16="http://schemas.microsoft.com/office/drawing/2014/main" id="{F6D0ACCF-DA6A-4791-B6F2-320315EA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2">
            <a:extLst xmlns:a="http://schemas.openxmlformats.org/drawingml/2006/main">
              <a:ext uri="{FF2B5EF4-FFF2-40B4-BE49-F238E27FC236}">
                <a16:creationId xmlns:a16="http://schemas.microsoft.com/office/drawing/2014/main" id="{C1C0DBA6-17FC-4034-B8A2-F8E4465C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3">
            <a:extLst xmlns:a="http://schemas.openxmlformats.org/drawingml/2006/main">
              <a:ext uri="{FF2B5EF4-FFF2-40B4-BE49-F238E27FC236}">
                <a16:creationId xmlns:a16="http://schemas.microsoft.com/office/drawing/2014/main" id="{13FCCCF0-88D3-4991-8CF9-A65F5990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4">
            <a:extLst xmlns:a="http://schemas.openxmlformats.org/drawingml/2006/main">
              <a:ext uri="{FF2B5EF4-FFF2-40B4-BE49-F238E27FC236}">
                <a16:creationId xmlns:a16="http://schemas.microsoft.com/office/drawing/2014/main" id="{AD0087E8-71B5-4D09-AF8B-E77E31E0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40">
            <a:extLst xmlns:a="http://schemas.openxmlformats.org/drawingml/2006/main">
              <a:ext uri="{FF2B5EF4-FFF2-40B4-BE49-F238E27FC236}">
                <a16:creationId xmlns:a16="http://schemas.microsoft.com/office/drawing/2014/main" id="{AA2D8878-CB3D-404D-AEBF-6290ABB0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233082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65">
            <a:extLst xmlns:a="http://schemas.openxmlformats.org/drawingml/2006/main">
              <a:ext uri="{FF2B5EF4-FFF2-40B4-BE49-F238E27FC236}">
                <a16:creationId xmlns:a16="http://schemas.microsoft.com/office/drawing/2014/main" id="{55CA7948-369C-4EDD-925C-764ABAB5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6">
            <a:extLst xmlns:a="http://schemas.openxmlformats.org/drawingml/2006/main">
              <a:ext uri="{FF2B5EF4-FFF2-40B4-BE49-F238E27FC236}">
                <a16:creationId xmlns:a16="http://schemas.microsoft.com/office/drawing/2014/main" id="{EA0A97EC-A7D4-4098-A10B-18BE7262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167">
            <a:extLst xmlns:a="http://schemas.openxmlformats.org/drawingml/2006/main">
              <a:ext uri="{FF2B5EF4-FFF2-40B4-BE49-F238E27FC236}">
                <a16:creationId xmlns:a16="http://schemas.microsoft.com/office/drawing/2014/main" id="{E82C4835-F037-478E-B962-1B6BB285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8">
            <a:extLst xmlns:a="http://schemas.openxmlformats.org/drawingml/2006/main">
              <a:ext uri="{FF2B5EF4-FFF2-40B4-BE49-F238E27FC236}">
                <a16:creationId xmlns:a16="http://schemas.microsoft.com/office/drawing/2014/main" id="{8D367991-CCF2-4C13-A9C3-986DDD0D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69">
            <a:extLst xmlns:a="http://schemas.openxmlformats.org/drawingml/2006/main">
              <a:ext uri="{FF2B5EF4-FFF2-40B4-BE49-F238E27FC236}">
                <a16:creationId xmlns:a16="http://schemas.microsoft.com/office/drawing/2014/main" id="{843273CB-568D-489F-8DA6-2502D7E3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70">
            <a:extLst xmlns:a="http://schemas.openxmlformats.org/drawingml/2006/main">
              <a:ext uri="{FF2B5EF4-FFF2-40B4-BE49-F238E27FC236}">
                <a16:creationId xmlns:a16="http://schemas.microsoft.com/office/drawing/2014/main" id="{95835677-C1E3-43EF-8F87-585FCD04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341">
            <a:extLst xmlns:a="http://schemas.openxmlformats.org/drawingml/2006/main">
              <a:ext uri="{FF2B5EF4-FFF2-40B4-BE49-F238E27FC236}">
                <a16:creationId xmlns:a16="http://schemas.microsoft.com/office/drawing/2014/main" id="{F1D65AF2-3406-4D62-9926-90D0B034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044494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1C0025C9-B489-4DA4-ACF9-226D5E63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2">
            <a:extLst xmlns:a="http://schemas.openxmlformats.org/drawingml/2006/main">
              <a:ext uri="{FF2B5EF4-FFF2-40B4-BE49-F238E27FC236}">
                <a16:creationId xmlns:a16="http://schemas.microsoft.com/office/drawing/2014/main" id="{06FEEE20-03D5-475D-8BCE-ACE4E125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3">
            <a:extLst xmlns:a="http://schemas.openxmlformats.org/drawingml/2006/main">
              <a:ext uri="{FF2B5EF4-FFF2-40B4-BE49-F238E27FC236}">
                <a16:creationId xmlns:a16="http://schemas.microsoft.com/office/drawing/2014/main" id="{D98BB5A8-EACC-4843-89BC-E006F7E8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4">
            <a:extLst xmlns:a="http://schemas.openxmlformats.org/drawingml/2006/main">
              <a:ext uri="{FF2B5EF4-FFF2-40B4-BE49-F238E27FC236}">
                <a16:creationId xmlns:a16="http://schemas.microsoft.com/office/drawing/2014/main" id="{A9D6871C-FFAF-4EB8-B613-96DFAC9F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5">
            <a:extLst xmlns:a="http://schemas.openxmlformats.org/drawingml/2006/main">
              <a:ext uri="{FF2B5EF4-FFF2-40B4-BE49-F238E27FC236}">
                <a16:creationId xmlns:a16="http://schemas.microsoft.com/office/drawing/2014/main" id="{798766E3-A190-4112-A491-E5C617A9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6">
            <a:extLst xmlns:a="http://schemas.openxmlformats.org/drawingml/2006/main">
              <a:ext uri="{FF2B5EF4-FFF2-40B4-BE49-F238E27FC236}">
                <a16:creationId xmlns:a16="http://schemas.microsoft.com/office/drawing/2014/main" id="{A6221423-9C2B-466C-937E-98464548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7">
            <a:extLst xmlns:a="http://schemas.openxmlformats.org/drawingml/2006/main">
              <a:ext uri="{FF2B5EF4-FFF2-40B4-BE49-F238E27FC236}">
                <a16:creationId xmlns:a16="http://schemas.microsoft.com/office/drawing/2014/main" id="{E23106D6-DF68-401C-89B8-E0AB7F5C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78">
            <a:extLst xmlns:a="http://schemas.openxmlformats.org/drawingml/2006/main">
              <a:ext uri="{FF2B5EF4-FFF2-40B4-BE49-F238E27FC236}">
                <a16:creationId xmlns:a16="http://schemas.microsoft.com/office/drawing/2014/main" id="{A3890762-AC3B-46B8-8043-FD2F3238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79">
            <a:extLst xmlns:a="http://schemas.openxmlformats.org/drawingml/2006/main">
              <a:ext uri="{FF2B5EF4-FFF2-40B4-BE49-F238E27FC236}">
                <a16:creationId xmlns:a16="http://schemas.microsoft.com/office/drawing/2014/main" id="{5F70CB96-86BC-40B7-A53F-41B13A4B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6B2D00C4-9259-4A2F-8EDF-54097574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1">
            <a:extLst xmlns:a="http://schemas.openxmlformats.org/drawingml/2006/main">
              <a:ext uri="{FF2B5EF4-FFF2-40B4-BE49-F238E27FC236}">
                <a16:creationId xmlns:a16="http://schemas.microsoft.com/office/drawing/2014/main" id="{D00FE0C8-57F5-4CC8-A177-66B52065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2">
            <a:extLst xmlns:a="http://schemas.openxmlformats.org/drawingml/2006/main">
              <a:ext uri="{FF2B5EF4-FFF2-40B4-BE49-F238E27FC236}">
                <a16:creationId xmlns:a16="http://schemas.microsoft.com/office/drawing/2014/main" id="{5C7ED2CD-AD89-4C25-9CED-688A4899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183">
            <a:extLst xmlns:a="http://schemas.openxmlformats.org/drawingml/2006/main">
              <a:ext uri="{FF2B5EF4-FFF2-40B4-BE49-F238E27FC236}">
                <a16:creationId xmlns:a16="http://schemas.microsoft.com/office/drawing/2014/main" id="{4FD87C3B-CA10-48E1-BD12-6E88A604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4">
            <a:extLst xmlns:a="http://schemas.openxmlformats.org/drawingml/2006/main">
              <a:ext uri="{FF2B5EF4-FFF2-40B4-BE49-F238E27FC236}">
                <a16:creationId xmlns:a16="http://schemas.microsoft.com/office/drawing/2014/main" id="{0EAA7B6B-68F8-4D20-9423-1E60E426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558E5D3F-CCB7-4F02-A721-0C54777B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6F0E3A10-9D7D-4724-9FC6-CE5D792D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7">
            <a:extLst xmlns:a="http://schemas.openxmlformats.org/drawingml/2006/main">
              <a:ext uri="{FF2B5EF4-FFF2-40B4-BE49-F238E27FC236}">
                <a16:creationId xmlns:a16="http://schemas.microsoft.com/office/drawing/2014/main" id="{4D6B8DAF-18E9-4A70-820E-5EB90F06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88">
            <a:extLst xmlns:a="http://schemas.openxmlformats.org/drawingml/2006/main">
              <a:ext uri="{FF2B5EF4-FFF2-40B4-BE49-F238E27FC236}">
                <a16:creationId xmlns:a16="http://schemas.microsoft.com/office/drawing/2014/main" id="{61EAE2AC-2E32-48DF-9D40-FF750887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89">
            <a:extLst xmlns:a="http://schemas.openxmlformats.org/drawingml/2006/main">
              <a:ext uri="{FF2B5EF4-FFF2-40B4-BE49-F238E27FC236}">
                <a16:creationId xmlns:a16="http://schemas.microsoft.com/office/drawing/2014/main" id="{3FA043C3-4128-4F69-B67F-12A6F4A8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190">
            <a:extLst xmlns:a="http://schemas.openxmlformats.org/drawingml/2006/main">
              <a:ext uri="{FF2B5EF4-FFF2-40B4-BE49-F238E27FC236}">
                <a16:creationId xmlns:a16="http://schemas.microsoft.com/office/drawing/2014/main" id="{221285FA-DAAA-484B-A5C4-56895A4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E9C66288-421F-4541-8D17-B93BC08F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AE06A3EB-A118-42D0-920C-586DFDA1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3">
            <a:extLst xmlns:a="http://schemas.openxmlformats.org/drawingml/2006/main">
              <a:ext uri="{FF2B5EF4-FFF2-40B4-BE49-F238E27FC236}">
                <a16:creationId xmlns:a16="http://schemas.microsoft.com/office/drawing/2014/main" id="{1FB3DB64-FA1E-4E15-AD4B-484D2BA7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194">
            <a:extLst xmlns:a="http://schemas.openxmlformats.org/drawingml/2006/main">
              <a:ext uri="{FF2B5EF4-FFF2-40B4-BE49-F238E27FC236}">
                <a16:creationId xmlns:a16="http://schemas.microsoft.com/office/drawing/2014/main" id="{1AFF953A-DC83-4242-BB7F-22C2FB31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342">
            <a:extLst xmlns:a="http://schemas.openxmlformats.org/drawingml/2006/main">
              <a:ext uri="{FF2B5EF4-FFF2-40B4-BE49-F238E27FC236}">
                <a16:creationId xmlns:a16="http://schemas.microsoft.com/office/drawing/2014/main" id="{BF7F942B-46A7-4A00-93DD-CD527614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9055969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195">
            <a:extLst xmlns:a="http://schemas.openxmlformats.org/drawingml/2006/main">
              <a:ext uri="{FF2B5EF4-FFF2-40B4-BE49-F238E27FC236}">
                <a16:creationId xmlns:a16="http://schemas.microsoft.com/office/drawing/2014/main" id="{CC5EE0E0-9BFC-43A4-965E-A92BAB76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6">
            <a:extLst xmlns:a="http://schemas.openxmlformats.org/drawingml/2006/main">
              <a:ext uri="{FF2B5EF4-FFF2-40B4-BE49-F238E27FC236}">
                <a16:creationId xmlns:a16="http://schemas.microsoft.com/office/drawing/2014/main" id="{86112007-FA83-43F2-A09D-0340AA76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197">
            <a:extLst xmlns:a="http://schemas.openxmlformats.org/drawingml/2006/main">
              <a:ext uri="{FF2B5EF4-FFF2-40B4-BE49-F238E27FC236}">
                <a16:creationId xmlns:a16="http://schemas.microsoft.com/office/drawing/2014/main" id="{1B7225BE-7256-48AD-B269-15FCA608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98">
            <a:extLst xmlns:a="http://schemas.openxmlformats.org/drawingml/2006/main">
              <a:ext uri="{FF2B5EF4-FFF2-40B4-BE49-F238E27FC236}">
                <a16:creationId xmlns:a16="http://schemas.microsoft.com/office/drawing/2014/main" id="{83B51827-F0EB-4D5D-96CE-D81B65DE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99">
            <a:extLst xmlns:a="http://schemas.openxmlformats.org/drawingml/2006/main">
              <a:ext uri="{FF2B5EF4-FFF2-40B4-BE49-F238E27FC236}">
                <a16:creationId xmlns:a16="http://schemas.microsoft.com/office/drawing/2014/main" id="{6047E08F-6F81-415B-8C16-0983740F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200">
            <a:extLst xmlns:a="http://schemas.openxmlformats.org/drawingml/2006/main">
              <a:ext uri="{FF2B5EF4-FFF2-40B4-BE49-F238E27FC236}">
                <a16:creationId xmlns:a16="http://schemas.microsoft.com/office/drawing/2014/main" id="{F89ABD8B-0EAA-4E5C-8980-25D90635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201">
            <a:extLst xmlns:a="http://schemas.openxmlformats.org/drawingml/2006/main">
              <a:ext uri="{FF2B5EF4-FFF2-40B4-BE49-F238E27FC236}">
                <a16:creationId xmlns:a16="http://schemas.microsoft.com/office/drawing/2014/main" id="{B5AF999D-1D73-4D68-8663-F83D9F13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202">
            <a:extLst xmlns:a="http://schemas.openxmlformats.org/drawingml/2006/main">
              <a:ext uri="{FF2B5EF4-FFF2-40B4-BE49-F238E27FC236}">
                <a16:creationId xmlns:a16="http://schemas.microsoft.com/office/drawing/2014/main" id="{F1B00882-E237-481A-A17E-FD7E2549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343">
            <a:extLst xmlns:a="http://schemas.openxmlformats.org/drawingml/2006/main">
              <a:ext uri="{FF2B5EF4-FFF2-40B4-BE49-F238E27FC236}">
                <a16:creationId xmlns:a16="http://schemas.microsoft.com/office/drawing/2014/main" id="{5D295146-49B7-480F-8813-CDD79D70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558490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3">
            <a:extLst xmlns:a="http://schemas.openxmlformats.org/drawingml/2006/main">
              <a:ext uri="{FF2B5EF4-FFF2-40B4-BE49-F238E27FC236}">
                <a16:creationId xmlns:a16="http://schemas.microsoft.com/office/drawing/2014/main" id="{59A9464B-1AB9-4F48-8B59-6A79D1C8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4">
            <a:extLst xmlns:a="http://schemas.openxmlformats.org/drawingml/2006/main">
              <a:ext uri="{FF2B5EF4-FFF2-40B4-BE49-F238E27FC236}">
                <a16:creationId xmlns:a16="http://schemas.microsoft.com/office/drawing/2014/main" id="{77B6C96E-E5D9-4ECD-8606-E0718BAF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205">
            <a:extLst xmlns:a="http://schemas.openxmlformats.org/drawingml/2006/main">
              <a:ext uri="{FF2B5EF4-FFF2-40B4-BE49-F238E27FC236}">
                <a16:creationId xmlns:a16="http://schemas.microsoft.com/office/drawing/2014/main" id="{11532CA1-1B0C-458C-96DC-317E949D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6">
            <a:hlinkClick xmlns:r="http://schemas.openxmlformats.org/officeDocument/2006/relationships" xmlns:a="http://schemas.openxmlformats.org/drawingml/2006/main" r:id="Re7f288d805984b8b"/>
            <a:extLst xmlns:a="http://schemas.openxmlformats.org/drawingml/2006/main">
              <a:ext uri="{FF2B5EF4-FFF2-40B4-BE49-F238E27FC236}">
                <a16:creationId xmlns:a16="http://schemas.microsoft.com/office/drawing/2014/main" id="{8F4B696F-21B3-48FF-BABC-ED2DFF5F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07">
            <a:extLst xmlns:a="http://schemas.openxmlformats.org/drawingml/2006/main">
              <a:ext uri="{FF2B5EF4-FFF2-40B4-BE49-F238E27FC236}">
                <a16:creationId xmlns:a16="http://schemas.microsoft.com/office/drawing/2014/main" id="{1E65EDA9-9FCC-4181-928F-82B8F8E5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08">
            <a:hlinkClick xmlns:r="http://schemas.openxmlformats.org/officeDocument/2006/relationships" xmlns:a="http://schemas.openxmlformats.org/drawingml/2006/main" r:id="Rc7c9747f50e9437f"/>
            <a:extLst xmlns:a="http://schemas.openxmlformats.org/drawingml/2006/main">
              <a:ext uri="{FF2B5EF4-FFF2-40B4-BE49-F238E27FC236}">
                <a16:creationId xmlns:a16="http://schemas.microsoft.com/office/drawing/2014/main" id="{3D8DC705-4C75-4E66-A4E2-C9DF2E54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09">
            <a:extLst xmlns:a="http://schemas.openxmlformats.org/drawingml/2006/main">
              <a:ext uri="{FF2B5EF4-FFF2-40B4-BE49-F238E27FC236}">
                <a16:creationId xmlns:a16="http://schemas.microsoft.com/office/drawing/2014/main" id="{D2B37BD4-832C-4A17-9469-3A855ED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44">
            <a:extLst xmlns:a="http://schemas.openxmlformats.org/drawingml/2006/main">
              <a:ext uri="{FF2B5EF4-FFF2-40B4-BE49-F238E27FC236}">
                <a16:creationId xmlns:a16="http://schemas.microsoft.com/office/drawing/2014/main" id="{9BD5A25A-BD2B-4E61-A0F0-709AFB5B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056478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0">
            <a:extLst xmlns:a="http://schemas.openxmlformats.org/drawingml/2006/main">
              <a:ext uri="{FF2B5EF4-FFF2-40B4-BE49-F238E27FC236}">
                <a16:creationId xmlns:a16="http://schemas.microsoft.com/office/drawing/2014/main" id="{315C4C44-5E8F-4806-B985-8899F86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1">
            <a:extLst xmlns:a="http://schemas.openxmlformats.org/drawingml/2006/main">
              <a:ext uri="{FF2B5EF4-FFF2-40B4-BE49-F238E27FC236}">
                <a16:creationId xmlns:a16="http://schemas.microsoft.com/office/drawing/2014/main" id="{8365F425-A180-4F18-A95B-65CE833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212">
            <a:extLst xmlns:a="http://schemas.openxmlformats.org/drawingml/2006/main">
              <a:ext uri="{FF2B5EF4-FFF2-40B4-BE49-F238E27FC236}">
                <a16:creationId xmlns:a16="http://schemas.microsoft.com/office/drawing/2014/main" id="{9EAC5B92-5151-4234-917A-A8F3EA88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3">
            <a:extLst xmlns:a="http://schemas.openxmlformats.org/drawingml/2006/main">
              <a:ext uri="{FF2B5EF4-FFF2-40B4-BE49-F238E27FC236}">
                <a16:creationId xmlns:a16="http://schemas.microsoft.com/office/drawing/2014/main" id="{3FAA0606-11E5-49CC-A879-39DBD4AB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214">
            <a:extLst xmlns:a="http://schemas.openxmlformats.org/drawingml/2006/main">
              <a:ext uri="{FF2B5EF4-FFF2-40B4-BE49-F238E27FC236}">
                <a16:creationId xmlns:a16="http://schemas.microsoft.com/office/drawing/2014/main" id="{648EE26E-AD12-4255-B4FA-2C8D74D5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5">
            <a:extLst xmlns:a="http://schemas.openxmlformats.org/drawingml/2006/main">
              <a:ext uri="{FF2B5EF4-FFF2-40B4-BE49-F238E27FC236}">
                <a16:creationId xmlns:a16="http://schemas.microsoft.com/office/drawing/2014/main" id="{046061E8-87BA-4404-A079-37018FA0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216">
            <a:extLst xmlns:a="http://schemas.openxmlformats.org/drawingml/2006/main">
              <a:ext uri="{FF2B5EF4-FFF2-40B4-BE49-F238E27FC236}">
                <a16:creationId xmlns:a16="http://schemas.microsoft.com/office/drawing/2014/main" id="{30B0D134-CC21-46AF-B1E8-BE6DB5BE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345">
            <a:extLst xmlns:a="http://schemas.openxmlformats.org/drawingml/2006/main">
              <a:ext uri="{FF2B5EF4-FFF2-40B4-BE49-F238E27FC236}">
                <a16:creationId xmlns:a16="http://schemas.microsoft.com/office/drawing/2014/main" id="{D11E0E51-8FC5-4E47-AD10-390112C8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17677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3-text-217">
            <a:extLst xmlns:a="http://schemas.openxmlformats.org/drawingml/2006/main">
              <a:ext uri="{FF2B5EF4-FFF2-40B4-BE49-F238E27FC236}">
                <a16:creationId xmlns:a16="http://schemas.microsoft.com/office/drawing/2014/main" id="{84844235-6210-4895-B241-734D005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8">
            <a:extLst xmlns:a="http://schemas.openxmlformats.org/drawingml/2006/main">
              <a:ext uri="{FF2B5EF4-FFF2-40B4-BE49-F238E27FC236}">
                <a16:creationId xmlns:a16="http://schemas.microsoft.com/office/drawing/2014/main" id="{C6CF1FEB-808E-476E-B058-7CBABCA3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[5] [6]</a:t>
            </a:r>
          </a:p>
        </p:txBody>
      </p:sp>
      <p:sp>
        <p:nvSpPr>
          <p:cNvPr id="3" name="c3-text-219">
            <a:extLst xmlns:a="http://schemas.openxmlformats.org/drawingml/2006/main">
              <a:ext uri="{FF2B5EF4-FFF2-40B4-BE49-F238E27FC236}">
                <a16:creationId xmlns:a16="http://schemas.microsoft.com/office/drawing/2014/main" id="{EE9E0DDA-2EE1-47C9-AB0F-79C102F3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7df6ffec74f84"/>
          <a:stretch xmlns:a="http://schemas.openxmlformats.org/drawingml/2006/main"/>
        </p:blipFill>
        <p:spPr>
          <a:xfrm xmlns:a="http://schemas.openxmlformats.org/drawingml/2006/main">
            <a:off x="609600" y="1552575"/>
            <a:ext cx="685800" cy="6858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6525085a344ad"/>
          <a:stretch xmlns:a="http://schemas.openxmlformats.org/drawingml/2006/main"/>
        </p:blipFill>
        <p:spPr>
          <a:xfrm xmlns:a="http://schemas.openxmlformats.org/drawingml/2006/main">
            <a:off x="4762500" y="1552575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6" name="c3-text-220">
            <a:extLst xmlns:a="http://schemas.openxmlformats.org/drawingml/2006/main">
              <a:ext uri="{FF2B5EF4-FFF2-40B4-BE49-F238E27FC236}">
                <a16:creationId xmlns:a16="http://schemas.microsoft.com/office/drawing/2014/main" id="{A1EF6B28-7DF1-4D3A-9C99-C97350A5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7" name="c3-text-221">
            <a:extLst xmlns:a="http://schemas.openxmlformats.org/drawingml/2006/main">
              <a:ext uri="{FF2B5EF4-FFF2-40B4-BE49-F238E27FC236}">
                <a16:creationId xmlns:a16="http://schemas.microsoft.com/office/drawing/2014/main" id="{C4D5D367-E5EC-4D6B-9933-90724A19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8" name="c3-text-222">
            <a:extLst xmlns:a="http://schemas.openxmlformats.org/drawingml/2006/main">
              <a:ext uri="{FF2B5EF4-FFF2-40B4-BE49-F238E27FC236}">
                <a16:creationId xmlns:a16="http://schemas.microsoft.com/office/drawing/2014/main" id="{53D0C931-ED1D-4235-B7EE-1B29FD5B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9" name="c3-text-223">
            <a:extLst xmlns:a="http://schemas.openxmlformats.org/drawingml/2006/main">
              <a:ext uri="{FF2B5EF4-FFF2-40B4-BE49-F238E27FC236}">
                <a16:creationId xmlns:a16="http://schemas.microsoft.com/office/drawing/2014/main" id="{C499196A-B9CC-4FDE-8287-69231A13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0" name="c3-text-224">
            <a:extLst xmlns:a="http://schemas.openxmlformats.org/drawingml/2006/main">
              <a:ext uri="{FF2B5EF4-FFF2-40B4-BE49-F238E27FC236}">
                <a16:creationId xmlns:a16="http://schemas.microsoft.com/office/drawing/2014/main" id="{1C1EE81E-35C8-4E47-B3EB-8C4C78D7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Claude models to explore a codebase, edit files and run terminal commands.</a:t>
            </a:r>
          </a:p>
        </p:txBody>
      </p:sp>
      <p:sp>
        <p:nvSpPr>
          <p:cNvPr id="11" name="c3-text-225">
            <a:extLst xmlns:a="http://schemas.openxmlformats.org/drawingml/2006/main">
              <a:ext uri="{FF2B5EF4-FFF2-40B4-BE49-F238E27FC236}">
                <a16:creationId xmlns:a16="http://schemas.microsoft.com/office/drawing/2014/main" id="{B33C896D-2403-4BCC-BC65-D3A6A558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OpenAI models to write, review and change code with the context in your editor.</a:t>
            </a:r>
          </a:p>
        </p:txBody>
      </p:sp>
      <p:sp>
        <p:nvSpPr>
          <p:cNvPr id="12" name="c3-text-226">
            <a:extLst xmlns:a="http://schemas.openxmlformats.org/drawingml/2006/main">
              <a:ext uri="{FF2B5EF4-FFF2-40B4-BE49-F238E27FC236}">
                <a16:creationId xmlns:a16="http://schemas.microsoft.com/office/drawing/2014/main" id="{3558A142-AA4C-4438-9AE8-250E715B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Terminal and VS Code extension</a:t>
            </a:r>
          </a:p>
        </p:txBody>
      </p:sp>
      <p:sp>
        <p:nvSpPr>
          <p:cNvPr id="13" name="c3-text-227">
            <a:extLst xmlns:a="http://schemas.openxmlformats.org/drawingml/2006/main">
              <a:ext uri="{FF2B5EF4-FFF2-40B4-BE49-F238E27FC236}">
                <a16:creationId xmlns:a16="http://schemas.microsoft.com/office/drawing/2014/main" id="{41F057DC-201E-4358-8FBA-14044FEE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VS Code extension and CLI</a:t>
            </a:r>
          </a:p>
        </p:txBody>
      </p:sp>
      <p:sp>
        <p:nvSpPr>
          <p:cNvPr id="14" name="c3-text-228">
            <a:hlinkClick xmlns:r="http://schemas.openxmlformats.org/officeDocument/2006/relationships" xmlns:a="http://schemas.openxmlformats.org/drawingml/2006/main" r:id="Rbd00344792a74bda"/>
            <a:extLst xmlns:a="http://schemas.openxmlformats.org/drawingml/2006/main">
              <a:ext uri="{FF2B5EF4-FFF2-40B4-BE49-F238E27FC236}">
                <a16:creationId xmlns:a16="http://schemas.microsoft.com/office/drawing/2014/main" id="{E5B175E2-640B-464A-A1E2-DA70D8C6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claude.com/claude-code</a:t>
            </a:r>
          </a:p>
        </p:txBody>
      </p:sp>
      <p:sp>
        <p:nvSpPr>
          <p:cNvPr id="15" name="c3-text-229">
            <a:hlinkClick xmlns:r="http://schemas.openxmlformats.org/officeDocument/2006/relationships" xmlns:a="http://schemas.openxmlformats.org/drawingml/2006/main" r:id="R7eb35aad35ea46fc"/>
            <a:extLst xmlns:a="http://schemas.openxmlformats.org/drawingml/2006/main">
              <a:ext uri="{FF2B5EF4-FFF2-40B4-BE49-F238E27FC236}">
                <a16:creationId xmlns:a16="http://schemas.microsoft.com/office/drawing/2014/main" id="{5CE2DD7A-C1AB-4E97-A144-A63AFA0A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openai.com/codex</a:t>
            </a:r>
          </a:p>
        </p:txBody>
      </p:sp>
      <p:sp>
        <p:nvSpPr>
          <p:cNvPr id="16" name="c3-text-230">
            <a:extLst xmlns:a="http://schemas.openxmlformats.org/drawingml/2006/main">
              <a:ext uri="{FF2B5EF4-FFF2-40B4-BE49-F238E27FC236}">
                <a16:creationId xmlns:a16="http://schemas.microsoft.com/office/drawing/2014/main" id="{E29F2FAB-797A-45A5-B4EC-BDB2D161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Describe a goal, inspect the edits and try the result.</a:t>
            </a:r>
          </a:p>
        </p:txBody>
      </p:sp>
      <p:sp>
        <p:nvSpPr>
          <p:cNvPr id="17" name="c3-text-346">
            <a:extLst xmlns:a="http://schemas.openxmlformats.org/drawingml/2006/main">
              <a:ext uri="{FF2B5EF4-FFF2-40B4-BE49-F238E27FC236}">
                <a16:creationId xmlns:a16="http://schemas.microsoft.com/office/drawing/2014/main" id="{9205BEF3-568A-4E15-A35F-3EA780E7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861273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31">
            <a:extLst xmlns:a="http://schemas.openxmlformats.org/drawingml/2006/main">
              <a:ext uri="{FF2B5EF4-FFF2-40B4-BE49-F238E27FC236}">
                <a16:creationId xmlns:a16="http://schemas.microsoft.com/office/drawing/2014/main" id="{97142F02-A5BD-4C0C-9B6C-DDAF953C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2">
            <a:extLst xmlns:a="http://schemas.openxmlformats.org/drawingml/2006/main">
              <a:ext uri="{FF2B5EF4-FFF2-40B4-BE49-F238E27FC236}">
                <a16:creationId xmlns:a16="http://schemas.microsoft.com/office/drawing/2014/main" id="{6AEF2B25-5A0C-4DB2-A2ED-CBA52A44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Codex in VS Code [5] [13]</a:t>
            </a:r>
          </a:p>
        </p:txBody>
      </p:sp>
      <p:sp>
        <p:nvSpPr>
          <p:cNvPr id="3" name="c3-text-233">
            <a:extLst xmlns:a="http://schemas.openxmlformats.org/drawingml/2006/main">
              <a:ext uri="{FF2B5EF4-FFF2-40B4-BE49-F238E27FC236}">
                <a16:creationId xmlns:a16="http://schemas.microsoft.com/office/drawing/2014/main" id="{AB0CC948-7476-4733-9CFF-40FE08D1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4">
            <a:extLst xmlns:a="http://schemas.openxmlformats.org/drawingml/2006/main">
              <a:ext uri="{FF2B5EF4-FFF2-40B4-BE49-F238E27FC236}">
                <a16:creationId xmlns:a16="http://schemas.microsoft.com/office/drawing/2014/main" id="{335B7447-15F2-4318-A99D-A913B569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Extensions (Ctrl+Shift+X) and search for Codex.</a:t>
            </a:r>
          </a:p>
        </p:txBody>
      </p:sp>
      <p:sp>
        <p:nvSpPr>
          <p:cNvPr id="5" name="c3-text-235">
            <a:extLst xmlns:a="http://schemas.openxmlformats.org/drawingml/2006/main">
              <a:ext uri="{FF2B5EF4-FFF2-40B4-BE49-F238E27FC236}">
                <a16:creationId xmlns:a16="http://schemas.microsoft.com/office/drawing/2014/main" id="{3892D147-3E1D-4A22-9CB1-5E82D3D2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Install Codex, published by OpenAI.</a:t>
            </a:r>
          </a:p>
        </p:txBody>
      </p:sp>
      <p:sp>
        <p:nvSpPr>
          <p:cNvPr id="6" name="c3-text-236">
            <a:extLst xmlns:a="http://schemas.openxmlformats.org/drawingml/2006/main">
              <a:ext uri="{FF2B5EF4-FFF2-40B4-BE49-F238E27FC236}">
                <a16:creationId xmlns:a16="http://schemas.microsoft.com/office/drawing/2014/main" id="{062F99A4-5D06-4D99-9BAA-7DC87AE8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Open the Codex panel and sign in with ChatGPT.</a:t>
            </a:r>
          </a:p>
        </p:txBody>
      </p:sp>
      <p:sp>
        <p:nvSpPr>
          <p:cNvPr id="7" name="c3-text-237">
            <a:extLst xmlns:a="http://schemas.openxmlformats.org/drawingml/2006/main">
              <a:ext uri="{FF2B5EF4-FFF2-40B4-BE49-F238E27FC236}">
                <a16:creationId xmlns:a16="http://schemas.microsoft.com/office/drawing/2014/main" id="{AB67416A-8BE2-49CA-A4C8-964496C3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4. Open the codex-demo folder in VS Code and start a chat.</a:t>
            </a:r>
          </a:p>
        </p:txBody>
      </p:sp>
      <p:sp>
        <p:nvSpPr>
          <p:cNvPr id="8" name="c3-text-238">
            <a:hlinkClick xmlns:r="http://schemas.openxmlformats.org/officeDocument/2006/relationships" xmlns:a="http://schemas.openxmlformats.org/drawingml/2006/main" r:id="Rda260804d73a4db3"/>
            <a:extLst xmlns:a="http://schemas.openxmlformats.org/drawingml/2006/main">
              <a:ext uri="{FF2B5EF4-FFF2-40B4-BE49-F238E27FC236}">
                <a16:creationId xmlns:a16="http://schemas.microsoft.com/office/drawing/2014/main" id="{B72B8FEE-5C73-47DE-BE85-2ED08A0C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7924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official Codex extension</a:t>
            </a:r>
          </a:p>
        </p:txBody>
      </p:sp>
      <p:sp>
        <p:nvSpPr>
          <p:cNvPr id="9" name="c3-text-347">
            <a:extLst xmlns:a="http://schemas.openxmlformats.org/drawingml/2006/main">
              <a:ext uri="{FF2B5EF4-FFF2-40B4-BE49-F238E27FC236}">
                <a16:creationId xmlns:a16="http://schemas.microsoft.com/office/drawing/2014/main" id="{061F7C1D-F250-4B34-942E-2CB607C0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0446704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39">
            <a:extLst xmlns:a="http://schemas.openxmlformats.org/drawingml/2006/main">
              <a:ext uri="{FF2B5EF4-FFF2-40B4-BE49-F238E27FC236}">
                <a16:creationId xmlns:a16="http://schemas.microsoft.com/office/drawing/2014/main" id="{388846F4-BCD9-48FB-81D2-9E095F0D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0">
            <a:extLst xmlns:a="http://schemas.openxmlformats.org/drawingml/2006/main">
              <a:ext uri="{FF2B5EF4-FFF2-40B4-BE49-F238E27FC236}">
                <a16:creationId xmlns:a16="http://schemas.microsoft.com/office/drawing/2014/main" id="{A98DCB60-850F-4863-99B2-5AA396B8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241">
            <a:extLst xmlns:a="http://schemas.openxmlformats.org/drawingml/2006/main">
              <a:ext uri="{FF2B5EF4-FFF2-40B4-BE49-F238E27FC236}">
                <a16:creationId xmlns:a16="http://schemas.microsoft.com/office/drawing/2014/main" id="{4F9A66ED-383E-407B-8994-62744688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2">
            <a:extLst xmlns:a="http://schemas.openxmlformats.org/drawingml/2006/main">
              <a:ext uri="{FF2B5EF4-FFF2-40B4-BE49-F238E27FC236}">
                <a16:creationId xmlns:a16="http://schemas.microsoft.com/office/drawing/2014/main" id="{3401ADD3-1E9A-4B62-9038-3276D7B2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243">
            <a:extLst xmlns:a="http://schemas.openxmlformats.org/drawingml/2006/main">
              <a:ext uri="{FF2B5EF4-FFF2-40B4-BE49-F238E27FC236}">
                <a16:creationId xmlns:a16="http://schemas.microsoft.com/office/drawing/2014/main" id="{0F778CDB-32A2-4833-BA82-BD6A8B26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244">
            <a:extLst xmlns:a="http://schemas.openxmlformats.org/drawingml/2006/main">
              <a:ext uri="{FF2B5EF4-FFF2-40B4-BE49-F238E27FC236}">
                <a16:creationId xmlns:a16="http://schemas.microsoft.com/office/drawing/2014/main" id="{6B9CF057-6DFE-43E2-AD9E-52CB635C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348">
            <a:extLst xmlns:a="http://schemas.openxmlformats.org/drawingml/2006/main">
              <a:ext uri="{FF2B5EF4-FFF2-40B4-BE49-F238E27FC236}">
                <a16:creationId xmlns:a16="http://schemas.microsoft.com/office/drawing/2014/main" id="{F755E782-D2AE-4B77-BCE5-CF7D4A21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1597502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5">
            <a:extLst xmlns:a="http://schemas.openxmlformats.org/drawingml/2006/main">
              <a:ext uri="{FF2B5EF4-FFF2-40B4-BE49-F238E27FC236}">
                <a16:creationId xmlns:a16="http://schemas.microsoft.com/office/drawing/2014/main" id="{0AB9F3AE-8A23-4637-AA3C-7118C716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6">
            <a:extLst xmlns:a="http://schemas.openxmlformats.org/drawingml/2006/main">
              <a:ext uri="{FF2B5EF4-FFF2-40B4-BE49-F238E27FC236}">
                <a16:creationId xmlns:a16="http://schemas.microsoft.com/office/drawing/2014/main" id="{2E95A778-7353-4564-9306-6A064490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247">
            <a:extLst xmlns:a="http://schemas.openxmlformats.org/drawingml/2006/main">
              <a:ext uri="{FF2B5EF4-FFF2-40B4-BE49-F238E27FC236}">
                <a16:creationId xmlns:a16="http://schemas.microsoft.com/office/drawing/2014/main" id="{40F41678-61AE-41E8-8CCD-B118EA50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8">
            <a:extLst xmlns:a="http://schemas.openxmlformats.org/drawingml/2006/main">
              <a:ext uri="{FF2B5EF4-FFF2-40B4-BE49-F238E27FC236}">
                <a16:creationId xmlns:a16="http://schemas.microsoft.com/office/drawing/2014/main" id="{B7CF7F90-3FD0-49E4-809E-418228B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course project and start from langgraph_avatar_agent.py.</a:t>
            </a:r>
          </a:p>
        </p:txBody>
      </p:sp>
      <p:sp>
        <p:nvSpPr>
          <p:cNvPr id="5" name="c3-text-249">
            <a:extLst xmlns:a="http://schemas.openxmlformats.org/drawingml/2006/main">
              <a:ext uri="{FF2B5EF4-FFF2-40B4-BE49-F238E27FC236}">
                <a16:creationId xmlns:a16="http://schemas.microsoft.com/office/drawing/2014/main" id="{A5C38DBC-6DC3-4460-8B13-85A6B4B0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250">
            <a:extLst xmlns:a="http://schemas.openxmlformats.org/drawingml/2006/main">
              <a:ext uri="{FF2B5EF4-FFF2-40B4-BE49-F238E27FC236}">
                <a16:creationId xmlns:a16="http://schemas.microsoft.com/office/drawing/2014/main" id="{EEA0DD6B-9826-4A7D-BA20-CAE520A4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349">
            <a:extLst xmlns:a="http://schemas.openxmlformats.org/drawingml/2006/main">
              <a:ext uri="{FF2B5EF4-FFF2-40B4-BE49-F238E27FC236}">
                <a16:creationId xmlns:a16="http://schemas.microsoft.com/office/drawing/2014/main" id="{93BAF674-C694-4455-B620-13301CAE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6432087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251">
            <a:extLst xmlns:a="http://schemas.openxmlformats.org/drawingml/2006/main">
              <a:ext uri="{FF2B5EF4-FFF2-40B4-BE49-F238E27FC236}">
                <a16:creationId xmlns:a16="http://schemas.microsoft.com/office/drawing/2014/main" id="{00B7CFA3-A93C-4468-A3A3-C979A075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2">
            <a:extLst xmlns:a="http://schemas.openxmlformats.org/drawingml/2006/main">
              <a:ext uri="{FF2B5EF4-FFF2-40B4-BE49-F238E27FC236}">
                <a16:creationId xmlns:a16="http://schemas.microsoft.com/office/drawing/2014/main" id="{52449A07-61D3-4FC1-9498-A6D2BF1B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253">
            <a:extLst xmlns:a="http://schemas.openxmlformats.org/drawingml/2006/main">
              <a:ext uri="{FF2B5EF4-FFF2-40B4-BE49-F238E27FC236}">
                <a16:creationId xmlns:a16="http://schemas.microsoft.com/office/drawing/2014/main" id="{92C9A617-8BED-4336-A4C6-4F37F56E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4">
            <a:extLst xmlns:a="http://schemas.openxmlformats.org/drawingml/2006/main">
              <a:ext uri="{FF2B5EF4-FFF2-40B4-BE49-F238E27FC236}">
                <a16:creationId xmlns:a16="http://schemas.microsoft.com/office/drawing/2014/main" id="{2E460722-2D68-4696-ABF0-F47EC24B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from langgraph_avatar_agent.py.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255">
            <a:extLst xmlns:a="http://schemas.openxmlformats.org/drawingml/2006/main">
              <a:ext uri="{FF2B5EF4-FFF2-40B4-BE49-F238E27FC236}">
                <a16:creationId xmlns:a16="http://schemas.microsoft.com/office/drawing/2014/main" id="{CE6BC9CE-C183-483A-92D5-EEC96AD6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350">
            <a:extLst xmlns:a="http://schemas.openxmlformats.org/drawingml/2006/main">
              <a:ext uri="{FF2B5EF4-FFF2-40B4-BE49-F238E27FC236}">
                <a16:creationId xmlns:a16="http://schemas.microsoft.com/office/drawing/2014/main" id="{2BBA2F27-ED25-4559-816A-75A2D5CB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34824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56">
            <a:extLst xmlns:a="http://schemas.openxmlformats.org/drawingml/2006/main">
              <a:ext uri="{FF2B5EF4-FFF2-40B4-BE49-F238E27FC236}">
                <a16:creationId xmlns:a16="http://schemas.microsoft.com/office/drawing/2014/main" id="{A5A5DEBE-68BB-4962-9B04-87664DA3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7">
            <a:extLst xmlns:a="http://schemas.openxmlformats.org/drawingml/2006/main">
              <a:ext uri="{FF2B5EF4-FFF2-40B4-BE49-F238E27FC236}">
                <a16:creationId xmlns:a16="http://schemas.microsoft.com/office/drawing/2014/main" id="{DAC35777-5E1D-478A-BA60-714E1D1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258">
            <a:extLst xmlns:a="http://schemas.openxmlformats.org/drawingml/2006/main">
              <a:ext uri="{FF2B5EF4-FFF2-40B4-BE49-F238E27FC236}">
                <a16:creationId xmlns:a16="http://schemas.microsoft.com/office/drawing/2014/main" id="{706F92E7-841C-4B3C-B0F1-B7BFAEC4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9">
            <a:extLst xmlns:a="http://schemas.openxmlformats.org/drawingml/2006/main">
              <a:ext uri="{FF2B5EF4-FFF2-40B4-BE49-F238E27FC236}">
                <a16:creationId xmlns:a16="http://schemas.microsoft.com/office/drawing/2014/main" id="{B5D2570D-5A6A-458D-9B85-1DD89A1A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260">
            <a:extLst xmlns:a="http://schemas.openxmlformats.org/drawingml/2006/main">
              <a:ext uri="{FF2B5EF4-FFF2-40B4-BE49-F238E27FC236}">
                <a16:creationId xmlns:a16="http://schemas.microsoft.com/office/drawing/2014/main" id="{C177981E-DADB-4F0D-84FE-4AEC1583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261">
            <a:extLst xmlns:a="http://schemas.openxmlformats.org/drawingml/2006/main">
              <a:ext uri="{FF2B5EF4-FFF2-40B4-BE49-F238E27FC236}">
                <a16:creationId xmlns:a16="http://schemas.microsoft.com/office/drawing/2014/main" id="{8AE35299-EAF1-446F-ADB1-51DCE8ED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262">
            <a:extLst xmlns:a="http://schemas.openxmlformats.org/drawingml/2006/main">
              <a:ext uri="{FF2B5EF4-FFF2-40B4-BE49-F238E27FC236}">
                <a16:creationId xmlns:a16="http://schemas.microsoft.com/office/drawing/2014/main" id="{905B4D6A-7A23-45CF-BDAD-9D98BF92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351">
            <a:extLst xmlns:a="http://schemas.openxmlformats.org/drawingml/2006/main">
              <a:ext uri="{FF2B5EF4-FFF2-40B4-BE49-F238E27FC236}">
                <a16:creationId xmlns:a16="http://schemas.microsoft.com/office/drawing/2014/main" id="{C0182FAF-829B-4821-88B2-38A835DF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99556914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63">
            <a:extLst xmlns:a="http://schemas.openxmlformats.org/drawingml/2006/main">
              <a:ext uri="{FF2B5EF4-FFF2-40B4-BE49-F238E27FC236}">
                <a16:creationId xmlns:a16="http://schemas.microsoft.com/office/drawing/2014/main" id="{213114E4-7D1D-4D29-BBA2-B5FCA165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4">
            <a:extLst xmlns:a="http://schemas.openxmlformats.org/drawingml/2006/main">
              <a:ext uri="{FF2B5EF4-FFF2-40B4-BE49-F238E27FC236}">
                <a16:creationId xmlns:a16="http://schemas.microsoft.com/office/drawing/2014/main" id="{8F7DC9DA-640B-457C-826C-B3851B39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265">
            <a:extLst xmlns:a="http://schemas.openxmlformats.org/drawingml/2006/main">
              <a:ext uri="{FF2B5EF4-FFF2-40B4-BE49-F238E27FC236}">
                <a16:creationId xmlns:a16="http://schemas.microsoft.com/office/drawing/2014/main" id="{F910374C-812C-45F5-8D13-B489FADE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6">
            <a:extLst xmlns:a="http://schemas.openxmlformats.org/drawingml/2006/main">
              <a:ext uri="{FF2B5EF4-FFF2-40B4-BE49-F238E27FC236}">
                <a16:creationId xmlns:a16="http://schemas.microsoft.com/office/drawing/2014/main" id="{EA355EA3-A288-42EF-94DA-D1DF16C8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267">
            <a:extLst xmlns:a="http://schemas.openxmlformats.org/drawingml/2006/main">
              <a:ext uri="{FF2B5EF4-FFF2-40B4-BE49-F238E27FC236}">
                <a16:creationId xmlns:a16="http://schemas.microsoft.com/office/drawing/2014/main" id="{4283E8A1-A75E-41FB-94ED-FACF3ACB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268">
            <a:extLst xmlns:a="http://schemas.openxmlformats.org/drawingml/2006/main">
              <a:ext uri="{FF2B5EF4-FFF2-40B4-BE49-F238E27FC236}">
                <a16:creationId xmlns:a16="http://schemas.microsoft.com/office/drawing/2014/main" id="{F33BB785-2EC1-4127-902F-B3521DA5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352">
            <a:extLst xmlns:a="http://schemas.openxmlformats.org/drawingml/2006/main">
              <a:ext uri="{FF2B5EF4-FFF2-40B4-BE49-F238E27FC236}">
                <a16:creationId xmlns:a16="http://schemas.microsoft.com/office/drawing/2014/main" id="{BA2C399E-4408-4726-8662-8D5EF87E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8686367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69">
            <a:extLst xmlns:a="http://schemas.openxmlformats.org/drawingml/2006/main">
              <a:ext uri="{FF2B5EF4-FFF2-40B4-BE49-F238E27FC236}">
                <a16:creationId xmlns:a16="http://schemas.microsoft.com/office/drawing/2014/main" id="{2F2CE539-9654-4204-B697-2B8B948E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0">
            <a:extLst xmlns:a="http://schemas.openxmlformats.org/drawingml/2006/main">
              <a:ext uri="{FF2B5EF4-FFF2-40B4-BE49-F238E27FC236}">
                <a16:creationId xmlns:a16="http://schemas.microsoft.com/office/drawing/2014/main" id="{80789EED-4344-4964-8DDB-07658E63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271">
            <a:extLst xmlns:a="http://schemas.openxmlformats.org/drawingml/2006/main">
              <a:ext uri="{FF2B5EF4-FFF2-40B4-BE49-F238E27FC236}">
                <a16:creationId xmlns:a16="http://schemas.microsoft.com/office/drawing/2014/main" id="{BAE72736-40CC-450A-B575-E51268C0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2">
            <a:extLst xmlns:a="http://schemas.openxmlformats.org/drawingml/2006/main">
              <a:ext uri="{FF2B5EF4-FFF2-40B4-BE49-F238E27FC236}">
                <a16:creationId xmlns:a16="http://schemas.microsoft.com/office/drawing/2014/main" id="{3968F4CA-934E-4834-B5D2-C1E72B58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273">
            <a:extLst xmlns:a="http://schemas.openxmlformats.org/drawingml/2006/main">
              <a:ext uri="{FF2B5EF4-FFF2-40B4-BE49-F238E27FC236}">
                <a16:creationId xmlns:a16="http://schemas.microsoft.com/office/drawing/2014/main" id="{A38E115E-D804-4C93-944F-3595CA00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274">
            <a:extLst xmlns:a="http://schemas.openxmlformats.org/drawingml/2006/main">
              <a:ext uri="{FF2B5EF4-FFF2-40B4-BE49-F238E27FC236}">
                <a16:creationId xmlns:a16="http://schemas.microsoft.com/office/drawing/2014/main" id="{A50A28BE-8B5C-49C7-AB7A-97C4F379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353">
            <a:extLst xmlns:a="http://schemas.openxmlformats.org/drawingml/2006/main">
              <a:ext uri="{FF2B5EF4-FFF2-40B4-BE49-F238E27FC236}">
                <a16:creationId xmlns:a16="http://schemas.microsoft.com/office/drawing/2014/main" id="{3157001B-8626-4239-B9C9-052F27FC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2905414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75">
            <a:extLst xmlns:a="http://schemas.openxmlformats.org/drawingml/2006/main">
              <a:ext uri="{FF2B5EF4-FFF2-40B4-BE49-F238E27FC236}">
                <a16:creationId xmlns:a16="http://schemas.microsoft.com/office/drawing/2014/main" id="{D816341C-5601-4406-9013-D721243D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6">
            <a:extLst xmlns:a="http://schemas.openxmlformats.org/drawingml/2006/main">
              <a:ext uri="{FF2B5EF4-FFF2-40B4-BE49-F238E27FC236}">
                <a16:creationId xmlns:a16="http://schemas.microsoft.com/office/drawing/2014/main" id="{E30D8BF2-EC70-4E16-B3EB-D417F54D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277">
            <a:extLst xmlns:a="http://schemas.openxmlformats.org/drawingml/2006/main">
              <a:ext uri="{FF2B5EF4-FFF2-40B4-BE49-F238E27FC236}">
                <a16:creationId xmlns:a16="http://schemas.microsoft.com/office/drawing/2014/main" id="{051076CA-2AE1-4EAC-972D-976502F7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8">
            <a:extLst xmlns:a="http://schemas.openxmlformats.org/drawingml/2006/main">
              <a:ext uri="{FF2B5EF4-FFF2-40B4-BE49-F238E27FC236}">
                <a16:creationId xmlns:a16="http://schemas.microsoft.com/office/drawing/2014/main" id="{BFD0FC6D-B73D-4528-BB5E-9A84A786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279">
            <a:extLst xmlns:a="http://schemas.openxmlformats.org/drawingml/2006/main">
              <a:ext uri="{FF2B5EF4-FFF2-40B4-BE49-F238E27FC236}">
                <a16:creationId xmlns:a16="http://schemas.microsoft.com/office/drawing/2014/main" id="{5A140E1F-B0D0-4516-83F4-CE8C69C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280">
            <a:extLst xmlns:a="http://schemas.openxmlformats.org/drawingml/2006/main">
              <a:ext uri="{FF2B5EF4-FFF2-40B4-BE49-F238E27FC236}">
                <a16:creationId xmlns:a16="http://schemas.microsoft.com/office/drawing/2014/main" id="{24996859-A78E-4711-94D0-F63F05C1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281">
            <a:extLst xmlns:a="http://schemas.openxmlformats.org/drawingml/2006/main">
              <a:ext uri="{FF2B5EF4-FFF2-40B4-BE49-F238E27FC236}">
                <a16:creationId xmlns:a16="http://schemas.microsoft.com/office/drawing/2014/main" id="{A3F74591-E674-4A4F-AE29-6C7D94A3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354">
            <a:extLst xmlns:a="http://schemas.openxmlformats.org/drawingml/2006/main">
              <a:ext uri="{FF2B5EF4-FFF2-40B4-BE49-F238E27FC236}">
                <a16:creationId xmlns:a16="http://schemas.microsoft.com/office/drawing/2014/main" id="{DF548EED-757D-4147-B8A2-E9196F8D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186103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82">
            <a:extLst xmlns:a="http://schemas.openxmlformats.org/drawingml/2006/main">
              <a:ext uri="{FF2B5EF4-FFF2-40B4-BE49-F238E27FC236}">
                <a16:creationId xmlns:a16="http://schemas.microsoft.com/office/drawing/2014/main" id="{69AED067-93FA-447F-867E-5DDDA4A5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3">
            <a:extLst xmlns:a="http://schemas.openxmlformats.org/drawingml/2006/main">
              <a:ext uri="{FF2B5EF4-FFF2-40B4-BE49-F238E27FC236}">
                <a16:creationId xmlns:a16="http://schemas.microsoft.com/office/drawing/2014/main" id="{5F3E9543-725D-45F2-9DD1-EF3BD059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84">
            <a:extLst xmlns:a="http://schemas.openxmlformats.org/drawingml/2006/main">
              <a:ext uri="{FF2B5EF4-FFF2-40B4-BE49-F238E27FC236}">
                <a16:creationId xmlns:a16="http://schemas.microsoft.com/office/drawing/2014/main" id="{BD913727-79A7-42DA-9C8F-F58D25E0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5">
            <a:hlinkClick xmlns:r="http://schemas.openxmlformats.org/officeDocument/2006/relationships" xmlns:a="http://schemas.openxmlformats.org/drawingml/2006/main" r:id="R54d7460087e94d15"/>
            <a:extLst xmlns:a="http://schemas.openxmlformats.org/drawingml/2006/main">
              <a:ext uri="{FF2B5EF4-FFF2-40B4-BE49-F238E27FC236}">
                <a16:creationId xmlns:a16="http://schemas.microsoft.com/office/drawing/2014/main" id="{E522913F-B85F-4128-85A9-45797671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286">
            <a:hlinkClick xmlns:r="http://schemas.openxmlformats.org/officeDocument/2006/relationships" xmlns:a="http://schemas.openxmlformats.org/drawingml/2006/main" r:id="R4a5d353c6a3e45dd"/>
            <a:extLst xmlns:a="http://schemas.openxmlformats.org/drawingml/2006/main">
              <a:ext uri="{FF2B5EF4-FFF2-40B4-BE49-F238E27FC236}">
                <a16:creationId xmlns:a16="http://schemas.microsoft.com/office/drawing/2014/main" id="{6C468909-F4AF-4D1F-96D2-AD9BC97D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287">
            <a:extLst xmlns:a="http://schemas.openxmlformats.org/drawingml/2006/main">
              <a:ext uri="{FF2B5EF4-FFF2-40B4-BE49-F238E27FC236}">
                <a16:creationId xmlns:a16="http://schemas.microsoft.com/office/drawing/2014/main" id="{4DAC69E5-CDF7-424A-8654-E81CEC1F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88">
            <a:hlinkClick xmlns:r="http://schemas.openxmlformats.org/officeDocument/2006/relationships" xmlns:a="http://schemas.openxmlformats.org/drawingml/2006/main" r:id="Rd7d3b02cdc0d4562"/>
            <a:extLst xmlns:a="http://schemas.openxmlformats.org/drawingml/2006/main">
              <a:ext uri="{FF2B5EF4-FFF2-40B4-BE49-F238E27FC236}">
                <a16:creationId xmlns:a16="http://schemas.microsoft.com/office/drawing/2014/main" id="{06C0783F-8FDE-4413-A078-371C1A4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289">
            <a:hlinkClick xmlns:r="http://schemas.openxmlformats.org/officeDocument/2006/relationships" xmlns:a="http://schemas.openxmlformats.org/drawingml/2006/main" r:id="Rb64d92a54156480e"/>
            <a:extLst xmlns:a="http://schemas.openxmlformats.org/drawingml/2006/main">
              <a:ext uri="{FF2B5EF4-FFF2-40B4-BE49-F238E27FC236}">
                <a16:creationId xmlns:a16="http://schemas.microsoft.com/office/drawing/2014/main" id="{FDA29577-0E84-4F72-819B-50703722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290">
            <a:extLst xmlns:a="http://schemas.openxmlformats.org/drawingml/2006/main">
              <a:ext uri="{FF2B5EF4-FFF2-40B4-BE49-F238E27FC236}">
                <a16:creationId xmlns:a16="http://schemas.microsoft.com/office/drawing/2014/main" id="{F77185EF-4103-4BFC-802C-A99637BB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91">
            <a:hlinkClick xmlns:r="http://schemas.openxmlformats.org/officeDocument/2006/relationships" xmlns:a="http://schemas.openxmlformats.org/drawingml/2006/main" r:id="R9a833c5b8bdb41ea"/>
            <a:extLst xmlns:a="http://schemas.openxmlformats.org/drawingml/2006/main">
              <a:ext uri="{FF2B5EF4-FFF2-40B4-BE49-F238E27FC236}">
                <a16:creationId xmlns:a16="http://schemas.microsoft.com/office/drawing/2014/main" id="{03F3D040-C7D0-4F93-BD4B-4C2859D8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292">
            <a:hlinkClick xmlns:r="http://schemas.openxmlformats.org/officeDocument/2006/relationships" xmlns:a="http://schemas.openxmlformats.org/drawingml/2006/main" r:id="R744a5ab4b527427c"/>
            <a:extLst xmlns:a="http://schemas.openxmlformats.org/drawingml/2006/main">
              <a:ext uri="{FF2B5EF4-FFF2-40B4-BE49-F238E27FC236}">
                <a16:creationId xmlns:a16="http://schemas.microsoft.com/office/drawing/2014/main" id="{44921494-06DE-4F7D-A9CD-114D1CCA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293">
            <a:extLst xmlns:a="http://schemas.openxmlformats.org/drawingml/2006/main">
              <a:ext uri="{FF2B5EF4-FFF2-40B4-BE49-F238E27FC236}">
                <a16:creationId xmlns:a16="http://schemas.microsoft.com/office/drawing/2014/main" id="{89F27F0A-5540-4636-BEE4-AEDA74DF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94">
            <a:hlinkClick xmlns:r="http://schemas.openxmlformats.org/officeDocument/2006/relationships" xmlns:a="http://schemas.openxmlformats.org/drawingml/2006/main" r:id="R05cde9a0db8e4ac6"/>
            <a:extLst xmlns:a="http://schemas.openxmlformats.org/drawingml/2006/main">
              <a:ext uri="{FF2B5EF4-FFF2-40B4-BE49-F238E27FC236}">
                <a16:creationId xmlns:a16="http://schemas.microsoft.com/office/drawing/2014/main" id="{DB34DED1-2A43-4F86-ACDC-0B09B93E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295">
            <a:hlinkClick xmlns:r="http://schemas.openxmlformats.org/officeDocument/2006/relationships" xmlns:a="http://schemas.openxmlformats.org/drawingml/2006/main" r:id="R36a8fd14825843ba"/>
            <a:extLst xmlns:a="http://schemas.openxmlformats.org/drawingml/2006/main">
              <a:ext uri="{FF2B5EF4-FFF2-40B4-BE49-F238E27FC236}">
                <a16:creationId xmlns:a16="http://schemas.microsoft.com/office/drawing/2014/main" id="{5BF46AB5-F96E-45C4-A9A7-44EFE5A1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296">
            <a:hlinkClick xmlns:r="http://schemas.openxmlformats.org/officeDocument/2006/relationships" xmlns:a="http://schemas.openxmlformats.org/drawingml/2006/main" r:id="R9319c96fb9ca4a00"/>
            <a:extLst xmlns:a="http://schemas.openxmlformats.org/drawingml/2006/main">
              <a:ext uri="{FF2B5EF4-FFF2-40B4-BE49-F238E27FC236}">
                <a16:creationId xmlns:a16="http://schemas.microsoft.com/office/drawing/2014/main" id="{3F4B156A-9E49-4F58-9EF9-57BDADFC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in VS Code</a:t>
            </a:r>
          </a:p>
        </p:txBody>
      </p:sp>
      <p:sp>
        <p:nvSpPr>
          <p:cNvPr id="16" name="c3-text-297">
            <a:hlinkClick xmlns:r="http://schemas.openxmlformats.org/officeDocument/2006/relationships" xmlns:a="http://schemas.openxmlformats.org/drawingml/2006/main" r:id="R567bdb351ab74b53"/>
            <a:extLst xmlns:a="http://schemas.openxmlformats.org/drawingml/2006/main">
              <a:ext uri="{FF2B5EF4-FFF2-40B4-BE49-F238E27FC236}">
                <a16:creationId xmlns:a16="http://schemas.microsoft.com/office/drawing/2014/main" id="{D64896E5-DB99-4153-8D07-29AC3BB3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 installation and editor workflow</a:t>
            </a:r>
          </a:p>
        </p:txBody>
      </p:sp>
      <p:sp>
        <p:nvSpPr>
          <p:cNvPr id="17" name="c3-shape-298">
            <a:extLst xmlns:a="http://schemas.openxmlformats.org/drawingml/2006/main">
              <a:ext uri="{FF2B5EF4-FFF2-40B4-BE49-F238E27FC236}">
                <a16:creationId xmlns:a16="http://schemas.microsoft.com/office/drawing/2014/main" id="{60F6EFF2-D743-401F-89A8-6CB5860F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299">
            <a:hlinkClick xmlns:r="http://schemas.openxmlformats.org/officeDocument/2006/relationships" xmlns:a="http://schemas.openxmlformats.org/drawingml/2006/main" r:id="R6f6c7ccd732d4403"/>
            <a:extLst xmlns:a="http://schemas.openxmlformats.org/drawingml/2006/main">
              <a:ext uri="{FF2B5EF4-FFF2-40B4-BE49-F238E27FC236}">
                <a16:creationId xmlns:a16="http://schemas.microsoft.com/office/drawing/2014/main" id="{EBF084AF-2931-40C5-B9AB-9E943FDA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300">
            <a:hlinkClick xmlns:r="http://schemas.openxmlformats.org/officeDocument/2006/relationships" xmlns:a="http://schemas.openxmlformats.org/drawingml/2006/main" r:id="R49e5241f92434387"/>
            <a:extLst xmlns:a="http://schemas.openxmlformats.org/drawingml/2006/main">
              <a:ext uri="{FF2B5EF4-FFF2-40B4-BE49-F238E27FC236}">
                <a16:creationId xmlns:a16="http://schemas.microsoft.com/office/drawing/2014/main" id="{3CCEE28F-C5D4-446A-AD07-A70F2A4E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301">
            <a:extLst xmlns:a="http://schemas.openxmlformats.org/drawingml/2006/main">
              <a:ext uri="{FF2B5EF4-FFF2-40B4-BE49-F238E27FC236}">
                <a16:creationId xmlns:a16="http://schemas.microsoft.com/office/drawing/2014/main" id="{4A272970-14AA-485D-9458-E56C72C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02">
            <a:hlinkClick xmlns:r="http://schemas.openxmlformats.org/officeDocument/2006/relationships" xmlns:a="http://schemas.openxmlformats.org/drawingml/2006/main" r:id="R96d2989a9cc94a2f"/>
            <a:extLst xmlns:a="http://schemas.openxmlformats.org/drawingml/2006/main">
              <a:ext uri="{FF2B5EF4-FFF2-40B4-BE49-F238E27FC236}">
                <a16:creationId xmlns:a16="http://schemas.microsoft.com/office/drawing/2014/main" id="{0FC49618-588E-4A86-8B8D-28011B1E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303">
            <a:hlinkClick xmlns:r="http://schemas.openxmlformats.org/officeDocument/2006/relationships" xmlns:a="http://schemas.openxmlformats.org/drawingml/2006/main" r:id="R4cdb2cdbbd084217"/>
            <a:extLst xmlns:a="http://schemas.openxmlformats.org/drawingml/2006/main">
              <a:ext uri="{FF2B5EF4-FFF2-40B4-BE49-F238E27FC236}">
                <a16:creationId xmlns:a16="http://schemas.microsoft.com/office/drawing/2014/main" id="{CA06A6C4-7168-411B-90DA-8F5CC007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304">
            <a:extLst xmlns:a="http://schemas.openxmlformats.org/drawingml/2006/main">
              <a:ext uri="{FF2B5EF4-FFF2-40B4-BE49-F238E27FC236}">
                <a16:creationId xmlns:a16="http://schemas.microsoft.com/office/drawing/2014/main" id="{8271FA0A-2C60-4DC4-8EDC-5457AB5E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05">
            <a:hlinkClick xmlns:r="http://schemas.openxmlformats.org/officeDocument/2006/relationships" xmlns:a="http://schemas.openxmlformats.org/drawingml/2006/main" r:id="R4b94f1be246c4a4d"/>
            <a:extLst xmlns:a="http://schemas.openxmlformats.org/drawingml/2006/main">
              <a:ext uri="{FF2B5EF4-FFF2-40B4-BE49-F238E27FC236}">
                <a16:creationId xmlns:a16="http://schemas.microsoft.com/office/drawing/2014/main" id="{B1A3F094-BB3C-4B7C-B150-FFE698ED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306">
            <a:hlinkClick xmlns:r="http://schemas.openxmlformats.org/officeDocument/2006/relationships" xmlns:a="http://schemas.openxmlformats.org/drawingml/2006/main" r:id="Rfcc21b96323f4c63"/>
            <a:extLst xmlns:a="http://schemas.openxmlformats.org/drawingml/2006/main">
              <a:ext uri="{FF2B5EF4-FFF2-40B4-BE49-F238E27FC236}">
                <a16:creationId xmlns:a16="http://schemas.microsoft.com/office/drawing/2014/main" id="{7940703A-B18E-4A2A-8FAD-B0F0523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55">
            <a:extLst xmlns:a="http://schemas.openxmlformats.org/drawingml/2006/main">
              <a:ext uri="{FF2B5EF4-FFF2-40B4-BE49-F238E27FC236}">
                <a16:creationId xmlns:a16="http://schemas.microsoft.com/office/drawing/2014/main" id="{D5FEC06C-DE46-4A2C-81C9-0222EB8F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09258078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c3-text-307">
            <a:extLst xmlns:a="http://schemas.openxmlformats.org/drawingml/2006/main">
              <a:ext uri="{FF2B5EF4-FFF2-40B4-BE49-F238E27FC236}">
                <a16:creationId xmlns:a16="http://schemas.microsoft.com/office/drawing/2014/main" id="{4805DC99-04E4-44DA-BDB5-12D184F3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8">
            <a:extLst xmlns:a="http://schemas.openxmlformats.org/drawingml/2006/main">
              <a:ext uri="{FF2B5EF4-FFF2-40B4-BE49-F238E27FC236}">
                <a16:creationId xmlns:a16="http://schemas.microsoft.com/office/drawing/2014/main" id="{E2C029FC-7F3B-4BD2-9313-47AFAEF9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09">
            <a:extLst xmlns:a="http://schemas.openxmlformats.org/drawingml/2006/main">
              <a:ext uri="{FF2B5EF4-FFF2-40B4-BE49-F238E27FC236}">
                <a16:creationId xmlns:a16="http://schemas.microsoft.com/office/drawing/2014/main" id="{A289F09A-9198-4736-8345-B7D759D7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10">
            <a:hlinkClick xmlns:r="http://schemas.openxmlformats.org/officeDocument/2006/relationships" xmlns:a="http://schemas.openxmlformats.org/drawingml/2006/main" r:id="R892095f7b8c7453e"/>
            <a:extLst xmlns:a="http://schemas.openxmlformats.org/drawingml/2006/main">
              <a:ext uri="{FF2B5EF4-FFF2-40B4-BE49-F238E27FC236}">
                <a16:creationId xmlns:a16="http://schemas.microsoft.com/office/drawing/2014/main" id="{59D0F364-8194-42D8-AC4D-28E6A21A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11">
            <a:hlinkClick xmlns:r="http://schemas.openxmlformats.org/officeDocument/2006/relationships" xmlns:a="http://schemas.openxmlformats.org/drawingml/2006/main" r:id="R93b87eb0a2ff42ae"/>
            <a:extLst xmlns:a="http://schemas.openxmlformats.org/drawingml/2006/main">
              <a:ext uri="{FF2B5EF4-FFF2-40B4-BE49-F238E27FC236}">
                <a16:creationId xmlns:a16="http://schemas.microsoft.com/office/drawing/2014/main" id="{953E40AD-0CF9-4B18-A544-425A150C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12">
            <a:extLst xmlns:a="http://schemas.openxmlformats.org/drawingml/2006/main">
              <a:ext uri="{FF2B5EF4-FFF2-40B4-BE49-F238E27FC236}">
                <a16:creationId xmlns:a16="http://schemas.microsoft.com/office/drawing/2014/main" id="{84071299-7455-4E57-A8E7-64919A2D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13">
            <a:hlinkClick xmlns:r="http://schemas.openxmlformats.org/officeDocument/2006/relationships" xmlns:a="http://schemas.openxmlformats.org/drawingml/2006/main" r:id="Re18de4fa9b704a0a"/>
            <a:extLst xmlns:a="http://schemas.openxmlformats.org/drawingml/2006/main">
              <a:ext uri="{FF2B5EF4-FFF2-40B4-BE49-F238E27FC236}">
                <a16:creationId xmlns:a16="http://schemas.microsoft.com/office/drawing/2014/main" id="{A6ED5200-B1D3-49DC-8A98-9C86FD44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314">
            <a:hlinkClick xmlns:r="http://schemas.openxmlformats.org/officeDocument/2006/relationships" xmlns:a="http://schemas.openxmlformats.org/drawingml/2006/main" r:id="R5a6e16247d7d4fb3"/>
            <a:extLst xmlns:a="http://schemas.openxmlformats.org/drawingml/2006/main">
              <a:ext uri="{FF2B5EF4-FFF2-40B4-BE49-F238E27FC236}">
                <a16:creationId xmlns:a16="http://schemas.microsoft.com/office/drawing/2014/main" id="{31DB6CBE-4859-4AD8-9E1B-080FA080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315">
            <a:extLst xmlns:a="http://schemas.openxmlformats.org/drawingml/2006/main">
              <a:ext uri="{FF2B5EF4-FFF2-40B4-BE49-F238E27FC236}">
                <a16:creationId xmlns:a16="http://schemas.microsoft.com/office/drawing/2014/main" id="{A7A5684F-3A9F-4F05-BBAB-381FA17C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16">
            <a:hlinkClick xmlns:r="http://schemas.openxmlformats.org/officeDocument/2006/relationships" xmlns:a="http://schemas.openxmlformats.org/drawingml/2006/main" r:id="Rf4f28e4c58574f76"/>
            <a:extLst xmlns:a="http://schemas.openxmlformats.org/drawingml/2006/main">
              <a:ext uri="{FF2B5EF4-FFF2-40B4-BE49-F238E27FC236}">
                <a16:creationId xmlns:a16="http://schemas.microsoft.com/office/drawing/2014/main" id="{9C9BA0CF-7649-4B18-98F3-4916F4A4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317">
            <a:hlinkClick xmlns:r="http://schemas.openxmlformats.org/officeDocument/2006/relationships" xmlns:a="http://schemas.openxmlformats.org/drawingml/2006/main" r:id="R07e481cf2a774697"/>
            <a:extLst xmlns:a="http://schemas.openxmlformats.org/drawingml/2006/main">
              <a:ext uri="{FF2B5EF4-FFF2-40B4-BE49-F238E27FC236}">
                <a16:creationId xmlns:a16="http://schemas.microsoft.com/office/drawing/2014/main" id="{685973DB-21CF-49AF-B839-5D5AE435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318">
            <a:extLst xmlns:a="http://schemas.openxmlformats.org/drawingml/2006/main">
              <a:ext uri="{FF2B5EF4-FFF2-40B4-BE49-F238E27FC236}">
                <a16:creationId xmlns:a16="http://schemas.microsoft.com/office/drawing/2014/main" id="{5EF4F411-E505-4BBE-BD0A-0A5209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19">
            <a:hlinkClick xmlns:r="http://schemas.openxmlformats.org/officeDocument/2006/relationships" xmlns:a="http://schemas.openxmlformats.org/drawingml/2006/main" r:id="Ra04fd6a6cdf840d2"/>
            <a:extLst xmlns:a="http://schemas.openxmlformats.org/drawingml/2006/main">
              <a:ext uri="{FF2B5EF4-FFF2-40B4-BE49-F238E27FC236}">
                <a16:creationId xmlns:a16="http://schemas.microsoft.com/office/drawing/2014/main" id="{FBA73471-282A-42F6-92DB-8CEEDC48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Claude Code in VS Code</a:t>
            </a:r>
          </a:p>
        </p:txBody>
      </p:sp>
      <p:sp>
        <p:nvSpPr>
          <p:cNvPr id="14" name="c3-text-320">
            <a:hlinkClick xmlns:r="http://schemas.openxmlformats.org/officeDocument/2006/relationships" xmlns:a="http://schemas.openxmlformats.org/drawingml/2006/main" r:id="R408db5f21be94ee0"/>
            <a:extLst xmlns:a="http://schemas.openxmlformats.org/drawingml/2006/main">
              <a:ext uri="{FF2B5EF4-FFF2-40B4-BE49-F238E27FC236}">
                <a16:creationId xmlns:a16="http://schemas.microsoft.com/office/drawing/2014/main" id="{0E26E954-46B7-4713-A37F-53D94A11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Extension, editor context and reviewing edits</a:t>
            </a:r>
          </a:p>
        </p:txBody>
      </p:sp>
      <p:sp>
        <p:nvSpPr>
          <p:cNvPr id="15" name="c3-text-321">
            <a:hlinkClick xmlns:r="http://schemas.openxmlformats.org/officeDocument/2006/relationships" xmlns:a="http://schemas.openxmlformats.org/drawingml/2006/main" r:id="Rd48d9d0b8cc54f0c"/>
            <a:extLst xmlns:a="http://schemas.openxmlformats.org/drawingml/2006/main">
              <a:ext uri="{FF2B5EF4-FFF2-40B4-BE49-F238E27FC236}">
                <a16:creationId xmlns:a16="http://schemas.microsoft.com/office/drawing/2014/main" id="{002DA2E9-FE26-4E6B-8B6C-45FE7FF9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[13] Codex extension</a:t>
            </a:r>
          </a:p>
        </p:txBody>
      </p:sp>
      <p:sp>
        <p:nvSpPr>
          <p:cNvPr id="16" name="c3-text-322">
            <a:hlinkClick xmlns:r="http://schemas.openxmlformats.org/officeDocument/2006/relationships" xmlns:a="http://schemas.openxmlformats.org/drawingml/2006/main" r:id="R554becfa1a7e4a04"/>
            <a:extLst xmlns:a="http://schemas.openxmlformats.org/drawingml/2006/main">
              <a:ext uri="{FF2B5EF4-FFF2-40B4-BE49-F238E27FC236}">
                <a16:creationId xmlns:a16="http://schemas.microsoft.com/office/drawing/2014/main" id="{9DECAAEE-82B0-4C3D-B0D4-970D4420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OpenAI extension on Visual Studio Marketplace</a:t>
            </a:r>
          </a:p>
        </p:txBody>
      </p:sp>
      <p:sp>
        <p:nvSpPr>
          <p:cNvPr id="17" name="c3-shape-323">
            <a:extLst xmlns:a="http://schemas.openxmlformats.org/drawingml/2006/main">
              <a:ext uri="{FF2B5EF4-FFF2-40B4-BE49-F238E27FC236}">
                <a16:creationId xmlns:a16="http://schemas.microsoft.com/office/drawing/2014/main" id="{0BE76138-520C-469E-8EFC-774CD94B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24">
            <a:hlinkClick xmlns:r="http://schemas.openxmlformats.org/officeDocument/2006/relationships" xmlns:a="http://schemas.openxmlformats.org/drawingml/2006/main" r:id="Rabb2dc05518d4beb"/>
            <a:extLst xmlns:a="http://schemas.openxmlformats.org/drawingml/2006/main">
              <a:ext uri="{FF2B5EF4-FFF2-40B4-BE49-F238E27FC236}">
                <a16:creationId xmlns:a16="http://schemas.microsoft.com/office/drawing/2014/main" id="{62EC016D-A9F0-411A-8C98-12BB5B1B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[14] Claude Code extension</a:t>
            </a:r>
          </a:p>
        </p:txBody>
      </p:sp>
      <p:sp>
        <p:nvSpPr>
          <p:cNvPr id="19" name="c3-text-325">
            <a:hlinkClick xmlns:r="http://schemas.openxmlformats.org/officeDocument/2006/relationships" xmlns:a="http://schemas.openxmlformats.org/drawingml/2006/main" r:id="Rebf54c40318b43f6"/>
            <a:extLst xmlns:a="http://schemas.openxmlformats.org/drawingml/2006/main">
              <a:ext uri="{FF2B5EF4-FFF2-40B4-BE49-F238E27FC236}">
                <a16:creationId xmlns:a16="http://schemas.microsoft.com/office/drawing/2014/main" id="{06C8601F-61DF-4147-9A08-90D9BBE9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Anthropic extension on Visual Studio Marketplace</a:t>
            </a:r>
          </a:p>
        </p:txBody>
      </p:sp>
      <p:sp>
        <p:nvSpPr>
          <p:cNvPr id="20" name="c3-shape-326">
            <a:extLst xmlns:a="http://schemas.openxmlformats.org/drawingml/2006/main">
              <a:ext uri="{FF2B5EF4-FFF2-40B4-BE49-F238E27FC236}">
                <a16:creationId xmlns:a16="http://schemas.microsoft.com/office/drawing/2014/main" id="{78F79E2F-C19E-4A75-AACB-D604E97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56">
            <a:extLst xmlns:a="http://schemas.openxmlformats.org/drawingml/2006/main">
              <a:ext uri="{FF2B5EF4-FFF2-40B4-BE49-F238E27FC236}">
                <a16:creationId xmlns:a16="http://schemas.microsoft.com/office/drawing/2014/main" id="{08962552-92D9-470C-9463-8F944DB8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17353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2026-10-30T12:15:41.3860000Z</dcterms:created>
  <dcterms:modified xsi:type="dcterms:W3CDTF">2026-10-30T12:15:41.3870000Z</dcterms:modified>
</coreProperties>
</file>