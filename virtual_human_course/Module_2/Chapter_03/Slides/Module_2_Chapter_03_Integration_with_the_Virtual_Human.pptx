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  <ns0:Override PartName="/ppt/slides/slide33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1e61096e924f29" /><Relationship Type="http://schemas.openxmlformats.org/officeDocument/2006/relationships/extended-properties" Target="/docProps/app.xml" Id="R2d68019aa6f54188" /><Relationship Type="http://schemas.openxmlformats.org/officeDocument/2006/relationships/officeDocument" Target="/ppt/presentation.xml" Id="R447de6585ce6417b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a68a246eb3df4e4e"/>
  </ns0:sldMasterIdLst>
  <ns0:sldIdLst>
    <ns0:sldId id="256" ns1:id="Re2e8e55dea084c2c"/>
    <ns0:sldId id="257" ns1:id="R40639d10b60a4094"/>
    <ns0:sldId id="258" ns1:id="R3b18be3a9d0940c6"/>
    <ns0:sldId id="259" ns1:id="R354b6a26a3e64b90"/>
    <ns0:sldId id="260" ns1:id="R5cd23711057d48fd"/>
    <ns0:sldId id="261" ns1:id="Rf0553fb56ad2402f"/>
    <ns0:sldId id="262" ns1:id="R69ddba3359f14b26"/>
    <ns0:sldId id="263" ns1:id="R3a951c02badd4bff"/>
    <ns0:sldId id="264" ns1:id="R15193ee84d1346a6"/>
    <ns0:sldId id="265" ns1:id="R72eace5a5c8347fa"/>
    <ns0:sldId id="266" ns1:id="R22d8de021a874480"/>
    <ns0:sldId id="267" ns1:id="R2e863d16e75b4c57"/>
    <ns0:sldId id="268" ns1:id="Rc21e81a12d3c4889"/>
    <ns0:sldId id="269" ns1:id="R71d0adec02d147d1"/>
    <ns0:sldId id="270" ns1:id="Rbc79668b121f457a"/>
    <ns0:sldId id="271" ns1:id="R82edbd63491d4319"/>
    <ns0:sldId id="272" ns1:id="R402dfa051c6c4536"/>
    <ns0:sldId id="273" ns1:id="Raa060c12bc9248ba"/>
    <ns0:sldId id="274" ns1:id="R1997cc4b89b54857"/>
    <ns0:sldId id="275" ns1:id="R67ae519d47db4af0"/>
    <ns0:sldId id="276" ns1:id="Rc157714b6c8144a3"/>
    <ns0:sldId id="277" ns1:id="R0b8d998ade4c44b7"/>
    <ns0:sldId id="278" ns1:id="R3938884b9fe04717"/>
    <ns0:sldId id="279" ns1:id="R58951fe2469e4278"/>
    <ns0:sldId id="280" ns1:id="R91f9aa7bc3554224"/>
    <ns0:sldId id="281" ns1:id="R2f22b7b128e845a1"/>
    <ns0:sldId id="282" ns1:id="R9d570953e608499b"/>
    <ns0:sldId id="283" ns1:id="Rcb7470aa315540dc"/>
    <ns0:sldId id="284" ns1:id="Rf8192547345d4411"/>
    <ns0:sldId id="285" ns1:id="R8ecb86ebcee7474f"/>
    <ns0:sldId id="286" ns1:id="R25da4a52ae324fe0"/>
    <ns0:sldId id="287" ns1:id="R7e8b42d499d74e44"/>
    <ns0:sldId id="288" ns1:id="R3b679926b8544b64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807ceeb6e5604c3a" /><ns0:Relationship Type="http://schemas.openxmlformats.org/officeDocument/2006/relationships/slideMaster" Target="/ppt/slideMasters/slideMaster1.xml" Id="Ra68a246eb3df4e4e" /><ns0:Relationship Type="http://schemas.openxmlformats.org/officeDocument/2006/relationships/presProps" Target="/ppt/presProps.xml" Id="R8b30ac2d718741b6" /><ns0:Relationship Type="http://schemas.openxmlformats.org/officeDocument/2006/relationships/viewProps" Target="/ppt/viewProps.xml" Id="R329762a4151b46b4" /><ns0:Relationship Type="http://schemas.openxmlformats.org/officeDocument/2006/relationships/tableStyles" Target="/ppt/tableStyles.xml" Id="Rc443f986cc3247a9" /><ns0:Relationship Type="http://schemas.openxmlformats.org/officeDocument/2006/relationships/slide" Target="/ppt/slides/slide1.xml" Id="Re2e8e55dea084c2c" /><ns0:Relationship Type="http://schemas.openxmlformats.org/officeDocument/2006/relationships/slide" Target="/ppt/slides/slide2.xml" Id="R40639d10b60a4094" /><ns0:Relationship Type="http://schemas.openxmlformats.org/officeDocument/2006/relationships/slide" Target="/ppt/slides/slide3.xml" Id="R3b18be3a9d0940c6" /><ns0:Relationship Type="http://schemas.openxmlformats.org/officeDocument/2006/relationships/slide" Target="/ppt/slides/slide4.xml" Id="R354b6a26a3e64b90" /><ns0:Relationship Type="http://schemas.openxmlformats.org/officeDocument/2006/relationships/slide" Target="/ppt/slides/slide5.xml" Id="R5cd23711057d48fd" /><ns0:Relationship Type="http://schemas.openxmlformats.org/officeDocument/2006/relationships/slide" Target="/ppt/slides/slide6.xml" Id="Rf0553fb56ad2402f" /><ns0:Relationship Type="http://schemas.openxmlformats.org/officeDocument/2006/relationships/slide" Target="/ppt/slides/slide7.xml" Id="R69ddba3359f14b26" /><ns0:Relationship Type="http://schemas.openxmlformats.org/officeDocument/2006/relationships/slide" Target="/ppt/slides/slide8.xml" Id="R3a951c02badd4bff" /><ns0:Relationship Type="http://schemas.openxmlformats.org/officeDocument/2006/relationships/slide" Target="/ppt/slides/slide9.xml" Id="R15193ee84d1346a6" /><ns0:Relationship Type="http://schemas.openxmlformats.org/officeDocument/2006/relationships/slide" Target="/ppt/slides/slide10.xml" Id="R72eace5a5c8347fa" /><ns0:Relationship Type="http://schemas.openxmlformats.org/officeDocument/2006/relationships/slide" Target="/ppt/slides/slide11.xml" Id="R22d8de021a874480" /><ns0:Relationship Type="http://schemas.openxmlformats.org/officeDocument/2006/relationships/slide" Target="/ppt/slides/slide12.xml" Id="R2e863d16e75b4c57" /><ns0:Relationship Type="http://schemas.openxmlformats.org/officeDocument/2006/relationships/slide" Target="/ppt/slides/slide13.xml" Id="Rc21e81a12d3c4889" /><ns0:Relationship Type="http://schemas.openxmlformats.org/officeDocument/2006/relationships/slide" Target="/ppt/slides/slide14.xml" Id="R71d0adec02d147d1" /><ns0:Relationship Type="http://schemas.openxmlformats.org/officeDocument/2006/relationships/slide" Target="/ppt/slides/slide15.xml" Id="Rbc79668b121f457a" /><ns0:Relationship Type="http://schemas.openxmlformats.org/officeDocument/2006/relationships/slide" Target="/ppt/slides/slide16.xml" Id="R82edbd63491d4319" /><ns0:Relationship Type="http://schemas.openxmlformats.org/officeDocument/2006/relationships/slide" Target="/ppt/slides/slide17.xml" Id="R402dfa051c6c4536" /><ns0:Relationship Type="http://schemas.openxmlformats.org/officeDocument/2006/relationships/slide" Target="/ppt/slides/slide18.xml" Id="Raa060c12bc9248ba" /><ns0:Relationship Type="http://schemas.openxmlformats.org/officeDocument/2006/relationships/slide" Target="/ppt/slides/slide19.xml" Id="R1997cc4b89b54857" /><ns0:Relationship Type="http://schemas.openxmlformats.org/officeDocument/2006/relationships/slide" Target="/ppt/slides/slide20.xml" Id="R67ae519d47db4af0" /><ns0:Relationship Type="http://schemas.openxmlformats.org/officeDocument/2006/relationships/slide" Target="/ppt/slides/slide21.xml" Id="Rc157714b6c8144a3" /><ns0:Relationship Type="http://schemas.openxmlformats.org/officeDocument/2006/relationships/slide" Target="/ppt/slides/slide22.xml" Id="R0b8d998ade4c44b7" /><ns0:Relationship Type="http://schemas.openxmlformats.org/officeDocument/2006/relationships/slide" Target="/ppt/slides/slide23.xml" Id="R3938884b9fe04717" /><ns0:Relationship Type="http://schemas.openxmlformats.org/officeDocument/2006/relationships/slide" Target="/ppt/slides/slide24.xml" Id="R58951fe2469e4278" /><ns0:Relationship Type="http://schemas.openxmlformats.org/officeDocument/2006/relationships/slide" Target="/ppt/slides/slide25.xml" Id="R91f9aa7bc3554224" /><ns0:Relationship Type="http://schemas.openxmlformats.org/officeDocument/2006/relationships/slide" Target="/ppt/slides/slide26.xml" Id="R2f22b7b128e845a1" /><ns0:Relationship Type="http://schemas.openxmlformats.org/officeDocument/2006/relationships/slide" Target="/ppt/slides/slide27.xml" Id="R9d570953e608499b" /><ns0:Relationship Type="http://schemas.openxmlformats.org/officeDocument/2006/relationships/slide" Target="/ppt/slides/slide28.xml" Id="Rcb7470aa315540dc" /><ns0:Relationship Type="http://schemas.openxmlformats.org/officeDocument/2006/relationships/slide" Target="/ppt/slides/slide29.xml" Id="Rf8192547345d4411" /><ns0:Relationship Type="http://schemas.openxmlformats.org/officeDocument/2006/relationships/slide" Target="/ppt/slides/slide30.xml" Id="R8ecb86ebcee7474f" /><ns0:Relationship Type="http://schemas.openxmlformats.org/officeDocument/2006/relationships/slide" Target="/ppt/slides/slide31.xml" Id="R25da4a52ae324fe0" /><ns0:Relationship Type="http://schemas.openxmlformats.org/officeDocument/2006/relationships/slide" Target="/ppt/slides/slide32.xml" Id="R7e8b42d499d74e44" /><ns0:Relationship Type="http://schemas.openxmlformats.org/officeDocument/2006/relationships/slide" Target="/ppt/slides/slide33.xml" Id="R3b679926b8544b64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62f867996747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22e5d245f2475b" /><Relationship Type="http://schemas.openxmlformats.org/officeDocument/2006/relationships/image" Target="/ppt/media/image.jpeg" Id="R65d32a1eb5a046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aee6a3584c4b5b" /><Relationship Type="http://schemas.openxmlformats.org/officeDocument/2006/relationships/image" Target="/ppt/media/image.png" Id="Raeac7aa7ce4346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af5ee9a5e43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af8bc6d974d9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ea07eb3973491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b149c090044c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cec30faeec465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d32a1eb5a0461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c7aa7ce4346a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74bb3c59d54a52" /><Relationship Type="http://schemas.openxmlformats.org/officeDocument/2006/relationships/slideLayout" Target="/ppt/slideLayouts/slideLayout1.xml" Id="Rcdaa1fe546554323" /><Relationship Type="http://schemas.openxmlformats.org/officeDocument/2006/relationships/slideLayout" Target="/ppt/slideLayouts/slideLayout2.xml" Id="Rca2441d49d5141f0" /><Relationship Type="http://schemas.openxmlformats.org/officeDocument/2006/relationships/slideLayout" Target="/ppt/slideLayouts/slideLayout3.xml" Id="Rb3199673735b4093" /><Relationship Type="http://schemas.openxmlformats.org/officeDocument/2006/relationships/slideLayout" Target="/ppt/slideLayouts/slideLayout4.xml" Id="R2489d440405d4859" /><Relationship Type="http://schemas.openxmlformats.org/officeDocument/2006/relationships/slideLayout" Target="/ppt/slideLayouts/slideLayout5.xml" Id="Reb6d8311780347f1" /><Relationship Type="http://schemas.openxmlformats.org/officeDocument/2006/relationships/slideLayout" Target="/ppt/slideLayouts/slideLayout6.xml" Id="R8c8799d194824d8e" /><Relationship Type="http://schemas.openxmlformats.org/officeDocument/2006/relationships/slideLayout" Target="/ppt/slideLayouts/slideLayout7.xml" Id="R6f6a15e6914c4f13" /><Relationship Type="http://schemas.openxmlformats.org/officeDocument/2006/relationships/slideLayout" Target="/ppt/slideLayouts/slideLayout8.xml" Id="R84937284436c4b7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aa1fe546554323"/>
    <p:sldLayoutId xmlns:r="http://schemas.openxmlformats.org/officeDocument/2006/relationships" id="2147483650" r:id="Rca2441d49d5141f0"/>
    <p:sldLayoutId xmlns:r="http://schemas.openxmlformats.org/officeDocument/2006/relationships" id="2147483651" r:id="Rb3199673735b4093"/>
    <p:sldLayoutId xmlns:r="http://schemas.openxmlformats.org/officeDocument/2006/relationships" id="2147483652" r:id="R2489d440405d4859"/>
    <p:sldLayoutId xmlns:r="http://schemas.openxmlformats.org/officeDocument/2006/relationships" id="2147483653" r:id="Reb6d8311780347f1"/>
    <p:sldLayoutId xmlns:r="http://schemas.openxmlformats.org/officeDocument/2006/relationships" id="2147483654" r:id="R8c8799d194824d8e"/>
    <p:sldLayoutId xmlns:r="http://schemas.openxmlformats.org/officeDocument/2006/relationships" id="2147483655" r:id="R6f6a15e6914c4f13"/>
    <p:sldLayoutId xmlns:r="http://schemas.openxmlformats.org/officeDocument/2006/relationships" id="2147483656" r:id="R84937284436c4b7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bc4f19cd676b4580" /><ns0:Relationship Type="http://schemas.openxmlformats.org/officeDocument/2006/relationships/image" Target="/ppt/media/image2.png" Id="R28d340d4255c4f41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9d8f66547e46e0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58607cefe8486e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2efaf5839f4f7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916c8ebc6947d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7f5774ab144d04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469ff848d044ef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25d0c67a7340e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6c08fbef744939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7e8464c9d4310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e0375bad204421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27f4a5fe8f46d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5e19aadb664ff9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86882e70a34706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fc9f0e0cc646b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596b61f936450d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4b4f6d96674a5b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29218eaf94c3b" /><ns0:Relationship Type="http://schemas.openxmlformats.org/officeDocument/2006/relationships/hyperlink" Target="https://home.openweathermap.org/users/sign_up" TargetMode="External" Id="Rdc7d99c376ab42fa" /><ns0:Relationship Type="http://schemas.openxmlformats.org/officeDocument/2006/relationships/hyperlink" Target="https://home.openweathermap.org/api_keys" TargetMode="External" Id="Rf0b2491fc566462d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c156ad9a32404f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61e4f5386e40cf" /><ns0:Relationship Type="http://schemas.openxmlformats.org/officeDocument/2006/relationships/image" Target="/ppt/media/image3.png" Id="R1a74b1b7631149e5" /><ns0:Relationship Type="http://schemas.openxmlformats.org/officeDocument/2006/relationships/image" Target="/ppt/media/image4.png" Id="R2bb0c482ebf34529" /><ns0:Relationship Type="http://schemas.openxmlformats.org/officeDocument/2006/relationships/hyperlink" Target="https://claude.com/claude-code" TargetMode="External" Id="Re09a2e67c39b4641" /><ns0:Relationship Type="http://schemas.openxmlformats.org/officeDocument/2006/relationships/hyperlink" Target="https://openai.com/codex/" TargetMode="External" Id="R65a5f9e2bb044a4d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e1ef5675574209" /><ns0:Relationship Type="http://schemas.openxmlformats.org/officeDocument/2006/relationships/hyperlink" Target="https://marketplace.visualstudio.com/items?itemName=OpenAI.chatgpt" TargetMode="External" Id="R979406a725fe418e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a69ab8c7634aa0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98a3fd43a841fb" /><ns0:Relationship Type="http://schemas.openxmlformats.org/officeDocument/2006/relationships/image" Target="/ppt/media/image5.png" Id="R1c011e2c267d4770" /><ns0:Relationship Type="http://schemas.openxmlformats.org/officeDocument/2006/relationships/hyperlink" Target="https://arxiv.org/abs/2506.08872" TargetMode="External" Id="R99e6700529b04dfd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a4c76c267c49d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0bbd4750c04148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dbaa86f646486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47fe978da943cb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3b740c35f04286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018fc7ac234f54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aec1c1fd7a4334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a17e03993b4b82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19389934dd422d" /><ns0:Relationship Type="http://schemas.openxmlformats.org/officeDocument/2006/relationships/hyperlink" Target="https://docs.langchain.com/oss/python/langgraph/persistence" TargetMode="External" Id="R163666ea716e4527" /><ns0:Relationship Type="http://schemas.openxmlformats.org/officeDocument/2006/relationships/hyperlink" Target="https://docs.langchain.com/oss/python/langgraph/persistence" TargetMode="External" Id="R9470337068f249c7" /><ns0:Relationship Type="http://schemas.openxmlformats.org/officeDocument/2006/relationships/hyperlink" Target="https://reference.langchain.com/python/langchain-ollama/chat_models/ChatOllama/with_structured_output" TargetMode="External" Id="Rdd7a25257eb547a5" /><ns0:Relationship Type="http://schemas.openxmlformats.org/officeDocument/2006/relationships/hyperlink" Target="https://reference.langchain.com/python/langchain-ollama/chat_models/ChatOllama/with_structured_output" TargetMode="External" Id="Ra8f329a3f71a4760" /><ns0:Relationship Type="http://schemas.openxmlformats.org/officeDocument/2006/relationships/hyperlink" Target="https://reference.langchain.com/python/langchain-core/prompts/chat/ChatPromptTemplate" TargetMode="External" Id="Rbb2261abee6f481c" /><ns0:Relationship Type="http://schemas.openxmlformats.org/officeDocument/2006/relationships/hyperlink" Target="https://reference.langchain.com/python/langchain-core/prompts/chat/ChatPromptTemplate" TargetMode="External" Id="R7d4d4e61603c4755" /><ns0:Relationship Type="http://schemas.openxmlformats.org/officeDocument/2006/relationships/hyperlink" Target="https://docs.langchain.com/oss/python/langgraph/workflows-agents" TargetMode="External" Id="Rd87b5483ee404e22" /><ns0:Relationship Type="http://schemas.openxmlformats.org/officeDocument/2006/relationships/hyperlink" Target="https://docs.langchain.com/oss/python/langgraph/workflows-agents" TargetMode="External" Id="R4e9a8485d6354d83" /><ns0:Relationship Type="http://schemas.openxmlformats.org/officeDocument/2006/relationships/hyperlink" Target="https://learn.chatgpt.com/docs/ide" TargetMode="External" Id="R8f7ed0d50ac7450e" /><ns0:Relationship Type="http://schemas.openxmlformats.org/officeDocument/2006/relationships/hyperlink" Target="https://learn.chatgpt.com/docs/ide" TargetMode="External" Id="R4f4155e0b74a42b5" /><ns0:Relationship Type="http://schemas.openxmlformats.org/officeDocument/2006/relationships/hyperlink" Target="https://code.claude.com/docs/en/overview" TargetMode="External" Id="R609e42a532fc4bd7" /><ns0:Relationship Type="http://schemas.openxmlformats.org/officeDocument/2006/relationships/hyperlink" Target="https://code.claude.com/docs/en/overview" TargetMode="External" Id="Re4c11159b68d4546" /><ns0:Relationship Type="http://schemas.openxmlformats.org/officeDocument/2006/relationships/hyperlink" Target="https://openweathermap.org/api/current" TargetMode="External" Id="R1577260535264625" /><ns0:Relationship Type="http://schemas.openxmlformats.org/officeDocument/2006/relationships/hyperlink" Target="https://openweathermap.org/api/current" TargetMode="External" Id="R063df9d80d394b2f" /><ns0:Relationship Type="http://schemas.openxmlformats.org/officeDocument/2006/relationships/hyperlink" Target="https://openweathermap.org/api/geocoding-api" TargetMode="External" Id="Rc77f403449c94243" /><ns0:Relationship Type="http://schemas.openxmlformats.org/officeDocument/2006/relationships/hyperlink" Target="https://openweathermap.org/api/geocoding-api" TargetMode="External" Id="R88febdd0f15946ea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5a1ca2c4e64e4a" /><ns0:Relationship Type="http://schemas.openxmlformats.org/officeDocument/2006/relationships/hyperlink" Target="https://openweathermap.org/api/weather-conditions" TargetMode="External" Id="R5a6ca3495f2f42e2" /><ns0:Relationship Type="http://schemas.openxmlformats.org/officeDocument/2006/relationships/hyperlink" Target="https://openweathermap.org/api/weather-conditions" TargetMode="External" Id="R632b028f335d43b2" /><ns0:Relationship Type="http://schemas.openxmlformats.org/officeDocument/2006/relationships/hyperlink" Target="https://openweathermap.org/faq" TargetMode="External" Id="Rb8dedd6713a2453b" /><ns0:Relationship Type="http://schemas.openxmlformats.org/officeDocument/2006/relationships/hyperlink" Target="https://openweathermap.org/faq" TargetMode="External" Id="Rf662177216e44f80" /><ns0:Relationship Type="http://schemas.openxmlformats.org/officeDocument/2006/relationships/hyperlink" Target="https://openweathermap.org/price" TargetMode="External" Id="R190e15c3735a44a0" /><ns0:Relationship Type="http://schemas.openxmlformats.org/officeDocument/2006/relationships/hyperlink" Target="https://openweathermap.org/price" TargetMode="External" Id="Rb3343d28429242c0" /><ns0:Relationship Type="http://schemas.openxmlformats.org/officeDocument/2006/relationships/hyperlink" Target="https://code.claude.com/docs/en/vs-code" TargetMode="External" Id="R2daa92a03b9e4036" /><ns0:Relationship Type="http://schemas.openxmlformats.org/officeDocument/2006/relationships/hyperlink" Target="https://code.claude.com/docs/en/vs-code" TargetMode="External" Id="R05bd27d255d043f2" /><ns0:Relationship Type="http://schemas.openxmlformats.org/officeDocument/2006/relationships/hyperlink" Target="https://marketplace.visualstudio.com/items?itemName=OpenAI.chatgpt" TargetMode="External" Id="R79f4487cb4c74aa4" /><ns0:Relationship Type="http://schemas.openxmlformats.org/officeDocument/2006/relationships/hyperlink" Target="https://marketplace.visualstudio.com/items?itemName=OpenAI.chatgpt" TargetMode="External" Id="R8dcc441f4635437b" /><ns0:Relationship Type="http://schemas.openxmlformats.org/officeDocument/2006/relationships/hyperlink" Target="https://marketplace.visualstudio.com/items?itemName=anthropic.claude-code" TargetMode="External" Id="R934d6e9893074991" /><ns0:Relationship Type="http://schemas.openxmlformats.org/officeDocument/2006/relationships/hyperlink" Target="https://marketplace.visualstudio.com/items?itemName=anthropic.claude-code" TargetMode="External" Id="R6f5182db3da04787" /><ns0:Relationship Type="http://schemas.openxmlformats.org/officeDocument/2006/relationships/hyperlink" Target="https://arxiv.org/abs/2506.08872" TargetMode="External" Id="R0004bed7b3c547de" /><ns0:Relationship Type="http://schemas.openxmlformats.org/officeDocument/2006/relationships/hyperlink" Target="https://arxiv.org/abs/2506.08872" TargetMode="External" Id="R461ecfff917f423b" /><ns0:Relationship Type="http://schemas.openxmlformats.org/officeDocument/2006/relationships/hyperlink" Target="https://pubmed.ncbi.nlm.nih.gov/16507066/" TargetMode="External" Id="R4c3cc44b2da849d6" /><ns0:Relationship Type="http://schemas.openxmlformats.org/officeDocument/2006/relationships/hyperlink" Target="https://pubmed.ncbi.nlm.nih.gov/16507066/" TargetMode="External" Id="R4854224f21df4268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340d4255c4f4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2-text-274">
            <a:extLst xmlns:a="http://schemas.openxmlformats.org/drawingml/2006/main">
              <a:ext uri="{FF2B5EF4-FFF2-40B4-BE49-F238E27FC236}">
                <a16:creationId xmlns:a16="http://schemas.microsoft.com/office/drawing/2014/main" id="{FE398BC8-F2C9-4232-8234-2AFE6AB5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5" name="c3-text-361">
            <a:extLst xmlns:a="http://schemas.openxmlformats.org/drawingml/2006/main">
              <a:ext uri="{FF2B5EF4-FFF2-40B4-BE49-F238E27FC236}">
                <a16:creationId xmlns:a16="http://schemas.microsoft.com/office/drawing/2014/main" id="{9180BF81-84B8-40CC-A230-744A2F1A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379CB00D-DCD0-47C8-8901-04451DE5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BB372657-4442-4243-A9D5-CF76529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65D71749-E62B-4D87-8473-2FBF635E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8ED50FC3-336C-4A60-9522-6705C197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350ADF6D-3639-4A6B-A332-FEFD0A59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74C2105B-DE99-48B5-8648-A36D558A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30F593B0-EE73-4D5E-9A6B-78E1A83F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3EFBB0E6-3C22-4149-96D0-C936924A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5BCF5DFA-63F1-4C10-9FC8-83AEEFB4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36E5F9F7-8776-46DC-ADF6-6915C0F7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D333A032-FCB1-47E6-A427-B39E7B6B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7C9939C6-30E3-4A1D-A927-A4FE660E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FD38245A-4E50-4463-8022-DD6E3B5D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CFE99946-1CA3-48F1-8723-571EBAC3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A4F36F42-72A1-4ACF-A7B1-0E55C703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DFBD762A-4202-4266-A581-E2607372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4EF4D2E7-F808-40AF-9BB2-71418226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362">
            <a:extLst xmlns:a="http://schemas.openxmlformats.org/drawingml/2006/main">
              <a:ext uri="{FF2B5EF4-FFF2-40B4-BE49-F238E27FC236}">
                <a16:creationId xmlns:a16="http://schemas.microsoft.com/office/drawing/2014/main" id="{90308103-840A-4D72-B50E-17F3FE99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973095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DEABF8D1-9785-4006-81C8-1A198B7F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20FB9B82-9696-4B8E-9ABE-5CA67BC6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8399F3CE-BA01-45E5-B67B-79B41940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8037D5BD-14FC-4319-9A64-75FFB952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9343D5AA-A21C-47E7-96C3-27B1FF7A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575CF3B1-977A-4F9C-892C-12DA74A6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E460D867-917C-494C-845E-32AFAB9D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F865FFBC-0102-4790-A90A-440798D6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11391C4D-811B-438A-972F-5E2328F7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BCB5035F-6D1E-4650-AB74-51A8F299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F48D09B1-F7C4-471E-9ACA-157CC775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FC017B82-DBC6-4DBE-801A-B423E418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579F5BFC-812A-4CB4-A444-237E32C9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028EBFC4-D693-4ADD-97C3-601A4799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604B81F2-4F76-447F-849E-0CBFBEB0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7F8523D1-79E2-4313-87BB-94A8BF61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AAEBC6A1-1AD0-4316-9C15-91294DC9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363">
            <a:extLst xmlns:a="http://schemas.openxmlformats.org/drawingml/2006/main">
              <a:ext uri="{FF2B5EF4-FFF2-40B4-BE49-F238E27FC236}">
                <a16:creationId xmlns:a16="http://schemas.microsoft.com/office/drawing/2014/main" id="{29BA40C6-78E0-4BFC-A4C9-CD0FB86E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56987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7151CDFB-2246-4DFB-8C01-9C60B7F0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26D4A8EE-43A9-4960-A64B-47FFD2FC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79A61276-1FC5-4360-A37E-9DB0C276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5560BF21-F601-4986-9C4B-54836604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06F3372F-7C1A-4259-974A-5EEBD552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A5697A35-290C-4509-8383-0A259F89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097F0449-FF22-4C5B-A9EC-9DEE2FA4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CE89DDEB-61E9-41E3-B66D-900B89AE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426F4737-7E6F-4395-9CEE-C55BF4F0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1BFE6267-48E9-4920-A5AC-6CB06672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43C9E923-692B-4C9E-8634-626EBB45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39B0DAE2-EBDC-4099-8BBF-11E0212B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A4F0927E-BAF3-4219-A108-AA70F5F0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DFCFB53F-735C-4484-9233-A74B3632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364">
            <a:extLst xmlns:a="http://schemas.openxmlformats.org/drawingml/2006/main">
              <a:ext uri="{FF2B5EF4-FFF2-40B4-BE49-F238E27FC236}">
                <a16:creationId xmlns:a16="http://schemas.microsoft.com/office/drawing/2014/main" id="{63F9278A-F110-4F72-AFCE-337C070F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908243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995B4674-C038-4719-9F8D-DFD3605B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47116085-313B-4058-855B-A390A213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7613D8AC-E172-48B7-9670-0D4F9C63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49283362-767B-4C94-B564-2E242377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6320740D-74B4-4903-B22E-BA85FF27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528A181A-33F4-4355-8D2C-13481653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6E48E904-9E13-4E25-9328-968A3DD2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444D5602-D9A0-4E5F-95A9-F6720B4C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778D3087-44FD-4DC3-9264-C00390EB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4C0F0F71-D457-4AFD-A24B-F631A8D9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EB0A3846-2DA5-4E88-ACA5-F2E8D011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962662CA-6329-431F-8C5A-315F9117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ADFE2748-3B9E-4545-9628-98C913A6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full ModelReply: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speech and avatar behaviour.</a:t>
            </a:r>
          </a:p>
        </p:txBody>
      </p:sp>
      <p:sp>
        <p:nvSpPr>
          <p:cNvPr id="14" name="c3-text-365">
            <a:extLst xmlns:a="http://schemas.openxmlformats.org/drawingml/2006/main">
              <a:ext uri="{FF2B5EF4-FFF2-40B4-BE49-F238E27FC236}">
                <a16:creationId xmlns:a16="http://schemas.microsoft.com/office/drawing/2014/main" id="{A7CB8C3C-D6DA-41D7-8DB8-F8070DB9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11347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D58CA2E8-AB61-4190-BCB9-9D4C1069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6DD072DD-5BE7-4B56-ACF2-31AB6CCF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FDF99651-2E52-4675-8D60-3DA1D03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102DA546-8881-476A-BE61-FDD840A4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A9F6D7AA-D2ED-4D59-B318-5B35CEAB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14103A01-B802-4A3C-8839-79E7AAAF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366">
            <a:extLst xmlns:a="http://schemas.openxmlformats.org/drawingml/2006/main">
              <a:ext uri="{FF2B5EF4-FFF2-40B4-BE49-F238E27FC236}">
                <a16:creationId xmlns:a16="http://schemas.microsoft.com/office/drawing/2014/main" id="{1B101650-B8B2-4730-89A4-EBE8D753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96179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4F29B1E1-BDEC-423B-A421-8D802E36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9F3231F7-4985-4457-8919-76072788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484373E8-BB5C-46D7-AD6A-BF133AA3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76050D9C-B5FD-4D99-A5DD-500C038F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FD6D11BB-75B8-4D02-9470-8A994429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current_time = datetime.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now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strftime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"%H:%M"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F8AFB767-BB7B-4337-ACD9-FBE4F282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12F613CE-7B5F-4E1D-97A1-3395DEDF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367">
            <a:extLst xmlns:a="http://schemas.openxmlformats.org/drawingml/2006/main">
              <a:ext uri="{FF2B5EF4-FFF2-40B4-BE49-F238E27FC236}">
                <a16:creationId xmlns:a16="http://schemas.microsoft.com/office/drawing/2014/main" id="{43978C85-F89B-4F17-8666-4C3BDF3C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52426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A60E7A62-71F0-4D10-8FAA-AAFE0C08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279C3464-D806-4555-985C-CF53D245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02DAE8D5-6499-46A5-9319-A725D0D1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3226E13B-FBB3-4FE2-9F07-22993DAA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1F0CD6F4-C9C9-4BEE-BEE3-A8CDE41F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0ADADA08-714D-40D6-BDB9-88D15024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418C94EA-45CA-40F7-909F-3D822B1B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368">
            <a:extLst xmlns:a="http://schemas.openxmlformats.org/drawingml/2006/main">
              <a:ext uri="{FF2B5EF4-FFF2-40B4-BE49-F238E27FC236}">
                <a16:creationId xmlns:a16="http://schemas.microsoft.com/office/drawing/2014/main" id="{190B622F-67FE-4589-A737-B8F7D7CE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671361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F714C78D-5BB6-4338-A289-C406F4EB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2E9280BA-680C-4FDB-A03A-03F48772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52A2C6D3-5A79-4B32-8F9A-84CB308B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B3998261-A1F1-4154-B179-59A57E09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C979308A-6CE1-4F74-8BA9-970833D3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54D7BA6E-DA42-4E5A-97FE-9100E568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66BF868F-F5C3-43AD-9D93-0E63B89B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9B8C6BC3-A8D4-4D9F-AF4F-AA895DDC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440DCADA-0CD1-485C-ADDF-FE3630B3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959FD6DC-F783-42F9-9684-F1A0D27C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6FE8BDBF-96FA-44FB-B318-068B41E0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F5210583-F212-4663-8B9D-6A3E4832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F78153FD-2456-4EBA-B021-EBE5DC5A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2408B10A-E2D9-4D2F-886B-A882C35C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369">
            <a:extLst xmlns:a="http://schemas.openxmlformats.org/drawingml/2006/main">
              <a:ext uri="{FF2B5EF4-FFF2-40B4-BE49-F238E27FC236}">
                <a16:creationId xmlns:a16="http://schemas.microsoft.com/office/drawing/2014/main" id="{E6E5CE14-778F-49DC-9C68-E3E9FF9F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39852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96">
            <a:extLst xmlns:a="http://schemas.openxmlformats.org/drawingml/2006/main">
              <a:ext uri="{FF2B5EF4-FFF2-40B4-BE49-F238E27FC236}">
                <a16:creationId xmlns:a16="http://schemas.microsoft.com/office/drawing/2014/main" id="{F3F7CA5A-FBA8-44F0-A9E0-9CFD317C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6A131C87-C274-4712-9B90-0B4FB524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1352AE65-B4BC-4B6B-AED3-14DE8D79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E5BE4618-849E-4836-BDF9-865D508C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1DA3EA6D-0A77-42F3-8C39-73B09226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101">
            <a:extLst xmlns:a="http://schemas.openxmlformats.org/drawingml/2006/main">
              <a:ext uri="{FF2B5EF4-FFF2-40B4-BE49-F238E27FC236}">
                <a16:creationId xmlns:a16="http://schemas.microsoft.com/office/drawing/2014/main" id="{1AC67D59-A4B3-486B-9809-59C397A3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Rebuild this route together, then test Clear conversation.</a:t>
            </a:r>
          </a:p>
        </p:txBody>
      </p:sp>
      <p:sp>
        <p:nvSpPr>
          <p:cNvPr id="7" name="c3-text-370">
            <a:extLst xmlns:a="http://schemas.openxmlformats.org/drawingml/2006/main">
              <a:ext uri="{FF2B5EF4-FFF2-40B4-BE49-F238E27FC236}">
                <a16:creationId xmlns:a16="http://schemas.microsoft.com/office/drawing/2014/main" id="{6F60B5B8-5AFF-4289-9F05-112C85BE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606562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2">
            <a:extLst xmlns:a="http://schemas.openxmlformats.org/drawingml/2006/main">
              <a:ext uri="{FF2B5EF4-FFF2-40B4-BE49-F238E27FC236}">
                <a16:creationId xmlns:a16="http://schemas.microsoft.com/office/drawing/2014/main" id="{563CD3FB-EF58-49AA-8173-1039CA62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3">
            <a:extLst xmlns:a="http://schemas.openxmlformats.org/drawingml/2006/main">
              <a:ext uri="{FF2B5EF4-FFF2-40B4-BE49-F238E27FC236}">
                <a16:creationId xmlns:a16="http://schemas.microsoft.com/office/drawing/2014/main" id="{DF302AC1-1D3F-4B0A-ABE4-CEE1D519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4">
            <a:extLst xmlns:a="http://schemas.openxmlformats.org/drawingml/2006/main">
              <a:ext uri="{FF2B5EF4-FFF2-40B4-BE49-F238E27FC236}">
                <a16:creationId xmlns:a16="http://schemas.microsoft.com/office/drawing/2014/main" id="{3DE89476-8AA6-43EF-9DD0-20F5F3EF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CAC9274B-4DF0-4A65-B47C-E731996D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C0563691-CE73-45DC-91BF-7FAB1C0E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7">
            <a:extLst xmlns:a="http://schemas.openxmlformats.org/drawingml/2006/main">
              <a:ext uri="{FF2B5EF4-FFF2-40B4-BE49-F238E27FC236}">
                <a16:creationId xmlns:a16="http://schemas.microsoft.com/office/drawing/2014/main" id="{3C1AB7C4-0D4F-4CCC-8E3F-1DF402D7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8">
            <a:extLst xmlns:a="http://schemas.openxmlformats.org/drawingml/2006/main">
              <a:ext uri="{FF2B5EF4-FFF2-40B4-BE49-F238E27FC236}">
                <a16:creationId xmlns:a16="http://schemas.microsoft.com/office/drawing/2014/main" id="{C4629C6D-4C86-4AFC-83AF-3C8ADDE8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D1FE5ADF-07B7-4C7D-A9D8-B31B5A3A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61BCEFF5-BFFE-4074-B5CF-DDD37710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1">
            <a:extLst xmlns:a="http://schemas.openxmlformats.org/drawingml/2006/main">
              <a:ext uri="{FF2B5EF4-FFF2-40B4-BE49-F238E27FC236}">
                <a16:creationId xmlns:a16="http://schemas.microsoft.com/office/drawing/2014/main" id="{CB875EE4-421D-491B-AFB9-5D633940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2">
            <a:extLst xmlns:a="http://schemas.openxmlformats.org/drawingml/2006/main">
              <a:ext uri="{FF2B5EF4-FFF2-40B4-BE49-F238E27FC236}">
                <a16:creationId xmlns:a16="http://schemas.microsoft.com/office/drawing/2014/main" id="{F213AE6A-3BF6-454E-873C-C169330E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90ADC123-87B8-4881-ADD9-6AA91E4A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4">
            <a:extLst xmlns:a="http://schemas.openxmlformats.org/drawingml/2006/main">
              <a:ext uri="{FF2B5EF4-FFF2-40B4-BE49-F238E27FC236}">
                <a16:creationId xmlns:a16="http://schemas.microsoft.com/office/drawing/2014/main" id="{5805C681-5010-4653-A4CF-1FB54D36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5">
            <a:extLst xmlns:a="http://schemas.openxmlformats.org/drawingml/2006/main">
              <a:ext uri="{FF2B5EF4-FFF2-40B4-BE49-F238E27FC236}">
                <a16:creationId xmlns:a16="http://schemas.microsoft.com/office/drawing/2014/main" id="{BAE311C3-EBFD-4A31-BCD1-2043D79B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6">
            <a:extLst xmlns:a="http://schemas.openxmlformats.org/drawingml/2006/main">
              <a:ext uri="{FF2B5EF4-FFF2-40B4-BE49-F238E27FC236}">
                <a16:creationId xmlns:a16="http://schemas.microsoft.com/office/drawing/2014/main" id="{0957FB60-6E8E-480C-8536-CDE20845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8DD43923-A741-445F-9CD1-C0829D5C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8">
            <a:extLst xmlns:a="http://schemas.openxmlformats.org/drawingml/2006/main">
              <a:ext uri="{FF2B5EF4-FFF2-40B4-BE49-F238E27FC236}">
                <a16:creationId xmlns:a16="http://schemas.microsoft.com/office/drawing/2014/main" id="{8058F994-123E-4C54-B3E7-7D27EA10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71">
            <a:extLst xmlns:a="http://schemas.openxmlformats.org/drawingml/2006/main">
              <a:ext uri="{FF2B5EF4-FFF2-40B4-BE49-F238E27FC236}">
                <a16:creationId xmlns:a16="http://schemas.microsoft.com/office/drawing/2014/main" id="{AFD6D9B8-5CD9-4982-9A63-75B2FF2C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494464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BB0F5801-CE9A-4F86-898A-6A6DA393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0">
            <a:extLst xmlns:a="http://schemas.openxmlformats.org/drawingml/2006/main">
              <a:ext uri="{FF2B5EF4-FFF2-40B4-BE49-F238E27FC236}">
                <a16:creationId xmlns:a16="http://schemas.microsoft.com/office/drawing/2014/main" id="{EE44617E-FF2F-4082-AE60-A884F2F8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1">
            <a:extLst xmlns:a="http://schemas.openxmlformats.org/drawingml/2006/main">
              <a:ext uri="{FF2B5EF4-FFF2-40B4-BE49-F238E27FC236}">
                <a16:creationId xmlns:a16="http://schemas.microsoft.com/office/drawing/2014/main" id="{528E868C-C273-4FA6-8361-877D2FC7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64F3E3F9-415C-424D-9CA6-C69E4A54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3">
            <a:extLst xmlns:a="http://schemas.openxmlformats.org/drawingml/2006/main">
              <a:ext uri="{FF2B5EF4-FFF2-40B4-BE49-F238E27FC236}">
                <a16:creationId xmlns:a16="http://schemas.microsoft.com/office/drawing/2014/main" id="{8F7FAB14-B144-4FCE-81E4-35EC4179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4">
            <a:extLst xmlns:a="http://schemas.openxmlformats.org/drawingml/2006/main">
              <a:ext uri="{FF2B5EF4-FFF2-40B4-BE49-F238E27FC236}">
                <a16:creationId xmlns:a16="http://schemas.microsoft.com/office/drawing/2014/main" id="{AB6C5EC3-80D1-40A0-9D2F-1094287D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5">
            <a:extLst xmlns:a="http://schemas.openxmlformats.org/drawingml/2006/main">
              <a:ext uri="{FF2B5EF4-FFF2-40B4-BE49-F238E27FC236}">
                <a16:creationId xmlns:a16="http://schemas.microsoft.com/office/drawing/2014/main" id="{B710B984-5106-48F2-ADFE-43F42212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8203FD10-A682-446C-A984-4E9FAFF2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7">
            <a:extLst xmlns:a="http://schemas.openxmlformats.org/drawingml/2006/main">
              <a:ext uri="{FF2B5EF4-FFF2-40B4-BE49-F238E27FC236}">
                <a16:creationId xmlns:a16="http://schemas.microsoft.com/office/drawing/2014/main" id="{2C6C8793-FFEA-4927-9F6A-7E7A78C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8">
            <a:extLst xmlns:a="http://schemas.openxmlformats.org/drawingml/2006/main">
              <a:ext uri="{FF2B5EF4-FFF2-40B4-BE49-F238E27FC236}">
                <a16:creationId xmlns:a16="http://schemas.microsoft.com/office/drawing/2014/main" id="{F028A3C9-9E70-4326-B8A2-DFD5EAD9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9">
            <a:extLst xmlns:a="http://schemas.openxmlformats.org/drawingml/2006/main">
              <a:ext uri="{FF2B5EF4-FFF2-40B4-BE49-F238E27FC236}">
                <a16:creationId xmlns:a16="http://schemas.microsoft.com/office/drawing/2014/main" id="{D973E5C8-8575-473A-8469-11D2A4AE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F7732D8E-A6F5-42D0-8083-B3968AAC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1">
            <a:extLst xmlns:a="http://schemas.openxmlformats.org/drawingml/2006/main">
              <a:ext uri="{FF2B5EF4-FFF2-40B4-BE49-F238E27FC236}">
                <a16:creationId xmlns:a16="http://schemas.microsoft.com/office/drawing/2014/main" id="{1069D19A-DD5A-4E77-B45D-946588F4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72">
            <a:extLst xmlns:a="http://schemas.openxmlformats.org/drawingml/2006/main">
              <a:ext uri="{FF2B5EF4-FFF2-40B4-BE49-F238E27FC236}">
                <a16:creationId xmlns:a16="http://schemas.microsoft.com/office/drawing/2014/main" id="{9F4B4224-1101-40A0-B506-C0E0FBE8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931190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2">
            <a:extLst xmlns:a="http://schemas.openxmlformats.org/drawingml/2006/main">
              <a:ext uri="{FF2B5EF4-FFF2-40B4-BE49-F238E27FC236}">
                <a16:creationId xmlns:a16="http://schemas.microsoft.com/office/drawing/2014/main" id="{040E6EAE-107B-4110-B35B-C5025ECF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3">
            <a:extLst xmlns:a="http://schemas.openxmlformats.org/drawingml/2006/main">
              <a:ext uri="{FF2B5EF4-FFF2-40B4-BE49-F238E27FC236}">
                <a16:creationId xmlns:a16="http://schemas.microsoft.com/office/drawing/2014/main" id="{E1433B63-B489-48EA-8C62-35616E4C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FAC0B05A-C2A7-4D4A-9021-D6D0D517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E868A4AC-89EA-43BD-A591-AF5A3FEE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6">
            <a:extLst xmlns:a="http://schemas.openxmlformats.org/drawingml/2006/main">
              <a:ext uri="{FF2B5EF4-FFF2-40B4-BE49-F238E27FC236}">
                <a16:creationId xmlns:a16="http://schemas.microsoft.com/office/drawing/2014/main" id="{5F2B571B-2578-4895-8885-0DF62B95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7">
            <a:extLst xmlns:a="http://schemas.openxmlformats.org/drawingml/2006/main">
              <a:ext uri="{FF2B5EF4-FFF2-40B4-BE49-F238E27FC236}">
                <a16:creationId xmlns:a16="http://schemas.microsoft.com/office/drawing/2014/main" id="{37A7FEA9-BB32-4503-A8DD-22CF62F5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8">
            <a:extLst xmlns:a="http://schemas.openxmlformats.org/drawingml/2006/main">
              <a:ext uri="{FF2B5EF4-FFF2-40B4-BE49-F238E27FC236}">
                <a16:creationId xmlns:a16="http://schemas.microsoft.com/office/drawing/2014/main" id="{9C6B5DA8-46CF-4E13-8CE7-F871DFE0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75CC2D29-D66A-4871-A51E-C1D4E7A2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1A1C34FC-239F-402E-9DFA-0E330791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1">
            <a:extLst xmlns:a="http://schemas.openxmlformats.org/drawingml/2006/main">
              <a:ext uri="{FF2B5EF4-FFF2-40B4-BE49-F238E27FC236}">
                <a16:creationId xmlns:a16="http://schemas.microsoft.com/office/drawing/2014/main" id="{76E7F889-9997-49F3-895F-BD6CA96A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2">
            <a:extLst xmlns:a="http://schemas.openxmlformats.org/drawingml/2006/main">
              <a:ext uri="{FF2B5EF4-FFF2-40B4-BE49-F238E27FC236}">
                <a16:creationId xmlns:a16="http://schemas.microsoft.com/office/drawing/2014/main" id="{B4CABA08-6C95-405C-92BA-C70356BF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Which messages reach the model?</a:t>
            </a:r>
          </a:p>
        </p:txBody>
      </p:sp>
      <p:sp>
        <p:nvSpPr>
          <p:cNvPr id="12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1D0BC05B-6391-46A8-94E0-C725F37B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DD1EA7F4-EF8C-4CB9-94B2-D81A758A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5">
            <a:extLst xmlns:a="http://schemas.openxmlformats.org/drawingml/2006/main">
              <a:ext uri="{FF2B5EF4-FFF2-40B4-BE49-F238E27FC236}">
                <a16:creationId xmlns:a16="http://schemas.microsoft.com/office/drawing/2014/main" id="{6CEBD8BC-0A98-41FA-9B1C-C7317E9D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6">
            <a:extLst xmlns:a="http://schemas.openxmlformats.org/drawingml/2006/main">
              <a:ext uri="{FF2B5EF4-FFF2-40B4-BE49-F238E27FC236}">
                <a16:creationId xmlns:a16="http://schemas.microsoft.com/office/drawing/2014/main" id="{CD5C83DE-3A60-4512-A117-69FF6F1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58A0BBC9-5F22-4C76-8FE0-68C44640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8">
            <a:extLst xmlns:a="http://schemas.openxmlformats.org/drawingml/2006/main">
              <a:ext uri="{FF2B5EF4-FFF2-40B4-BE49-F238E27FC236}">
                <a16:creationId xmlns:a16="http://schemas.microsoft.com/office/drawing/2014/main" id="{95A50C38-64C2-4453-8A74-2D783C68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73">
            <a:extLst xmlns:a="http://schemas.openxmlformats.org/drawingml/2006/main">
              <a:ext uri="{FF2B5EF4-FFF2-40B4-BE49-F238E27FC236}">
                <a16:creationId xmlns:a16="http://schemas.microsoft.com/office/drawing/2014/main" id="{488BD51F-8C53-417D-AB82-B7EF6F33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97611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9">
            <a:extLst xmlns:a="http://schemas.openxmlformats.org/drawingml/2006/main">
              <a:ext uri="{FF2B5EF4-FFF2-40B4-BE49-F238E27FC236}">
                <a16:creationId xmlns:a16="http://schemas.microsoft.com/office/drawing/2014/main" id="{B6366633-881C-4371-8A12-4CCB93F2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0">
            <a:extLst xmlns:a="http://schemas.openxmlformats.org/drawingml/2006/main">
              <a:ext uri="{FF2B5EF4-FFF2-40B4-BE49-F238E27FC236}">
                <a16:creationId xmlns:a16="http://schemas.microsoft.com/office/drawing/2014/main" id="{7BE5B008-63FE-484F-927C-D8454057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7440442E-C669-4EC0-82AE-A4A244CE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5EDE968E-F62D-4D31-8E73-2F635E5F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71015D07-AC6C-4FBF-B3FD-36702322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4">
            <a:extLst xmlns:a="http://schemas.openxmlformats.org/drawingml/2006/main">
              <a:ext uri="{FF2B5EF4-FFF2-40B4-BE49-F238E27FC236}">
                <a16:creationId xmlns:a16="http://schemas.microsoft.com/office/drawing/2014/main" id="{DCEC4B0F-5333-47DA-A5C8-A5D55A4F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5">
            <a:extLst xmlns:a="http://schemas.openxmlformats.org/drawingml/2006/main">
              <a:ext uri="{FF2B5EF4-FFF2-40B4-BE49-F238E27FC236}">
                <a16:creationId xmlns:a16="http://schemas.microsoft.com/office/drawing/2014/main" id="{78768075-F4BA-442C-A9B7-6335641E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9FECDC70-989B-48DD-B97A-32696FF9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EA312A22-731A-42BE-9C43-489B3175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8">
            <a:extLst xmlns:a="http://schemas.openxmlformats.org/drawingml/2006/main">
              <a:ext uri="{FF2B5EF4-FFF2-40B4-BE49-F238E27FC236}">
                <a16:creationId xmlns:a16="http://schemas.microsoft.com/office/drawing/2014/main" id="{6EC13629-37B6-4E43-9FA2-720D47B4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9">
            <a:extLst xmlns:a="http://schemas.openxmlformats.org/drawingml/2006/main">
              <a:ext uri="{FF2B5EF4-FFF2-40B4-BE49-F238E27FC236}">
                <a16:creationId xmlns:a16="http://schemas.microsoft.com/office/drawing/2014/main" id="{42F781D4-5580-42C0-B374-D5A0113D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95B87606-1ABD-4342-9804-4410A059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1">
            <a:extLst xmlns:a="http://schemas.openxmlformats.org/drawingml/2006/main">
              <a:ext uri="{FF2B5EF4-FFF2-40B4-BE49-F238E27FC236}">
                <a16:creationId xmlns:a16="http://schemas.microsoft.com/office/drawing/2014/main" id="{ABFA4367-C07E-40A9-B657-FDF90BD9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2">
            <a:extLst xmlns:a="http://schemas.openxmlformats.org/drawingml/2006/main">
              <a:ext uri="{FF2B5EF4-FFF2-40B4-BE49-F238E27FC236}">
                <a16:creationId xmlns:a16="http://schemas.microsoft.com/office/drawing/2014/main" id="{04DCAFA5-E6B5-4BF7-8DAD-CDBFD65C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3">
            <a:extLst xmlns:a="http://schemas.openxmlformats.org/drawingml/2006/main">
              <a:ext uri="{FF2B5EF4-FFF2-40B4-BE49-F238E27FC236}">
                <a16:creationId xmlns:a16="http://schemas.microsoft.com/office/drawing/2014/main" id="{78CEE146-5562-4923-AC43-ED4F1362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4">
            <a:extLst xmlns:a="http://schemas.openxmlformats.org/drawingml/2006/main">
              <a:ext uri="{FF2B5EF4-FFF2-40B4-BE49-F238E27FC236}">
                <a16:creationId xmlns:a16="http://schemas.microsoft.com/office/drawing/2014/main" id="{8C1E1885-97F4-421A-9F93-89135D72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5">
            <a:extLst xmlns:a="http://schemas.openxmlformats.org/drawingml/2006/main">
              <a:ext uri="{FF2B5EF4-FFF2-40B4-BE49-F238E27FC236}">
                <a16:creationId xmlns:a16="http://schemas.microsoft.com/office/drawing/2014/main" id="{DDE87F79-EAAD-4D36-9DE1-685DD879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74">
            <a:extLst xmlns:a="http://schemas.openxmlformats.org/drawingml/2006/main">
              <a:ext uri="{FF2B5EF4-FFF2-40B4-BE49-F238E27FC236}">
                <a16:creationId xmlns:a16="http://schemas.microsoft.com/office/drawing/2014/main" id="{4AB765B6-C604-405D-B42C-74E00C3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788848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66">
            <a:extLst xmlns:a="http://schemas.openxmlformats.org/drawingml/2006/main">
              <a:ext uri="{FF2B5EF4-FFF2-40B4-BE49-F238E27FC236}">
                <a16:creationId xmlns:a16="http://schemas.microsoft.com/office/drawing/2014/main" id="{13A7B2CE-4C32-411F-9433-19F9606D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7">
            <a:extLst xmlns:a="http://schemas.openxmlformats.org/drawingml/2006/main">
              <a:ext uri="{FF2B5EF4-FFF2-40B4-BE49-F238E27FC236}">
                <a16:creationId xmlns:a16="http://schemas.microsoft.com/office/drawing/2014/main" id="{BF967E77-A14C-4303-800E-1E5B0791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Actions Outside the Model [4]</a:t>
            </a:r>
          </a:p>
        </p:txBody>
      </p:sp>
      <p:sp>
        <p:nvSpPr>
          <p:cNvPr id="3" name="c3-text-168">
            <a:extLst xmlns:a="http://schemas.openxmlformats.org/drawingml/2006/main">
              <a:ext uri="{FF2B5EF4-FFF2-40B4-BE49-F238E27FC236}">
                <a16:creationId xmlns:a16="http://schemas.microsoft.com/office/drawing/2014/main" id="{2877E2F9-0A11-4272-9096-EAC73B74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9">
            <a:extLst xmlns:a="http://schemas.openxmlformats.org/drawingml/2006/main">
              <a:ext uri="{FF2B5EF4-FFF2-40B4-BE49-F238E27FC236}">
                <a16:creationId xmlns:a16="http://schemas.microsoft.com/office/drawing/2014/main" id="{2DBC0C73-9638-4122-BDC6-92E4D55D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lets an agent retrieve data or perform an action.</a:t>
            </a:r>
          </a:p>
        </p:txBody>
      </p:sp>
      <p:sp>
        <p:nvSpPr>
          <p:cNvPr id="5" name="c3-text-170">
            <a:extLst xmlns:a="http://schemas.openxmlformats.org/drawingml/2006/main">
              <a:ext uri="{FF2B5EF4-FFF2-40B4-BE49-F238E27FC236}">
                <a16:creationId xmlns:a16="http://schemas.microsoft.com/office/drawing/2014/main" id="{A9C6FA50-C259-4A2F-B4FF-F5195ABE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chooses an available tool and supplies its inputs.</a:t>
            </a:r>
          </a:p>
        </p:txBody>
      </p:sp>
      <p:sp>
        <p:nvSpPr>
          <p:cNvPr id="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5ADF7BBB-D866-4D79-976B-1965A33F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program runs the tool and returns its result to the model.</a:t>
            </a:r>
          </a:p>
        </p:txBody>
      </p:sp>
      <p:sp>
        <p:nvSpPr>
          <p:cNvPr id="7" name="c3-text-375">
            <a:extLst xmlns:a="http://schemas.openxmlformats.org/drawingml/2006/main">
              <a:ext uri="{FF2B5EF4-FFF2-40B4-BE49-F238E27FC236}">
                <a16:creationId xmlns:a16="http://schemas.microsoft.com/office/drawing/2014/main" id="{2C07C368-8A6E-4D1C-AA8E-4E9456CD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8491064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2">
            <a:extLst xmlns:a="http://schemas.openxmlformats.org/drawingml/2006/main">
              <a:ext uri="{FF2B5EF4-FFF2-40B4-BE49-F238E27FC236}">
                <a16:creationId xmlns:a16="http://schemas.microsoft.com/office/drawing/2014/main" id="{BA59C6E5-1340-4EFF-AE92-1BB90771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3">
            <a:extLst xmlns:a="http://schemas.openxmlformats.org/drawingml/2006/main">
              <a:ext uri="{FF2B5EF4-FFF2-40B4-BE49-F238E27FC236}">
                <a16:creationId xmlns:a16="http://schemas.microsoft.com/office/drawing/2014/main" id="{F078F027-9512-487D-90BC-5A43694B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4">
            <a:extLst xmlns:a="http://schemas.openxmlformats.org/drawingml/2006/main">
              <a:ext uri="{FF2B5EF4-FFF2-40B4-BE49-F238E27FC236}">
                <a16:creationId xmlns:a16="http://schemas.microsoft.com/office/drawing/2014/main" id="{4AD11CC7-4A59-4C0E-8606-9A728BEF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5">
            <a:extLst xmlns:a="http://schemas.openxmlformats.org/drawingml/2006/main">
              <a:ext uri="{FF2B5EF4-FFF2-40B4-BE49-F238E27FC236}">
                <a16:creationId xmlns:a16="http://schemas.microsoft.com/office/drawing/2014/main" id="{B1F6B556-FEF4-4B1C-8799-313E57FC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6">
            <a:extLst xmlns:a="http://schemas.openxmlformats.org/drawingml/2006/main">
              <a:ext uri="{FF2B5EF4-FFF2-40B4-BE49-F238E27FC236}">
                <a16:creationId xmlns:a16="http://schemas.microsoft.com/office/drawing/2014/main" id="{A7738C28-1AD3-4C2A-85AD-2E1799CE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7">
            <a:extLst xmlns:a="http://schemas.openxmlformats.org/drawingml/2006/main">
              <a:ext uri="{FF2B5EF4-FFF2-40B4-BE49-F238E27FC236}">
                <a16:creationId xmlns:a16="http://schemas.microsoft.com/office/drawing/2014/main" id="{771B85B6-D37F-40FF-92E6-A0F6051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8">
            <a:extLst xmlns:a="http://schemas.openxmlformats.org/drawingml/2006/main">
              <a:ext uri="{FF2B5EF4-FFF2-40B4-BE49-F238E27FC236}">
                <a16:creationId xmlns:a16="http://schemas.microsoft.com/office/drawing/2014/main" id="{74882905-3409-484D-AD2C-63055901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79">
            <a:extLst xmlns:a="http://schemas.openxmlformats.org/drawingml/2006/main">
              <a:ext uri="{FF2B5EF4-FFF2-40B4-BE49-F238E27FC236}">
                <a16:creationId xmlns:a16="http://schemas.microsoft.com/office/drawing/2014/main" id="{4E9EB217-8884-4123-A849-8F1E738A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DAEB6D88-1CF6-4540-882B-73D659A7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516A1E5F-4FCE-4611-88B8-59B3FE94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2">
            <a:extLst xmlns:a="http://schemas.openxmlformats.org/drawingml/2006/main">
              <a:ext uri="{FF2B5EF4-FFF2-40B4-BE49-F238E27FC236}">
                <a16:creationId xmlns:a16="http://schemas.microsoft.com/office/drawing/2014/main" id="{2D78C937-368C-4022-B568-3F11C5F9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3">
            <a:extLst xmlns:a="http://schemas.openxmlformats.org/drawingml/2006/main">
              <a:ext uri="{FF2B5EF4-FFF2-40B4-BE49-F238E27FC236}">
                <a16:creationId xmlns:a16="http://schemas.microsoft.com/office/drawing/2014/main" id="{37B652BD-8EBE-4850-A116-7F006885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requested</a:t>
            </a:r>
          </a:p>
        </p:txBody>
      </p:sp>
      <p:sp>
        <p:nvSpPr>
          <p:cNvPr id="13" name="c3-shape-184">
            <a:extLst xmlns:a="http://schemas.openxmlformats.org/drawingml/2006/main">
              <a:ext uri="{FF2B5EF4-FFF2-40B4-BE49-F238E27FC236}">
                <a16:creationId xmlns:a16="http://schemas.microsoft.com/office/drawing/2014/main" id="{649ADD1F-5988-4127-A36D-9B14A2AB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5">
            <a:extLst xmlns:a="http://schemas.openxmlformats.org/drawingml/2006/main">
              <a:ext uri="{FF2B5EF4-FFF2-40B4-BE49-F238E27FC236}">
                <a16:creationId xmlns:a16="http://schemas.microsoft.com/office/drawing/2014/main" id="{66AD0734-CE68-4990-B5B4-2B03B054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reply</a:t>
            </a:r>
          </a:p>
        </p:txBody>
      </p:sp>
      <p:sp>
        <p:nvSpPr>
          <p:cNvPr id="15" name="c3-shape-186">
            <a:extLst xmlns:a="http://schemas.openxmlformats.org/drawingml/2006/main">
              <a:ext uri="{FF2B5EF4-FFF2-40B4-BE49-F238E27FC236}">
                <a16:creationId xmlns:a16="http://schemas.microsoft.com/office/drawing/2014/main" id="{B05DC85F-A731-4BFC-933E-5F3143D3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7">
            <a:extLst xmlns:a="http://schemas.openxmlformats.org/drawingml/2006/main">
              <a:ext uri="{FF2B5EF4-FFF2-40B4-BE49-F238E27FC236}">
                <a16:creationId xmlns:a16="http://schemas.microsoft.com/office/drawing/2014/main" id="{DBA19AC0-1D30-4D17-9622-63CC0843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8">
            <a:extLst xmlns:a="http://schemas.openxmlformats.org/drawingml/2006/main">
              <a:ext uri="{FF2B5EF4-FFF2-40B4-BE49-F238E27FC236}">
                <a16:creationId xmlns:a16="http://schemas.microsoft.com/office/drawing/2014/main" id="{69870F27-306C-4310-B004-A7E1A274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89">
            <a:extLst xmlns:a="http://schemas.openxmlformats.org/drawingml/2006/main">
              <a:ext uri="{FF2B5EF4-FFF2-40B4-BE49-F238E27FC236}">
                <a16:creationId xmlns:a16="http://schemas.microsoft.com/office/drawing/2014/main" id="{E454DD14-99E9-471E-8840-B05FADE5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90">
            <a:extLst xmlns:a="http://schemas.openxmlformats.org/drawingml/2006/main">
              <a:ext uri="{FF2B5EF4-FFF2-40B4-BE49-F238E27FC236}">
                <a16:creationId xmlns:a16="http://schemas.microsoft.com/office/drawing/2014/main" id="{2D66A84D-EEBF-42B4-9A56-3DD741F9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ready to answer</a:t>
            </a:r>
          </a:p>
        </p:txBody>
      </p:sp>
      <p:sp>
        <p:nvSpPr>
          <p:cNvPr id="20" name="c3-shape-191">
            <a:extLst xmlns:a="http://schemas.openxmlformats.org/drawingml/2006/main">
              <a:ext uri="{FF2B5EF4-FFF2-40B4-BE49-F238E27FC236}">
                <a16:creationId xmlns:a16="http://schemas.microsoft.com/office/drawing/2014/main" id="{3BF3FE29-3A04-421E-811B-646B2A3F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51D09BD5-8E61-4E15-8DB1-D5434E83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4B4093FB-E03D-47B3-A55C-12608919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4">
            <a:extLst xmlns:a="http://schemas.openxmlformats.org/drawingml/2006/main">
              <a:ext uri="{FF2B5EF4-FFF2-40B4-BE49-F238E27FC236}">
                <a16:creationId xmlns:a16="http://schemas.microsoft.com/office/drawing/2014/main" id="{36680EC7-D0CB-48A8-84CD-84C9A07F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result: return to the model</a:t>
            </a:r>
          </a:p>
        </p:txBody>
      </p:sp>
      <p:sp>
        <p:nvSpPr>
          <p:cNvPr id="24" name="c3-text-195">
            <a:extLst xmlns:a="http://schemas.openxmlformats.org/drawingml/2006/main">
              <a:ext uri="{FF2B5EF4-FFF2-40B4-BE49-F238E27FC236}">
                <a16:creationId xmlns:a16="http://schemas.microsoft.com/office/drawing/2014/main" id="{A8D418CD-7CCA-46A1-99F1-6E461373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returns the tool result to the model, which prepares the reply.</a:t>
            </a:r>
          </a:p>
        </p:txBody>
      </p:sp>
      <p:sp>
        <p:nvSpPr>
          <p:cNvPr id="25" name="c3-text-376">
            <a:extLst xmlns:a="http://schemas.openxmlformats.org/drawingml/2006/main">
              <a:ext uri="{FF2B5EF4-FFF2-40B4-BE49-F238E27FC236}">
                <a16:creationId xmlns:a16="http://schemas.microsoft.com/office/drawing/2014/main" id="{A4789A61-45BC-42CD-9F53-DB0962FD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218550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196">
            <a:extLst xmlns:a="http://schemas.openxmlformats.org/drawingml/2006/main">
              <a:ext uri="{FF2B5EF4-FFF2-40B4-BE49-F238E27FC236}">
                <a16:creationId xmlns:a16="http://schemas.microsoft.com/office/drawing/2014/main" id="{C363659B-AA39-440C-AAA6-6E70EE9F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7">
            <a:extLst xmlns:a="http://schemas.openxmlformats.org/drawingml/2006/main">
              <a:ext uri="{FF2B5EF4-FFF2-40B4-BE49-F238E27FC236}">
                <a16:creationId xmlns:a16="http://schemas.microsoft.com/office/drawing/2014/main" id="{AD75148A-2D53-4376-84F1-B98408A3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Request and JSON [7]</a:t>
            </a:r>
          </a:p>
        </p:txBody>
      </p:sp>
      <p:sp>
        <p:nvSpPr>
          <p:cNvPr id="3" name="c3-text-198">
            <a:extLst xmlns:a="http://schemas.openxmlformats.org/drawingml/2006/main">
              <a:ext uri="{FF2B5EF4-FFF2-40B4-BE49-F238E27FC236}">
                <a16:creationId xmlns:a16="http://schemas.microsoft.com/office/drawing/2014/main" id="{995D87F9-1A81-4302-8088-C550F1F9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A1246824-BA07-4380-BE22-A6BA6D03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0">
            <a:extLst xmlns:a="http://schemas.openxmlformats.org/drawingml/2006/main">
              <a:ext uri="{FF2B5EF4-FFF2-40B4-BE49-F238E27FC236}">
                <a16:creationId xmlns:a16="http://schemas.microsoft.com/office/drawing/2014/main" id="{074FA171-AFED-4715-A8B1-246AD560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758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https://api.openweathermap.org/data/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/weather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?lat=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41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90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&amp;lon=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&amp;appid=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YOUR_KEY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&amp;units=metric</a:t>
            </a:r>
          </a:p>
        </p:txBody>
      </p:sp>
      <p:sp>
        <p:nvSpPr>
          <p:cNvPr id="6" name="c3-text-201">
            <a:extLst xmlns:a="http://schemas.openxmlformats.org/drawingml/2006/main">
              <a:ext uri="{FF2B5EF4-FFF2-40B4-BE49-F238E27FC236}">
                <a16:creationId xmlns:a16="http://schemas.microsoft.com/office/drawing/2014/main" id="{A0D83260-291E-4BDD-AD8E-62008778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JSON response contains the observation:</a:t>
            </a:r>
          </a:p>
        </p:txBody>
      </p:sp>
      <p:sp>
        <p:nvSpPr>
          <p:cNvPr id="7" name="c3-shape-202">
            <a:extLst xmlns:a="http://schemas.openxmlformats.org/drawingml/2006/main">
              <a:ext uri="{FF2B5EF4-FFF2-40B4-BE49-F238E27FC236}">
                <a16:creationId xmlns:a16="http://schemas.microsoft.com/office/drawing/2014/main" id="{F7F5B04C-F9B9-40FF-B48A-80707956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203">
            <a:extLst xmlns:a="http://schemas.openxmlformats.org/drawingml/2006/main">
              <a:ext uri="{FF2B5EF4-FFF2-40B4-BE49-F238E27FC236}">
                <a16:creationId xmlns:a16="http://schemas.microsoft.com/office/drawing/2014/main" id="{183DA0FB-525E-45C1-95BD-C6168958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758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"name"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"Rome"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"main"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"temp"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18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"weather"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"description"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 sky"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9" name="c3-text-377">
            <a:extLst xmlns:a="http://schemas.openxmlformats.org/drawingml/2006/main">
              <a:ext uri="{FF2B5EF4-FFF2-40B4-BE49-F238E27FC236}">
                <a16:creationId xmlns:a16="http://schemas.microsoft.com/office/drawing/2014/main" id="{8F96EF05-7517-44A7-B061-B9B26129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762103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4">
            <a:extLst xmlns:a="http://schemas.openxmlformats.org/drawingml/2006/main">
              <a:ext uri="{FF2B5EF4-FFF2-40B4-BE49-F238E27FC236}">
                <a16:creationId xmlns:a16="http://schemas.microsoft.com/office/drawing/2014/main" id="{A0F7FFB5-EB54-414D-88BD-8451DDB4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5">
            <a:extLst xmlns:a="http://schemas.openxmlformats.org/drawingml/2006/main">
              <a:ext uri="{FF2B5EF4-FFF2-40B4-BE49-F238E27FC236}">
                <a16:creationId xmlns:a16="http://schemas.microsoft.com/office/drawing/2014/main" id="{BF71233E-A622-4197-85FA-B7A0F5E3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[10] [11]</a:t>
            </a:r>
          </a:p>
        </p:txBody>
      </p:sp>
      <p:sp>
        <p:nvSpPr>
          <p:cNvPr id="3" name="c3-text-206">
            <a:extLst xmlns:a="http://schemas.openxmlformats.org/drawingml/2006/main">
              <a:ext uri="{FF2B5EF4-FFF2-40B4-BE49-F238E27FC236}">
                <a16:creationId xmlns:a16="http://schemas.microsoft.com/office/drawing/2014/main" id="{05919408-00FE-4F38-AA98-2BF4BAC2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7">
            <a:hlinkClick xmlns:r="http://schemas.openxmlformats.org/officeDocument/2006/relationships" xmlns:a="http://schemas.openxmlformats.org/drawingml/2006/main" r:id="Rdc7d99c376ab42fa"/>
            <a:extLst xmlns:a="http://schemas.openxmlformats.org/drawingml/2006/main">
              <a:ext uri="{FF2B5EF4-FFF2-40B4-BE49-F238E27FC236}">
                <a16:creationId xmlns:a16="http://schemas.microsoft.com/office/drawing/2014/main" id="{2BF49344-5443-4142-9825-E8149524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208">
            <a:extLst xmlns:a="http://schemas.openxmlformats.org/drawingml/2006/main">
              <a:ext uri="{FF2B5EF4-FFF2-40B4-BE49-F238E27FC236}">
                <a16:creationId xmlns:a16="http://schemas.microsoft.com/office/drawing/2014/main" id="{81E605C1-A2FE-4E69-B94A-7241B60D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209">
            <a:hlinkClick xmlns:r="http://schemas.openxmlformats.org/officeDocument/2006/relationships" xmlns:a="http://schemas.openxmlformats.org/drawingml/2006/main" r:id="Rf0b2491fc566462d"/>
            <a:extLst xmlns:a="http://schemas.openxmlformats.org/drawingml/2006/main">
              <a:ext uri="{FF2B5EF4-FFF2-40B4-BE49-F238E27FC236}">
                <a16:creationId xmlns:a16="http://schemas.microsoft.com/office/drawing/2014/main" id="{9BF52A9D-621C-4EBF-B9DB-FE07D56A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210">
            <a:extLst xmlns:a="http://schemas.openxmlformats.org/drawingml/2006/main">
              <a:ext uri="{FF2B5EF4-FFF2-40B4-BE49-F238E27FC236}">
                <a16:creationId xmlns:a16="http://schemas.microsoft.com/office/drawing/2014/main" id="{2A2A54B5-61B3-4F4B-8A97-DBCE8954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378">
            <a:extLst xmlns:a="http://schemas.openxmlformats.org/drawingml/2006/main">
              <a:ext uri="{FF2B5EF4-FFF2-40B4-BE49-F238E27FC236}">
                <a16:creationId xmlns:a16="http://schemas.microsoft.com/office/drawing/2014/main" id="{478CAA5A-F77D-42A6-B34C-42269B57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90094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1">
            <a:extLst xmlns:a="http://schemas.openxmlformats.org/drawingml/2006/main">
              <a:ext uri="{FF2B5EF4-FFF2-40B4-BE49-F238E27FC236}">
                <a16:creationId xmlns:a16="http://schemas.microsoft.com/office/drawing/2014/main" id="{A30E0DC5-DB79-4CDC-9B2B-8F86323D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2">
            <a:extLst xmlns:a="http://schemas.openxmlformats.org/drawingml/2006/main">
              <a:ext uri="{FF2B5EF4-FFF2-40B4-BE49-F238E27FC236}">
                <a16:creationId xmlns:a16="http://schemas.microsoft.com/office/drawing/2014/main" id="{35230DF7-9CA7-493B-83C5-6A0090DC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API Key</a:t>
            </a:r>
          </a:p>
        </p:txBody>
      </p:sp>
      <p:sp>
        <p:nvSpPr>
          <p:cNvPr id="3" name="c3-text-213">
            <a:extLst xmlns:a="http://schemas.openxmlformats.org/drawingml/2006/main">
              <a:ext uri="{FF2B5EF4-FFF2-40B4-BE49-F238E27FC236}">
                <a16:creationId xmlns:a16="http://schemas.microsoft.com/office/drawing/2014/main" id="{5D12CC8A-305F-44EC-9278-FB92296A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4">
            <a:extLst xmlns:a="http://schemas.openxmlformats.org/drawingml/2006/main">
              <a:ext uri="{FF2B5EF4-FFF2-40B4-BE49-F238E27FC236}">
                <a16:creationId xmlns:a16="http://schemas.microsoft.com/office/drawing/2014/main" id="{FAEE048E-4472-468A-9038-C444B29A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the key in a YAML file wherever you prefer.</a:t>
            </a:r>
          </a:p>
        </p:txBody>
      </p:sp>
      <p:sp>
        <p:nvSpPr>
          <p:cNvPr id="5" name="c3-shape-215">
            <a:extLst xmlns:a="http://schemas.openxmlformats.org/drawingml/2006/main">
              <a:ext uri="{FF2B5EF4-FFF2-40B4-BE49-F238E27FC236}">
                <a16:creationId xmlns:a16="http://schemas.microsoft.com/office/drawing/2014/main" id="{E6E6C50D-F331-4C59-AB01-8CBA2A81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16">
            <a:extLst xmlns:a="http://schemas.openxmlformats.org/drawingml/2006/main">
              <a:ext uri="{FF2B5EF4-FFF2-40B4-BE49-F238E27FC236}">
                <a16:creationId xmlns:a16="http://schemas.microsoft.com/office/drawing/2014/main" id="{61CE0EBE-F847-498F-8D52-F1BA2C11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api_key: </a:t>
            </a:r>
            <a:r>
              <a:rPr sz="18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"YOUR_OPENWEATHER_KEY"</a:t>
            </a:r>
          </a:p>
        </p:txBody>
      </p:sp>
      <p:sp>
        <p:nvSpPr>
          <p:cNvPr id="7" name="c3-text-217">
            <a:extLst xmlns:a="http://schemas.openxmlformats.org/drawingml/2006/main">
              <a:ext uri="{FF2B5EF4-FFF2-40B4-BE49-F238E27FC236}">
                <a16:creationId xmlns:a16="http://schemas.microsoft.com/office/drawing/2014/main" id="{F1E95217-068A-4501-B6A6-9CF2BE47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Tell Codex the file path so the weather agent can read it.</a:t>
            </a:r>
          </a:p>
        </p:txBody>
      </p:sp>
      <p:sp>
        <p:nvSpPr>
          <p:cNvPr id="8" name="c3-text-379">
            <a:extLst xmlns:a="http://schemas.openxmlformats.org/drawingml/2006/main">
              <a:ext uri="{FF2B5EF4-FFF2-40B4-BE49-F238E27FC236}">
                <a16:creationId xmlns:a16="http://schemas.microsoft.com/office/drawing/2014/main" id="{B501C82B-61AD-4E54-8548-78395FAF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263054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3-text-218">
            <a:extLst xmlns:a="http://schemas.openxmlformats.org/drawingml/2006/main">
              <a:ext uri="{FF2B5EF4-FFF2-40B4-BE49-F238E27FC236}">
                <a16:creationId xmlns:a16="http://schemas.microsoft.com/office/drawing/2014/main" id="{D4C8DC05-EDDD-498A-BFB9-1BF9B836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9">
            <a:extLst xmlns:a="http://schemas.openxmlformats.org/drawingml/2006/main">
              <a:ext uri="{FF2B5EF4-FFF2-40B4-BE49-F238E27FC236}">
                <a16:creationId xmlns:a16="http://schemas.microsoft.com/office/drawing/2014/main" id="{8EA650E5-AC09-41C0-99A5-E90B292F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[5] [6]</a:t>
            </a:r>
          </a:p>
        </p:txBody>
      </p:sp>
      <p:sp>
        <p:nvSpPr>
          <p:cNvPr id="3" name="c3-text-220">
            <a:extLst xmlns:a="http://schemas.openxmlformats.org/drawingml/2006/main">
              <a:ext uri="{FF2B5EF4-FFF2-40B4-BE49-F238E27FC236}">
                <a16:creationId xmlns:a16="http://schemas.microsoft.com/office/drawing/2014/main" id="{5B95AE81-AB0D-4CE0-B491-9C1AAED9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74b1b7631149e5"/>
          <a:stretch xmlns:a="http://schemas.openxmlformats.org/drawingml/2006/main"/>
        </p:blipFill>
        <p:spPr>
          <a:xfrm xmlns:a="http://schemas.openxmlformats.org/drawingml/2006/main">
            <a:off x="609600" y="1552575"/>
            <a:ext cx="685800" cy="6858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0c482ebf34529"/>
          <a:stretch xmlns:a="http://schemas.openxmlformats.org/drawingml/2006/main"/>
        </p:blipFill>
        <p:spPr>
          <a:xfrm xmlns:a="http://schemas.openxmlformats.org/drawingml/2006/main">
            <a:off x="4762500" y="1552575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6" name="c3-text-221">
            <a:extLst xmlns:a="http://schemas.openxmlformats.org/drawingml/2006/main">
              <a:ext uri="{FF2B5EF4-FFF2-40B4-BE49-F238E27FC236}">
                <a16:creationId xmlns:a16="http://schemas.microsoft.com/office/drawing/2014/main" id="{D8AAFF63-4773-45BB-84F0-667DC4EE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7" name="c3-text-222">
            <a:extLst xmlns:a="http://schemas.openxmlformats.org/drawingml/2006/main">
              <a:ext uri="{FF2B5EF4-FFF2-40B4-BE49-F238E27FC236}">
                <a16:creationId xmlns:a16="http://schemas.microsoft.com/office/drawing/2014/main" id="{1552318E-FABF-4190-9A64-71051C14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8" name="c3-text-223">
            <a:extLst xmlns:a="http://schemas.openxmlformats.org/drawingml/2006/main">
              <a:ext uri="{FF2B5EF4-FFF2-40B4-BE49-F238E27FC236}">
                <a16:creationId xmlns:a16="http://schemas.microsoft.com/office/drawing/2014/main" id="{CB3F1789-7001-49FE-9C8E-6CFA4E26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9" name="c3-text-224">
            <a:extLst xmlns:a="http://schemas.openxmlformats.org/drawingml/2006/main">
              <a:ext uri="{FF2B5EF4-FFF2-40B4-BE49-F238E27FC236}">
                <a16:creationId xmlns:a16="http://schemas.microsoft.com/office/drawing/2014/main" id="{96AC6874-B372-4830-8BAB-750CC322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0" name="c3-text-225">
            <a:extLst xmlns:a="http://schemas.openxmlformats.org/drawingml/2006/main">
              <a:ext uri="{FF2B5EF4-FFF2-40B4-BE49-F238E27FC236}">
                <a16:creationId xmlns:a16="http://schemas.microsoft.com/office/drawing/2014/main" id="{9FDE820A-9812-4266-9219-F64D052B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Claude models to explore a codebase, edit files and run terminal commands.</a:t>
            </a:r>
          </a:p>
        </p:txBody>
      </p:sp>
      <p:sp>
        <p:nvSpPr>
          <p:cNvPr id="11" name="c3-text-226">
            <a:extLst xmlns:a="http://schemas.openxmlformats.org/drawingml/2006/main">
              <a:ext uri="{FF2B5EF4-FFF2-40B4-BE49-F238E27FC236}">
                <a16:creationId xmlns:a16="http://schemas.microsoft.com/office/drawing/2014/main" id="{B654915E-7AB1-4A45-B778-379F1751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OpenAI models to write, review and change code with the context in your editor.</a:t>
            </a:r>
          </a:p>
        </p:txBody>
      </p:sp>
      <p:sp>
        <p:nvSpPr>
          <p:cNvPr id="12" name="c3-text-227">
            <a:extLst xmlns:a="http://schemas.openxmlformats.org/drawingml/2006/main">
              <a:ext uri="{FF2B5EF4-FFF2-40B4-BE49-F238E27FC236}">
                <a16:creationId xmlns:a16="http://schemas.microsoft.com/office/drawing/2014/main" id="{D4F75C5F-B8FD-4F2F-9EAE-A4CD0F1A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Terminal and VS Code extension</a:t>
            </a:r>
          </a:p>
        </p:txBody>
      </p:sp>
      <p:sp>
        <p:nvSpPr>
          <p:cNvPr id="13" name="c3-text-228">
            <a:extLst xmlns:a="http://schemas.openxmlformats.org/drawingml/2006/main">
              <a:ext uri="{FF2B5EF4-FFF2-40B4-BE49-F238E27FC236}">
                <a16:creationId xmlns:a16="http://schemas.microsoft.com/office/drawing/2014/main" id="{BB9D3DBF-9F4C-433E-AA75-CECF0919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VS Code extension and CLI</a:t>
            </a:r>
          </a:p>
        </p:txBody>
      </p:sp>
      <p:sp>
        <p:nvSpPr>
          <p:cNvPr id="14" name="c3-text-229">
            <a:hlinkClick xmlns:r="http://schemas.openxmlformats.org/officeDocument/2006/relationships" xmlns:a="http://schemas.openxmlformats.org/drawingml/2006/main" r:id="Re09a2e67c39b4641"/>
            <a:extLst xmlns:a="http://schemas.openxmlformats.org/drawingml/2006/main">
              <a:ext uri="{FF2B5EF4-FFF2-40B4-BE49-F238E27FC236}">
                <a16:creationId xmlns:a16="http://schemas.microsoft.com/office/drawing/2014/main" id="{4FD21AD3-F97A-4207-BF0D-66A65776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claude.com/claude-code</a:t>
            </a:r>
          </a:p>
        </p:txBody>
      </p:sp>
      <p:sp>
        <p:nvSpPr>
          <p:cNvPr id="15" name="c3-text-230">
            <a:hlinkClick xmlns:r="http://schemas.openxmlformats.org/officeDocument/2006/relationships" xmlns:a="http://schemas.openxmlformats.org/drawingml/2006/main" r:id="R65a5f9e2bb044a4d"/>
            <a:extLst xmlns:a="http://schemas.openxmlformats.org/drawingml/2006/main">
              <a:ext uri="{FF2B5EF4-FFF2-40B4-BE49-F238E27FC236}">
                <a16:creationId xmlns:a16="http://schemas.microsoft.com/office/drawing/2014/main" id="{F6715CBD-C2BC-45CE-BF7B-710C779D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openai.com/codex</a:t>
            </a:r>
          </a:p>
        </p:txBody>
      </p:sp>
      <p:sp>
        <p:nvSpPr>
          <p:cNvPr id="16" name="c3-text-231">
            <a:extLst xmlns:a="http://schemas.openxmlformats.org/drawingml/2006/main">
              <a:ext uri="{FF2B5EF4-FFF2-40B4-BE49-F238E27FC236}">
                <a16:creationId xmlns:a16="http://schemas.microsoft.com/office/drawing/2014/main" id="{AF37FCEF-032C-47FA-B4BF-B3347CB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Describe a goal, inspect the edits and try the result.</a:t>
            </a:r>
          </a:p>
        </p:txBody>
      </p:sp>
      <p:sp>
        <p:nvSpPr>
          <p:cNvPr id="17" name="c3-text-380">
            <a:extLst xmlns:a="http://schemas.openxmlformats.org/drawingml/2006/main">
              <a:ext uri="{FF2B5EF4-FFF2-40B4-BE49-F238E27FC236}">
                <a16:creationId xmlns:a16="http://schemas.microsoft.com/office/drawing/2014/main" id="{EAA14C90-4A22-44B6-BBF1-DA3A88BE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988516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32">
            <a:extLst xmlns:a="http://schemas.openxmlformats.org/drawingml/2006/main">
              <a:ext uri="{FF2B5EF4-FFF2-40B4-BE49-F238E27FC236}">
                <a16:creationId xmlns:a16="http://schemas.microsoft.com/office/drawing/2014/main" id="{7F25E01C-CAE8-4471-AFE6-6DBB980E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3">
            <a:extLst xmlns:a="http://schemas.openxmlformats.org/drawingml/2006/main">
              <a:ext uri="{FF2B5EF4-FFF2-40B4-BE49-F238E27FC236}">
                <a16:creationId xmlns:a16="http://schemas.microsoft.com/office/drawing/2014/main" id="{88C784CE-DDEF-4CD1-8FFF-FBFB237E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Codex in VS Code [5] [13]</a:t>
            </a:r>
          </a:p>
        </p:txBody>
      </p:sp>
      <p:sp>
        <p:nvSpPr>
          <p:cNvPr id="3" name="c3-text-234">
            <a:extLst xmlns:a="http://schemas.openxmlformats.org/drawingml/2006/main">
              <a:ext uri="{FF2B5EF4-FFF2-40B4-BE49-F238E27FC236}">
                <a16:creationId xmlns:a16="http://schemas.microsoft.com/office/drawing/2014/main" id="{ACA59675-C82E-4099-810B-23755D0B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5">
            <a:extLst xmlns:a="http://schemas.openxmlformats.org/drawingml/2006/main">
              <a:ext uri="{FF2B5EF4-FFF2-40B4-BE49-F238E27FC236}">
                <a16:creationId xmlns:a16="http://schemas.microsoft.com/office/drawing/2014/main" id="{52CF0449-F450-4F1C-837B-0BBA2509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Extensions (Ctrl+Shift+X) and search for Codex.</a:t>
            </a:r>
          </a:p>
        </p:txBody>
      </p:sp>
      <p:sp>
        <p:nvSpPr>
          <p:cNvPr id="5" name="c3-text-236">
            <a:extLst xmlns:a="http://schemas.openxmlformats.org/drawingml/2006/main">
              <a:ext uri="{FF2B5EF4-FFF2-40B4-BE49-F238E27FC236}">
                <a16:creationId xmlns:a16="http://schemas.microsoft.com/office/drawing/2014/main" id="{3C2B4206-E492-4306-903F-5E7823DB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Install Codex, published by OpenAI.</a:t>
            </a:r>
          </a:p>
        </p:txBody>
      </p:sp>
      <p:sp>
        <p:nvSpPr>
          <p:cNvPr id="6" name="c3-text-237">
            <a:extLst xmlns:a="http://schemas.openxmlformats.org/drawingml/2006/main">
              <a:ext uri="{FF2B5EF4-FFF2-40B4-BE49-F238E27FC236}">
                <a16:creationId xmlns:a16="http://schemas.microsoft.com/office/drawing/2014/main" id="{8177A0B2-996E-485E-B83C-1F344894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Open the Codex panel and sign in with ChatGPT.</a:t>
            </a:r>
          </a:p>
        </p:txBody>
      </p:sp>
      <p:sp>
        <p:nvSpPr>
          <p:cNvPr id="7" name="c3-text-238">
            <a:extLst xmlns:a="http://schemas.openxmlformats.org/drawingml/2006/main">
              <a:ext uri="{FF2B5EF4-FFF2-40B4-BE49-F238E27FC236}">
                <a16:creationId xmlns:a16="http://schemas.microsoft.com/office/drawing/2014/main" id="{1FDD7393-07D6-4BF9-AC77-E96FD76F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4. Create and open an empty codex-demo folder. Start a chat.</a:t>
            </a:r>
          </a:p>
        </p:txBody>
      </p:sp>
      <p:sp>
        <p:nvSpPr>
          <p:cNvPr id="8" name="c3-text-239">
            <a:hlinkClick xmlns:r="http://schemas.openxmlformats.org/officeDocument/2006/relationships" xmlns:a="http://schemas.openxmlformats.org/drawingml/2006/main" r:id="R979406a725fe418e"/>
            <a:extLst xmlns:a="http://schemas.openxmlformats.org/drawingml/2006/main">
              <a:ext uri="{FF2B5EF4-FFF2-40B4-BE49-F238E27FC236}">
                <a16:creationId xmlns:a16="http://schemas.microsoft.com/office/drawing/2014/main" id="{D82A21C0-6088-499B-A9D0-E0703909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7924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official Codex extension</a:t>
            </a:r>
          </a:p>
        </p:txBody>
      </p:sp>
      <p:sp>
        <p:nvSpPr>
          <p:cNvPr id="9" name="c3-text-381">
            <a:extLst xmlns:a="http://schemas.openxmlformats.org/drawingml/2006/main">
              <a:ext uri="{FF2B5EF4-FFF2-40B4-BE49-F238E27FC236}">
                <a16:creationId xmlns:a16="http://schemas.microsoft.com/office/drawing/2014/main" id="{37531A38-F96A-45D1-AFBA-F934DE6A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967903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40">
            <a:extLst xmlns:a="http://schemas.openxmlformats.org/drawingml/2006/main">
              <a:ext uri="{FF2B5EF4-FFF2-40B4-BE49-F238E27FC236}">
                <a16:creationId xmlns:a16="http://schemas.microsoft.com/office/drawing/2014/main" id="{9F834EBB-BB6A-4D59-8C9F-14647F9B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1">
            <a:extLst xmlns:a="http://schemas.openxmlformats.org/drawingml/2006/main">
              <a:ext uri="{FF2B5EF4-FFF2-40B4-BE49-F238E27FC236}">
                <a16:creationId xmlns:a16="http://schemas.microsoft.com/office/drawing/2014/main" id="{D83C4D3A-DF87-43AC-A0A4-41C8323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 Demo: A Browser Game</a:t>
            </a:r>
          </a:p>
        </p:txBody>
      </p:sp>
      <p:sp>
        <p:nvSpPr>
          <p:cNvPr id="3" name="c3-text-242">
            <a:extLst xmlns:a="http://schemas.openxmlformats.org/drawingml/2006/main">
              <a:ext uri="{FF2B5EF4-FFF2-40B4-BE49-F238E27FC236}">
                <a16:creationId xmlns:a16="http://schemas.microsoft.com/office/drawing/2014/main" id="{259A7F50-CFBB-495D-A692-899214BA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3">
            <a:extLst xmlns:a="http://schemas.openxmlformats.org/drawingml/2006/main">
              <a:ext uri="{FF2B5EF4-FFF2-40B4-BE49-F238E27FC236}">
                <a16:creationId xmlns:a16="http://schemas.microsoft.com/office/drawing/2014/main" id="{5572BD5F-DB15-4A7D-86CF-7B51501B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in the empty codex-demo folder:</a:t>
            </a:r>
          </a:p>
        </p:txBody>
      </p:sp>
      <p:sp>
        <p:nvSpPr>
          <p:cNvPr id="5" name="c3-text-244">
            <a:extLst xmlns:a="http://schemas.openxmlformats.org/drawingml/2006/main">
              <a:ext uri="{FF2B5EF4-FFF2-40B4-BE49-F238E27FC236}">
                <a16:creationId xmlns:a16="http://schemas.microsoft.com/office/drawing/2014/main" id="{00565A1F-2E0B-4D7D-B774-A5AB3C4D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924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a simple, lightweight game in the style of {game style}.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Put HTML, CSS and JavaScript in one index.html file.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It should open directly in a browser.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 clear controls, a score and a restart button.</a:t>
            </a:r>
          </a:p>
        </p:txBody>
      </p:sp>
      <p:sp>
        <p:nvSpPr>
          <p:cNvPr id="6" name="c3-text-245">
            <a:extLst xmlns:a="http://schemas.openxmlformats.org/drawingml/2006/main">
              <a:ext uri="{FF2B5EF4-FFF2-40B4-BE49-F238E27FC236}">
                <a16:creationId xmlns:a16="http://schemas.microsoft.com/office/drawing/2014/main" id="{92A8AAB3-CF7C-49B9-8200-0517CAE7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a style: Snake, Pong, a platformer or an endless runner.</a:t>
            </a:r>
          </a:p>
        </p:txBody>
      </p:sp>
      <p:sp>
        <p:nvSpPr>
          <p:cNvPr id="7" name="c3-text-382">
            <a:extLst xmlns:a="http://schemas.openxmlformats.org/drawingml/2006/main">
              <a:ext uri="{FF2B5EF4-FFF2-40B4-BE49-F238E27FC236}">
                <a16:creationId xmlns:a16="http://schemas.microsoft.com/office/drawing/2014/main" id="{5B3EAB59-7ADA-4E4B-B5F7-DFA08567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07215042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246">
            <a:extLst xmlns:a="http://schemas.openxmlformats.org/drawingml/2006/main">
              <a:ext uri="{FF2B5EF4-FFF2-40B4-BE49-F238E27FC236}">
                <a16:creationId xmlns:a16="http://schemas.microsoft.com/office/drawing/2014/main" id="{1A4DC608-C4A8-41C1-A4BF-8E7DE8D3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7">
            <a:extLst xmlns:a="http://schemas.openxmlformats.org/drawingml/2006/main">
              <a:ext uri="{FF2B5EF4-FFF2-40B4-BE49-F238E27FC236}">
                <a16:creationId xmlns:a16="http://schemas.microsoft.com/office/drawing/2014/main" id="{F612F3EB-3F00-4E86-9D5D-C3515F59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Brain on ChatGPT [15]</a:t>
            </a:r>
          </a:p>
        </p:txBody>
      </p:sp>
      <p:sp>
        <p:nvSpPr>
          <p:cNvPr id="3" name="c3-text-248">
            <a:extLst xmlns:a="http://schemas.openxmlformats.org/drawingml/2006/main">
              <a:ext uri="{FF2B5EF4-FFF2-40B4-BE49-F238E27FC236}">
                <a16:creationId xmlns:a16="http://schemas.microsoft.com/office/drawing/2014/main" id="{BFDBCABB-87AC-48C9-9449-13664EDC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9">
            <a:extLst xmlns:a="http://schemas.openxmlformats.org/drawingml/2006/main">
              <a:ext uri="{FF2B5EF4-FFF2-40B4-BE49-F238E27FC236}">
                <a16:creationId xmlns:a16="http://schemas.microsoft.com/office/drawing/2014/main" id="{432F0A6F-5399-4997-80C8-17C89808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3025"/>
            <a:ext cx="7924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MIT-led study: 54 participants wrote essays while EEG recorded brain activity.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011e2c267d4770"/>
          <a:stretch xmlns:a="http://schemas.openxmlformats.org/drawingml/2006/main"/>
        </p:blipFill>
        <p:spPr>
          <a:xfrm xmlns:a="http://schemas.openxmlformats.org/drawingml/2006/main">
            <a:off x="609600" y="1828800"/>
            <a:ext cx="514350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c3-text-250">
            <a:extLst xmlns:a="http://schemas.openxmlformats.org/drawingml/2006/main">
              <a:ext uri="{FF2B5EF4-FFF2-40B4-BE49-F238E27FC236}">
                <a16:creationId xmlns:a16="http://schemas.microsoft.com/office/drawing/2014/main" id="{E20E36DC-2227-4D79-99D9-783CA91B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9547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ChatGPT group</a:t>
            </a:r>
          </a:p>
        </p:txBody>
      </p:sp>
      <p:sp>
        <p:nvSpPr>
          <p:cNvPr id="7" name="c3-text-251">
            <a:extLst xmlns:a="http://schemas.openxmlformats.org/drawingml/2006/main">
              <a:ext uri="{FF2B5EF4-FFF2-40B4-BE49-F238E27FC236}">
                <a16:creationId xmlns:a16="http://schemas.microsoft.com/office/drawing/2014/main" id="{BF51586B-4E36-4715-AB6E-47B76F52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24100"/>
            <a:ext cx="25336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Weaker EEG connectivity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than the other groups.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More difficulty quoting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their own text afterwards.</a:t>
            </a:r>
          </a:p>
        </p:txBody>
      </p:sp>
      <p:sp>
        <p:nvSpPr>
          <p:cNvPr id="8" name="c3-text-252">
            <a:hlinkClick xmlns:r="http://schemas.openxmlformats.org/officeDocument/2006/relationships" xmlns:a="http://schemas.openxmlformats.org/drawingml/2006/main" r:id="R99e6700529b04dfd"/>
            <a:extLst xmlns:a="http://schemas.openxmlformats.org/drawingml/2006/main">
              <a:ext uri="{FF2B5EF4-FFF2-40B4-BE49-F238E27FC236}">
                <a16:creationId xmlns:a16="http://schemas.microsoft.com/office/drawing/2014/main" id="{A2B1E3C5-1B03-4D02-AF98-3ADAB13D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75" b="0" u="sng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Kosmyna et al. (2025), Fig. 1 · CC BY-NC-SA</a:t>
            </a:r>
          </a:p>
        </p:txBody>
      </p:sp>
      <p:sp>
        <p:nvSpPr>
          <p:cNvPr id="9" name="c3-text-253">
            <a:extLst xmlns:a="http://schemas.openxmlformats.org/drawingml/2006/main">
              <a:ext uri="{FF2B5EF4-FFF2-40B4-BE49-F238E27FC236}">
                <a16:creationId xmlns:a16="http://schemas.microsoft.com/office/drawing/2014/main" id="{FC03DB23-5FB1-4F3F-BC65-A99A2839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792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Essay-writing preprint: EEG connectivity is not a direct measure of learning.</a:t>
            </a:r>
          </a:p>
        </p:txBody>
      </p:sp>
      <p:sp>
        <p:nvSpPr>
          <p:cNvPr id="10" name="c3-text-383">
            <a:extLst xmlns:a="http://schemas.openxmlformats.org/drawingml/2006/main">
              <a:ext uri="{FF2B5EF4-FFF2-40B4-BE49-F238E27FC236}">
                <a16:creationId xmlns:a16="http://schemas.microsoft.com/office/drawing/2014/main" id="{53C1C85E-65CB-4B14-B1E4-D509F41C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602641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3-text-254">
            <a:extLst xmlns:a="http://schemas.openxmlformats.org/drawingml/2006/main">
              <a:ext uri="{FF2B5EF4-FFF2-40B4-BE49-F238E27FC236}">
                <a16:creationId xmlns:a16="http://schemas.microsoft.com/office/drawing/2014/main" id="{DC2B67CA-F099-4C11-A078-BA4DF14D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5">
            <a:extLst xmlns:a="http://schemas.openxmlformats.org/drawingml/2006/main">
              <a:ext uri="{FF2B5EF4-FFF2-40B4-BE49-F238E27FC236}">
                <a16:creationId xmlns:a16="http://schemas.microsoft.com/office/drawing/2014/main" id="{4C5874CA-96D1-459C-B8A0-4760723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Speed and Learning</a:t>
            </a:r>
          </a:p>
        </p:txBody>
      </p:sp>
      <p:sp>
        <p:nvSpPr>
          <p:cNvPr id="3" name="c3-text-256">
            <a:extLst xmlns:a="http://schemas.openxmlformats.org/drawingml/2006/main">
              <a:ext uri="{FF2B5EF4-FFF2-40B4-BE49-F238E27FC236}">
                <a16:creationId xmlns:a16="http://schemas.microsoft.com/office/drawing/2014/main" id="{C7D0D34E-CA18-4FBD-A0E4-BA8D7670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7">
            <a:extLst xmlns:a="http://schemas.openxmlformats.org/drawingml/2006/main">
              <a:ext uri="{FF2B5EF4-FFF2-40B4-BE49-F238E27FC236}">
                <a16:creationId xmlns:a16="http://schemas.microsoft.com/office/drawing/2014/main" id="{9B3E7FE2-D234-473F-A892-6C2C3BBA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How much of the search and thinking do we do ourselves?</a:t>
            </a:r>
          </a:p>
        </p:txBody>
      </p:sp>
      <p:sp>
        <p:nvSpPr>
          <p:cNvPr id="5" name="c3-text-258">
            <a:extLst xmlns:a="http://schemas.openxmlformats.org/drawingml/2006/main">
              <a:ext uri="{FF2B5EF4-FFF2-40B4-BE49-F238E27FC236}">
                <a16:creationId xmlns:a16="http://schemas.microsoft.com/office/drawing/2014/main" id="{0E403EE5-C032-469B-B92E-1139B64D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Library</a:t>
            </a:r>
          </a:p>
        </p:txBody>
      </p:sp>
      <p:sp>
        <p:nvSpPr>
          <p:cNvPr id="6" name="c3-text-259">
            <a:extLst xmlns:a="http://schemas.openxmlformats.org/drawingml/2006/main">
              <a:ext uri="{FF2B5EF4-FFF2-40B4-BE49-F238E27FC236}">
                <a16:creationId xmlns:a16="http://schemas.microsoft.com/office/drawing/2014/main" id="{1E7D96A7-7BD1-4973-93D4-9998BF6C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Travel, meet a librarian,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find books, take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People, places and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unexpected discoveries.</a:t>
            </a:r>
          </a:p>
        </p:txBody>
      </p:sp>
      <p:sp>
        <p:nvSpPr>
          <p:cNvPr id="7" name="c3-text-260">
            <a:extLst xmlns:a="http://schemas.openxmlformats.org/drawingml/2006/main">
              <a:ext uri="{FF2B5EF4-FFF2-40B4-BE49-F238E27FC236}">
                <a16:creationId xmlns:a16="http://schemas.microsoft.com/office/drawing/2014/main" id="{B396C63B-5B16-4D6B-BD04-84FFCC69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 search</a:t>
            </a:r>
          </a:p>
        </p:txBody>
      </p:sp>
      <p:sp>
        <p:nvSpPr>
          <p:cNvPr id="8" name="c3-text-261">
            <a:extLst xmlns:a="http://schemas.openxmlformats.org/drawingml/2006/main">
              <a:ext uri="{FF2B5EF4-FFF2-40B4-BE49-F238E27FC236}">
                <a16:creationId xmlns:a16="http://schemas.microsoft.com/office/drawing/2014/main" id="{4C21758A-5138-49C2-B1B5-7D6E7B2F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Search, click, compare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sources and summarise.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Less travelling.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Still selecting and writing.</a:t>
            </a:r>
          </a:p>
        </p:txBody>
      </p:sp>
      <p:sp>
        <p:nvSpPr>
          <p:cNvPr id="9" name="c3-text-262">
            <a:extLst xmlns:a="http://schemas.openxmlformats.org/drawingml/2006/main">
              <a:ext uri="{FF2B5EF4-FFF2-40B4-BE49-F238E27FC236}">
                <a16:creationId xmlns:a16="http://schemas.microsoft.com/office/drawing/2014/main" id="{CE120C66-CA94-4E12-B767-F1CFDC5B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An AI answer</a:t>
            </a:r>
          </a:p>
        </p:txBody>
      </p:sp>
      <p:sp>
        <p:nvSpPr>
          <p:cNvPr id="10" name="c3-text-263">
            <a:extLst xmlns:a="http://schemas.openxmlformats.org/drawingml/2006/main">
              <a:ext uri="{FF2B5EF4-FFF2-40B4-BE49-F238E27FC236}">
                <a16:creationId xmlns:a16="http://schemas.microsoft.com/office/drawing/2014/main" id="{04418B4C-E8F6-4284-8854-3E73CAAE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synthesis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use it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Less practice if we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accept it unchanged.</a:t>
            </a:r>
          </a:p>
        </p:txBody>
      </p:sp>
      <p:sp>
        <p:nvSpPr>
          <p:cNvPr id="11" name="c3-text-264">
            <a:extLst xmlns:a="http://schemas.openxmlformats.org/drawingml/2006/main">
              <a:ext uri="{FF2B5EF4-FFF2-40B4-BE49-F238E27FC236}">
                <a16:creationId xmlns:a16="http://schemas.microsoft.com/office/drawing/2014/main" id="{D23E9552-59F2-41EA-A309-4D292D3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Faster answers can leave fewer opportunities to process and remember.</a:t>
            </a:r>
          </a:p>
        </p:txBody>
      </p:sp>
      <p:sp>
        <p:nvSpPr>
          <p:cNvPr id="12" name="c3-text-384">
            <a:extLst xmlns:a="http://schemas.openxmlformats.org/drawingml/2006/main">
              <a:ext uri="{FF2B5EF4-FFF2-40B4-BE49-F238E27FC236}">
                <a16:creationId xmlns:a16="http://schemas.microsoft.com/office/drawing/2014/main" id="{1361B75E-2364-4596-9048-C58F648B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11927495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265">
            <a:extLst xmlns:a="http://schemas.openxmlformats.org/drawingml/2006/main">
              <a:ext uri="{FF2B5EF4-FFF2-40B4-BE49-F238E27FC236}">
                <a16:creationId xmlns:a16="http://schemas.microsoft.com/office/drawing/2014/main" id="{65920A34-921C-474B-BBCE-B631B3CF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6">
            <a:extLst xmlns:a="http://schemas.openxmlformats.org/drawingml/2006/main">
              <a:ext uri="{FF2B5EF4-FFF2-40B4-BE49-F238E27FC236}">
                <a16:creationId xmlns:a16="http://schemas.microsoft.com/office/drawing/2014/main" id="{DF8043A7-4970-4A4D-82A5-5E3F80D3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Choosing What to Practise [16]</a:t>
            </a:r>
          </a:p>
        </p:txBody>
      </p:sp>
      <p:sp>
        <p:nvSpPr>
          <p:cNvPr id="3" name="c3-text-267">
            <a:extLst xmlns:a="http://schemas.openxmlformats.org/drawingml/2006/main">
              <a:ext uri="{FF2B5EF4-FFF2-40B4-BE49-F238E27FC236}">
                <a16:creationId xmlns:a16="http://schemas.microsoft.com/office/drawing/2014/main" id="{B901884E-FEC6-4A88-9804-E540AA7B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8">
            <a:extLst xmlns:a="http://schemas.openxmlformats.org/drawingml/2006/main">
              <a:ext uri="{FF2B5EF4-FFF2-40B4-BE49-F238E27FC236}">
                <a16:creationId xmlns:a16="http://schemas.microsoft.com/office/drawing/2014/main" id="{67AE4AEF-FD86-4CE1-92E9-5498A05C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What do I want to be able to do without AI?</a:t>
            </a:r>
          </a:p>
        </p:txBody>
      </p:sp>
      <p:sp>
        <p:nvSpPr>
          <p:cNvPr id="5" name="c3-text-269">
            <a:extLst xmlns:a="http://schemas.openxmlformats.org/drawingml/2006/main">
              <a:ext uri="{FF2B5EF4-FFF2-40B4-BE49-F238E27FC236}">
                <a16:creationId xmlns:a16="http://schemas.microsoft.com/office/drawing/2014/main" id="{EEE8F585-FE3A-40A3-8F32-3EFE06F0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task to finish</a:t>
            </a:r>
          </a:p>
        </p:txBody>
      </p:sp>
      <p:sp>
        <p:nvSpPr>
          <p:cNvPr id="6" name="c3-text-270">
            <a:extLst xmlns:a="http://schemas.openxmlformats.org/drawingml/2006/main">
              <a:ext uri="{FF2B5EF4-FFF2-40B4-BE49-F238E27FC236}">
                <a16:creationId xmlns:a16="http://schemas.microsoft.com/office/drawing/2014/main" id="{05C3086C-2266-4BCB-B30C-CEFA7F8E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486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Delegate routine steps.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 the result.</a:t>
            </a:r>
          </a:p>
        </p:txBody>
      </p:sp>
      <p:sp>
        <p:nvSpPr>
          <p:cNvPr id="7" name="c3-text-271">
            <a:extLst xmlns:a="http://schemas.openxmlformats.org/drawingml/2006/main">
              <a:ext uri="{FF2B5EF4-FFF2-40B4-BE49-F238E27FC236}">
                <a16:creationId xmlns:a16="http://schemas.microsoft.com/office/drawing/2014/main" id="{B4128AAD-BCAB-4553-9017-4BB36264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52675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skill to keep</a:t>
            </a:r>
          </a:p>
        </p:txBody>
      </p:sp>
      <p:sp>
        <p:nvSpPr>
          <p:cNvPr id="8" name="c3-text-272">
            <a:extLst xmlns:a="http://schemas.openxmlformats.org/drawingml/2006/main">
              <a:ext uri="{FF2B5EF4-FFF2-40B4-BE49-F238E27FC236}">
                <a16:creationId xmlns:a16="http://schemas.microsoft.com/office/drawing/2014/main" id="{D7E69523-9E78-4D36-B661-42EAAA551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377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first. Ask for a hint.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Close the answer and explain it.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a similar problem later.</a:t>
            </a:r>
          </a:p>
        </p:txBody>
      </p:sp>
      <p:sp>
        <p:nvSpPr>
          <p:cNvPr id="9" name="c3-text-273">
            <a:extLst xmlns:a="http://schemas.openxmlformats.org/drawingml/2006/main">
              <a:ext uri="{FF2B5EF4-FFF2-40B4-BE49-F238E27FC236}">
                <a16:creationId xmlns:a16="http://schemas.microsoft.com/office/drawing/2014/main" id="{0EFC5528-72A4-4DBA-8F92-0B79FAB9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 can help create the practice: questions, hints and new examples.</a:t>
            </a:r>
          </a:p>
        </p:txBody>
      </p:sp>
      <p:sp>
        <p:nvSpPr>
          <p:cNvPr id="10" name="c3-text-385">
            <a:extLst xmlns:a="http://schemas.openxmlformats.org/drawingml/2006/main">
              <a:ext uri="{FF2B5EF4-FFF2-40B4-BE49-F238E27FC236}">
                <a16:creationId xmlns:a16="http://schemas.microsoft.com/office/drawing/2014/main" id="{BEB45C8E-6E74-496B-8589-7D208478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390873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74">
            <a:extLst xmlns:a="http://schemas.openxmlformats.org/drawingml/2006/main">
              <a:ext uri="{FF2B5EF4-FFF2-40B4-BE49-F238E27FC236}">
                <a16:creationId xmlns:a16="http://schemas.microsoft.com/office/drawing/2014/main" id="{7489CBC2-4E74-4585-8AF1-250A8D76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5">
            <a:extLst xmlns:a="http://schemas.openxmlformats.org/drawingml/2006/main">
              <a:ext uri="{FF2B5EF4-FFF2-40B4-BE49-F238E27FC236}">
                <a16:creationId xmlns:a16="http://schemas.microsoft.com/office/drawing/2014/main" id="{D0BB73A0-2620-4114-AC6A-84FB4927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1: A Virtual Meteorologist</a:t>
            </a:r>
          </a:p>
        </p:txBody>
      </p:sp>
      <p:sp>
        <p:nvSpPr>
          <p:cNvPr id="3" name="c3-text-276">
            <a:extLst xmlns:a="http://schemas.openxmlformats.org/drawingml/2006/main">
              <a:ext uri="{FF2B5EF4-FFF2-40B4-BE49-F238E27FC236}">
                <a16:creationId xmlns:a16="http://schemas.microsoft.com/office/drawing/2014/main" id="{235078A6-DCEE-4DF0-A93E-5C47A9E4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7">
            <a:extLst xmlns:a="http://schemas.openxmlformats.org/drawingml/2006/main">
              <a:ext uri="{FF2B5EF4-FFF2-40B4-BE49-F238E27FC236}">
                <a16:creationId xmlns:a16="http://schemas.microsoft.com/office/drawing/2014/main" id="{65B30C25-B84D-4565-B0C3-A20247E6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course project and start from langgraph_avatar_agent.py.</a:t>
            </a:r>
          </a:p>
        </p:txBody>
      </p:sp>
      <p:sp>
        <p:nvSpPr>
          <p:cNvPr id="5" name="c3-text-278">
            <a:extLst xmlns:a="http://schemas.openxmlformats.org/drawingml/2006/main">
              <a:ext uri="{FF2B5EF4-FFF2-40B4-BE49-F238E27FC236}">
                <a16:creationId xmlns:a16="http://schemas.microsoft.com/office/drawing/2014/main" id="{BC17917D-ACDB-47D2-B27C-8DE59559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Codex to add current weather while keeping memory and animations.</a:t>
            </a:r>
          </a:p>
        </p:txBody>
      </p:sp>
      <p:sp>
        <p:nvSpPr>
          <p:cNvPr id="6" name="c3-text-279">
            <a:extLst xmlns:a="http://schemas.openxmlformats.org/drawingml/2006/main">
              <a:ext uri="{FF2B5EF4-FFF2-40B4-BE49-F238E27FC236}">
                <a16:creationId xmlns:a16="http://schemas.microsoft.com/office/drawing/2014/main" id="{E6EC67DD-7F8D-4732-A6E2-34365842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First version: spoken replies and avatar behaviour. Leave the board unused.</a:t>
            </a:r>
          </a:p>
        </p:txBody>
      </p:sp>
      <p:sp>
        <p:nvSpPr>
          <p:cNvPr id="7" name="c3-text-386">
            <a:extLst xmlns:a="http://schemas.openxmlformats.org/drawingml/2006/main">
              <a:ext uri="{FF2B5EF4-FFF2-40B4-BE49-F238E27FC236}">
                <a16:creationId xmlns:a16="http://schemas.microsoft.com/office/drawing/2014/main" id="{526FC688-FD61-4E23-B977-B74AF065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7182240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280">
            <a:extLst xmlns:a="http://schemas.openxmlformats.org/drawingml/2006/main">
              <a:ext uri="{FF2B5EF4-FFF2-40B4-BE49-F238E27FC236}">
                <a16:creationId xmlns:a16="http://schemas.microsoft.com/office/drawing/2014/main" id="{86A29A94-85DD-483A-81AA-D615DB3F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1">
            <a:extLst xmlns:a="http://schemas.openxmlformats.org/drawingml/2006/main">
              <a:ext uri="{FF2B5EF4-FFF2-40B4-BE49-F238E27FC236}">
                <a16:creationId xmlns:a16="http://schemas.microsoft.com/office/drawing/2014/main" id="{CF9C5BBE-4CB7-4B9F-9106-CEDC0DD9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Create the Weather Agent</a:t>
            </a:r>
          </a:p>
        </p:txBody>
      </p:sp>
      <p:sp>
        <p:nvSpPr>
          <p:cNvPr id="3" name="c3-text-282">
            <a:extLst xmlns:a="http://schemas.openxmlformats.org/drawingml/2006/main">
              <a:ext uri="{FF2B5EF4-FFF2-40B4-BE49-F238E27FC236}">
                <a16:creationId xmlns:a16="http://schemas.microsoft.com/office/drawing/2014/main" id="{0B5C84F3-CA42-4028-8B59-0A2F818B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3">
            <a:extLst xmlns:a="http://schemas.openxmlformats.org/drawingml/2006/main">
              <a:ext uri="{FF2B5EF4-FFF2-40B4-BE49-F238E27FC236}">
                <a16:creationId xmlns:a16="http://schemas.microsoft.com/office/drawing/2014/main" id="{2C2C3280-C6A5-4FBE-8C85-81964115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weather_avatar_agent.py from langgraph_avatar_agent.py.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OpenWeather for current-weather questions.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Read the key from the YAML file I specify.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Keep memory, animations and Clear conversation.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Speech: spoken words only, no emoji or written actions.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chat and message prompt templates.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Return whiteboard=None. Keep the original agent unchanged.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how to select and test the new agent.</a:t>
            </a:r>
          </a:p>
        </p:txBody>
      </p:sp>
      <p:sp>
        <p:nvSpPr>
          <p:cNvPr id="5" name="c3-text-284">
            <a:extLst xmlns:a="http://schemas.openxmlformats.org/drawingml/2006/main">
              <a:ext uri="{FF2B5EF4-FFF2-40B4-BE49-F238E27FC236}">
                <a16:creationId xmlns:a16="http://schemas.microsoft.com/office/drawing/2014/main" id="{347B83AD-B2FD-4F51-9FAC-DF71E948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Codex to explain its plan, then review the diff and run the avatar.</a:t>
            </a:r>
          </a:p>
        </p:txBody>
      </p:sp>
      <p:sp>
        <p:nvSpPr>
          <p:cNvPr id="6" name="c3-text-387">
            <a:extLst xmlns:a="http://schemas.openxmlformats.org/drawingml/2006/main">
              <a:ext uri="{FF2B5EF4-FFF2-40B4-BE49-F238E27FC236}">
                <a16:creationId xmlns:a16="http://schemas.microsoft.com/office/drawing/2014/main" id="{854B218C-4BC2-4BF0-9B44-895B6B14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90224188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85">
            <a:extLst xmlns:a="http://schemas.openxmlformats.org/drawingml/2006/main">
              <a:ext uri="{FF2B5EF4-FFF2-40B4-BE49-F238E27FC236}">
                <a16:creationId xmlns:a16="http://schemas.microsoft.com/office/drawing/2014/main" id="{2070984C-DC2C-4E70-A839-5C560D3A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6">
            <a:extLst xmlns:a="http://schemas.openxmlformats.org/drawingml/2006/main">
              <a:ext uri="{FF2B5EF4-FFF2-40B4-BE49-F238E27FC236}">
                <a16:creationId xmlns:a16="http://schemas.microsoft.com/office/drawing/2014/main" id="{D0FEF06A-FD5F-44F9-9531-B78790A4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Test the First Weather Agent</a:t>
            </a:r>
          </a:p>
        </p:txBody>
      </p:sp>
      <p:sp>
        <p:nvSpPr>
          <p:cNvPr id="3" name="c3-text-287">
            <a:extLst xmlns:a="http://schemas.openxmlformats.org/drawingml/2006/main">
              <a:ext uri="{FF2B5EF4-FFF2-40B4-BE49-F238E27FC236}">
                <a16:creationId xmlns:a16="http://schemas.microsoft.com/office/drawing/2014/main" id="{97129ED0-67F8-4D2B-BA08-125838AD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8">
            <a:extLst xmlns:a="http://schemas.openxmlformats.org/drawingml/2006/main">
              <a:ext uri="{FF2B5EF4-FFF2-40B4-BE49-F238E27FC236}">
                <a16:creationId xmlns:a16="http://schemas.microsoft.com/office/drawing/2014/main" id="{98A53CE3-90FD-4132-8A67-FDD211DD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Introduce yourself, then ask the avatar to recall your name.</a:t>
            </a:r>
          </a:p>
        </p:txBody>
      </p:sp>
      <p:sp>
        <p:nvSpPr>
          <p:cNvPr id="5" name="c3-text-289">
            <a:extLst xmlns:a="http://schemas.openxmlformats.org/drawingml/2006/main">
              <a:ext uri="{FF2B5EF4-FFF2-40B4-BE49-F238E27FC236}">
                <a16:creationId xmlns:a16="http://schemas.microsoft.com/office/drawing/2014/main" id="{D3ABE8A0-2796-4C90-BD93-BB8BC409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Rome, Italy. Follow with: What about Milan?</a:t>
            </a:r>
          </a:p>
        </p:txBody>
      </p:sp>
      <p:sp>
        <p:nvSpPr>
          <p:cNvPr id="6" name="c3-text-290">
            <a:extLst xmlns:a="http://schemas.openxmlformats.org/drawingml/2006/main">
              <a:ext uri="{FF2B5EF4-FFF2-40B4-BE49-F238E27FC236}">
                <a16:creationId xmlns:a16="http://schemas.microsoft.com/office/drawing/2014/main" id="{7533713F-3E5B-4DA3-BD5D-53070D2E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greeting and check the animation. Clear and retry.</a:t>
            </a:r>
          </a:p>
        </p:txBody>
      </p:sp>
      <p:sp>
        <p:nvSpPr>
          <p:cNvPr id="7" name="c3-text-291">
            <a:extLst xmlns:a="http://schemas.openxmlformats.org/drawingml/2006/main">
              <a:ext uri="{FF2B5EF4-FFF2-40B4-BE49-F238E27FC236}">
                <a16:creationId xmlns:a16="http://schemas.microsoft.com/office/drawing/2014/main" id="{D6EFD4F1-3784-4DF8-80AC-C30AB61B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an API failure. The first version does not update the board.</a:t>
            </a:r>
          </a:p>
        </p:txBody>
      </p:sp>
      <p:sp>
        <p:nvSpPr>
          <p:cNvPr id="8" name="c3-text-388">
            <a:extLst xmlns:a="http://schemas.openxmlformats.org/drawingml/2006/main">
              <a:ext uri="{FF2B5EF4-FFF2-40B4-BE49-F238E27FC236}">
                <a16:creationId xmlns:a16="http://schemas.microsoft.com/office/drawing/2014/main" id="{B9AF62FB-1071-4016-97F9-AB5C4BAD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09980374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92">
            <a:extLst xmlns:a="http://schemas.openxmlformats.org/drawingml/2006/main">
              <a:ext uri="{FF2B5EF4-FFF2-40B4-BE49-F238E27FC236}">
                <a16:creationId xmlns:a16="http://schemas.microsoft.com/office/drawing/2014/main" id="{72CA29B8-55F2-4018-914C-46CDBF61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93">
            <a:extLst xmlns:a="http://schemas.openxmlformats.org/drawingml/2006/main">
              <a:ext uri="{FF2B5EF4-FFF2-40B4-BE49-F238E27FC236}">
                <a16:creationId xmlns:a16="http://schemas.microsoft.com/office/drawing/2014/main" id="{9137EC94-38F0-4669-B3EB-0B5C8D27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Could We Use the Whiteboard?</a:t>
            </a:r>
          </a:p>
        </p:txBody>
      </p:sp>
      <p:sp>
        <p:nvSpPr>
          <p:cNvPr id="3" name="c3-text-294">
            <a:extLst xmlns:a="http://schemas.openxmlformats.org/drawingml/2006/main">
              <a:ext uri="{FF2B5EF4-FFF2-40B4-BE49-F238E27FC236}">
                <a16:creationId xmlns:a16="http://schemas.microsoft.com/office/drawing/2014/main" id="{F8EB8D48-8F9C-4634-9E57-93BF9DAD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95">
            <a:extLst xmlns:a="http://schemas.openxmlformats.org/drawingml/2006/main">
              <a:ext uri="{FF2B5EF4-FFF2-40B4-BE49-F238E27FC236}">
                <a16:creationId xmlns:a16="http://schemas.microsoft.com/office/drawing/2014/main" id="{AE860719-7D60-4C18-A0D3-39BF804F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weather presenter works. How could an image help?</a:t>
            </a:r>
          </a:p>
        </p:txBody>
      </p:sp>
      <p:sp>
        <p:nvSpPr>
          <p:cNvPr id="5" name="c3-text-296">
            <a:extLst xmlns:a="http://schemas.openxmlformats.org/drawingml/2006/main">
              <a:ext uri="{FF2B5EF4-FFF2-40B4-BE49-F238E27FC236}">
                <a16:creationId xmlns:a16="http://schemas.microsoft.com/office/drawing/2014/main" id="{6362401D-A577-4331-9DB3-D0ABA65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Show an image that represents the weather requested.</a:t>
            </a:r>
          </a:p>
        </p:txBody>
      </p:sp>
      <p:sp>
        <p:nvSpPr>
          <p:cNvPr id="6" name="c3-text-297">
            <a:extLst xmlns:a="http://schemas.openxmlformats.org/drawingml/2006/main">
              <a:ext uri="{FF2B5EF4-FFF2-40B4-BE49-F238E27FC236}">
                <a16:creationId xmlns:a16="http://schemas.microsoft.com/office/drawing/2014/main" id="{9A95B0E6-666E-49D2-8FE0-BDC1E7C9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Write your own Codex prompt to extend the agent.</a:t>
            </a:r>
          </a:p>
        </p:txBody>
      </p:sp>
      <p:sp>
        <p:nvSpPr>
          <p:cNvPr id="7" name="c3-text-389">
            <a:extLst xmlns:a="http://schemas.openxmlformats.org/drawingml/2006/main">
              <a:ext uri="{FF2B5EF4-FFF2-40B4-BE49-F238E27FC236}">
                <a16:creationId xmlns:a16="http://schemas.microsoft.com/office/drawing/2014/main" id="{0C4CDA72-CC9E-487E-844E-EEBF7BB7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6994956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98">
            <a:extLst xmlns:a="http://schemas.openxmlformats.org/drawingml/2006/main">
              <a:ext uri="{FF2B5EF4-FFF2-40B4-BE49-F238E27FC236}">
                <a16:creationId xmlns:a16="http://schemas.microsoft.com/office/drawing/2014/main" id="{8FEDD7D4-3CB5-49C3-B2AC-A1C3EC24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99">
            <a:extLst xmlns:a="http://schemas.openxmlformats.org/drawingml/2006/main">
              <a:ext uri="{FF2B5EF4-FFF2-40B4-BE49-F238E27FC236}">
                <a16:creationId xmlns:a16="http://schemas.microsoft.com/office/drawing/2014/main" id="{2447EB32-00DF-4BBA-B843-2741C742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Whiteboard Playground</a:t>
            </a:r>
          </a:p>
        </p:txBody>
      </p:sp>
      <p:sp>
        <p:nvSpPr>
          <p:cNvPr id="3" name="c3-text-300">
            <a:extLst xmlns:a="http://schemas.openxmlformats.org/drawingml/2006/main">
              <a:ext uri="{FF2B5EF4-FFF2-40B4-BE49-F238E27FC236}">
                <a16:creationId xmlns:a16="http://schemas.microsoft.com/office/drawing/2014/main" id="{D3B93DB3-DC01-4334-A3CF-72439745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01">
            <a:extLst xmlns:a="http://schemas.openxmlformats.org/drawingml/2006/main">
              <a:ext uri="{FF2B5EF4-FFF2-40B4-BE49-F238E27FC236}">
                <a16:creationId xmlns:a16="http://schemas.microsoft.com/office/drawing/2014/main" id="{08021425-506C-4786-A725-8CD3047E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an image and apply it to the avatar scene.</a:t>
            </a:r>
          </a:p>
        </p:txBody>
      </p:sp>
      <p:sp>
        <p:nvSpPr>
          <p:cNvPr id="5" name="c3-text-302">
            <a:extLst xmlns:a="http://schemas.openxmlformats.org/drawingml/2006/main">
              <a:ext uri="{FF2B5EF4-FFF2-40B4-BE49-F238E27FC236}">
                <a16:creationId xmlns:a16="http://schemas.microsoft.com/office/drawing/2014/main" id="{026053FC-4D36-4543-B46E-3B5F1B43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it, keep it unchanged, then clear it.</a:t>
            </a:r>
          </a:p>
        </p:txBody>
      </p:sp>
      <p:sp>
        <p:nvSpPr>
          <p:cNvPr id="6" name="c3-text-303">
            <a:extLst xmlns:a="http://schemas.openxmlformats.org/drawingml/2006/main">
              <a:ext uri="{FF2B5EF4-FFF2-40B4-BE49-F238E27FC236}">
                <a16:creationId xmlns:a16="http://schemas.microsoft.com/office/drawing/2014/main" id="{18AA89FC-FC41-4C4D-AFFE-7A5AA58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What would our weather agent need to automate?</a:t>
            </a:r>
          </a:p>
        </p:txBody>
      </p:sp>
      <p:sp>
        <p:nvSpPr>
          <p:cNvPr id="7" name="c3-text-390">
            <a:extLst xmlns:a="http://schemas.openxmlformats.org/drawingml/2006/main">
              <a:ext uri="{FF2B5EF4-FFF2-40B4-BE49-F238E27FC236}">
                <a16:creationId xmlns:a16="http://schemas.microsoft.com/office/drawing/2014/main" id="{84328598-0B83-41A8-A4D9-04E3B424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37035691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304">
            <a:extLst xmlns:a="http://schemas.openxmlformats.org/drawingml/2006/main">
              <a:ext uri="{FF2B5EF4-FFF2-40B4-BE49-F238E27FC236}">
                <a16:creationId xmlns:a16="http://schemas.microsoft.com/office/drawing/2014/main" id="{A67CAC13-D5CB-4622-B8FD-914D29EE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05">
            <a:extLst xmlns:a="http://schemas.openxmlformats.org/drawingml/2006/main">
              <a:ext uri="{FF2B5EF4-FFF2-40B4-BE49-F238E27FC236}">
                <a16:creationId xmlns:a16="http://schemas.microsoft.com/office/drawing/2014/main" id="{AACC1CA6-6C9C-4E02-8D5C-93AE1B5E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2: Write Your Own Prompt</a:t>
            </a:r>
          </a:p>
        </p:txBody>
      </p:sp>
      <p:sp>
        <p:nvSpPr>
          <p:cNvPr id="3" name="c3-text-306">
            <a:extLst xmlns:a="http://schemas.openxmlformats.org/drawingml/2006/main">
              <a:ext uri="{FF2B5EF4-FFF2-40B4-BE49-F238E27FC236}">
                <a16:creationId xmlns:a16="http://schemas.microsoft.com/office/drawing/2014/main" id="{BDEC8B19-11C5-4F61-9F64-95B58041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07">
            <a:extLst xmlns:a="http://schemas.openxmlformats.org/drawingml/2006/main">
              <a:ext uri="{FF2B5EF4-FFF2-40B4-BE49-F238E27FC236}">
                <a16:creationId xmlns:a16="http://schemas.microsoft.com/office/drawing/2014/main" id="{F65D0C50-56D2-41AF-BFDF-E7BE6A5B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to show a weather image on the whiteboard.</a:t>
            </a:r>
          </a:p>
        </p:txBody>
      </p:sp>
      <p:sp>
        <p:nvSpPr>
          <p:cNvPr id="5" name="c3-text-308">
            <a:extLst xmlns:a="http://schemas.openxmlformats.org/drawingml/2006/main">
              <a:ext uri="{FF2B5EF4-FFF2-40B4-BE49-F238E27FC236}">
                <a16:creationId xmlns:a16="http://schemas.microsoft.com/office/drawing/2014/main" id="{D166F9F4-449F-4E40-994E-65E7CCD4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Agent: virtual_human_project/vh_cognitive_architecture_server/</a:t>
            </a:r>
          </a:p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agents/Module_2/Chapter_03/weather_avatar_agent.py</a:t>
            </a:r>
          </a:p>
        </p:txBody>
      </p:sp>
      <p:sp>
        <p:nvSpPr>
          <p:cNvPr id="6" name="c3-text-309">
            <a:extLst xmlns:a="http://schemas.openxmlformats.org/drawingml/2006/main">
              <a:ext uri="{FF2B5EF4-FFF2-40B4-BE49-F238E27FC236}">
                <a16:creationId xmlns:a16="http://schemas.microsoft.com/office/drawing/2014/main" id="{37E01EBC-C267-4544-85FF-AD18A4D2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API: virtual_human_project/vh_embodiment_server/README.md</a:t>
            </a:r>
          </a:p>
        </p:txBody>
      </p:sp>
      <p:sp>
        <p:nvSpPr>
          <p:cNvPr id="7" name="c3-text-310">
            <a:extLst xmlns:a="http://schemas.openxmlformats.org/drawingml/2006/main">
              <a:ext uri="{FF2B5EF4-FFF2-40B4-BE49-F238E27FC236}">
                <a16:creationId xmlns:a16="http://schemas.microsoft.com/office/drawing/2014/main" id="{0FF73A6A-ECC1-4C24-BBEB-467A6666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Explain what already works and include your YAML file path.</a:t>
            </a:r>
          </a:p>
        </p:txBody>
      </p:sp>
      <p:sp>
        <p:nvSpPr>
          <p:cNvPr id="8" name="c3-text-391">
            <a:extLst xmlns:a="http://schemas.openxmlformats.org/drawingml/2006/main">
              <a:ext uri="{FF2B5EF4-FFF2-40B4-BE49-F238E27FC236}">
                <a16:creationId xmlns:a16="http://schemas.microsoft.com/office/drawing/2014/main" id="{D1AAEE6F-E145-4118-BF32-30BA24E8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7963965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311">
            <a:extLst xmlns:a="http://schemas.openxmlformats.org/drawingml/2006/main">
              <a:ext uri="{FF2B5EF4-FFF2-40B4-BE49-F238E27FC236}">
                <a16:creationId xmlns:a16="http://schemas.microsoft.com/office/drawing/2014/main" id="{E0DEB7A3-A18F-4964-BDC9-2A60F2BB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12">
            <a:extLst xmlns:a="http://schemas.openxmlformats.org/drawingml/2006/main">
              <a:ext uri="{FF2B5EF4-FFF2-40B4-BE49-F238E27FC236}">
                <a16:creationId xmlns:a16="http://schemas.microsoft.com/office/drawing/2014/main" id="{53D171E6-C43A-4A9D-9DAD-15A14FB4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313">
            <a:extLst xmlns:a="http://schemas.openxmlformats.org/drawingml/2006/main">
              <a:ext uri="{FF2B5EF4-FFF2-40B4-BE49-F238E27FC236}">
                <a16:creationId xmlns:a16="http://schemas.microsoft.com/office/drawing/2014/main" id="{2CB5A20F-7924-4AAA-97AD-406BD3F7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14">
            <a:hlinkClick xmlns:r="http://schemas.openxmlformats.org/officeDocument/2006/relationships" xmlns:a="http://schemas.openxmlformats.org/drawingml/2006/main" r:id="R163666ea716e4527"/>
            <a:extLst xmlns:a="http://schemas.openxmlformats.org/drawingml/2006/main">
              <a:ext uri="{FF2B5EF4-FFF2-40B4-BE49-F238E27FC236}">
                <a16:creationId xmlns:a16="http://schemas.microsoft.com/office/drawing/2014/main" id="{6762864E-1569-4858-B476-5DBD24EF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315">
            <a:hlinkClick xmlns:r="http://schemas.openxmlformats.org/officeDocument/2006/relationships" xmlns:a="http://schemas.openxmlformats.org/drawingml/2006/main" r:id="R9470337068f249c7"/>
            <a:extLst xmlns:a="http://schemas.openxmlformats.org/drawingml/2006/main">
              <a:ext uri="{FF2B5EF4-FFF2-40B4-BE49-F238E27FC236}">
                <a16:creationId xmlns:a16="http://schemas.microsoft.com/office/drawing/2014/main" id="{6A27CC55-8B9A-4F9D-8A10-8F36959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316">
            <a:extLst xmlns:a="http://schemas.openxmlformats.org/drawingml/2006/main">
              <a:ext uri="{FF2B5EF4-FFF2-40B4-BE49-F238E27FC236}">
                <a16:creationId xmlns:a16="http://schemas.microsoft.com/office/drawing/2014/main" id="{79A07130-00F2-40D1-AB95-3F8472CF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17">
            <a:hlinkClick xmlns:r="http://schemas.openxmlformats.org/officeDocument/2006/relationships" xmlns:a="http://schemas.openxmlformats.org/drawingml/2006/main" r:id="Rdd7a25257eb547a5"/>
            <a:extLst xmlns:a="http://schemas.openxmlformats.org/drawingml/2006/main">
              <a:ext uri="{FF2B5EF4-FFF2-40B4-BE49-F238E27FC236}">
                <a16:creationId xmlns:a16="http://schemas.microsoft.com/office/drawing/2014/main" id="{0B5C3E74-795F-4C86-8577-51B18A74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318">
            <a:hlinkClick xmlns:r="http://schemas.openxmlformats.org/officeDocument/2006/relationships" xmlns:a="http://schemas.openxmlformats.org/drawingml/2006/main" r:id="Ra8f329a3f71a4760"/>
            <a:extLst xmlns:a="http://schemas.openxmlformats.org/drawingml/2006/main">
              <a:ext uri="{FF2B5EF4-FFF2-40B4-BE49-F238E27FC236}">
                <a16:creationId xmlns:a16="http://schemas.microsoft.com/office/drawing/2014/main" id="{1C7B0936-3034-455C-B039-B3FB7451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319">
            <a:extLst xmlns:a="http://schemas.openxmlformats.org/drawingml/2006/main">
              <a:ext uri="{FF2B5EF4-FFF2-40B4-BE49-F238E27FC236}">
                <a16:creationId xmlns:a16="http://schemas.microsoft.com/office/drawing/2014/main" id="{70BE8226-DE93-4507-BFDF-4EA54A4B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20">
            <a:hlinkClick xmlns:r="http://schemas.openxmlformats.org/officeDocument/2006/relationships" xmlns:a="http://schemas.openxmlformats.org/drawingml/2006/main" r:id="Rbb2261abee6f481c"/>
            <a:extLst xmlns:a="http://schemas.openxmlformats.org/drawingml/2006/main">
              <a:ext uri="{FF2B5EF4-FFF2-40B4-BE49-F238E27FC236}">
                <a16:creationId xmlns:a16="http://schemas.microsoft.com/office/drawing/2014/main" id="{B6BB2FD6-9C19-4C16-A909-5B1A8499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321">
            <a:hlinkClick xmlns:r="http://schemas.openxmlformats.org/officeDocument/2006/relationships" xmlns:a="http://schemas.openxmlformats.org/drawingml/2006/main" r:id="R7d4d4e61603c4755"/>
            <a:extLst xmlns:a="http://schemas.openxmlformats.org/drawingml/2006/main">
              <a:ext uri="{FF2B5EF4-FFF2-40B4-BE49-F238E27FC236}">
                <a16:creationId xmlns:a16="http://schemas.microsoft.com/office/drawing/2014/main" id="{1B41CB7B-4D6F-4164-8D9B-2ECFF48A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322">
            <a:extLst xmlns:a="http://schemas.openxmlformats.org/drawingml/2006/main">
              <a:ext uri="{FF2B5EF4-FFF2-40B4-BE49-F238E27FC236}">
                <a16:creationId xmlns:a16="http://schemas.microsoft.com/office/drawing/2014/main" id="{B1CE2023-1F7B-4B80-B6CC-3EB7E126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23">
            <a:hlinkClick xmlns:r="http://schemas.openxmlformats.org/officeDocument/2006/relationships" xmlns:a="http://schemas.openxmlformats.org/drawingml/2006/main" r:id="Rd87b5483ee404e22"/>
            <a:extLst xmlns:a="http://schemas.openxmlformats.org/drawingml/2006/main">
              <a:ext uri="{FF2B5EF4-FFF2-40B4-BE49-F238E27FC236}">
                <a16:creationId xmlns:a16="http://schemas.microsoft.com/office/drawing/2014/main" id="{5FA5F41D-5BAA-433F-AB9A-AD3678DC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324">
            <a:hlinkClick xmlns:r="http://schemas.openxmlformats.org/officeDocument/2006/relationships" xmlns:a="http://schemas.openxmlformats.org/drawingml/2006/main" r:id="R4e9a8485d6354d83"/>
            <a:extLst xmlns:a="http://schemas.openxmlformats.org/drawingml/2006/main">
              <a:ext uri="{FF2B5EF4-FFF2-40B4-BE49-F238E27FC236}">
                <a16:creationId xmlns:a16="http://schemas.microsoft.com/office/drawing/2014/main" id="{3A66E1D3-12A1-4BA6-919F-F592F1EC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325">
            <a:hlinkClick xmlns:r="http://schemas.openxmlformats.org/officeDocument/2006/relationships" xmlns:a="http://schemas.openxmlformats.org/drawingml/2006/main" r:id="R8f7ed0d50ac7450e"/>
            <a:extLst xmlns:a="http://schemas.openxmlformats.org/drawingml/2006/main">
              <a:ext uri="{FF2B5EF4-FFF2-40B4-BE49-F238E27FC236}">
                <a16:creationId xmlns:a16="http://schemas.microsoft.com/office/drawing/2014/main" id="{306D2B54-D331-4401-AF88-D46787C4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in VS Code</a:t>
            </a:r>
          </a:p>
        </p:txBody>
      </p:sp>
      <p:sp>
        <p:nvSpPr>
          <p:cNvPr id="16" name="c3-text-326">
            <a:hlinkClick xmlns:r="http://schemas.openxmlformats.org/officeDocument/2006/relationships" xmlns:a="http://schemas.openxmlformats.org/drawingml/2006/main" r:id="R4f4155e0b74a42b5"/>
            <a:extLst xmlns:a="http://schemas.openxmlformats.org/drawingml/2006/main">
              <a:ext uri="{FF2B5EF4-FFF2-40B4-BE49-F238E27FC236}">
                <a16:creationId xmlns:a16="http://schemas.microsoft.com/office/drawing/2014/main" id="{B05376F0-77F7-4807-8B9E-0B46603E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 installation and editor workflow</a:t>
            </a:r>
          </a:p>
        </p:txBody>
      </p:sp>
      <p:sp>
        <p:nvSpPr>
          <p:cNvPr id="17" name="c3-shape-327">
            <a:extLst xmlns:a="http://schemas.openxmlformats.org/drawingml/2006/main">
              <a:ext uri="{FF2B5EF4-FFF2-40B4-BE49-F238E27FC236}">
                <a16:creationId xmlns:a16="http://schemas.microsoft.com/office/drawing/2014/main" id="{6E110A31-1535-4BB1-9D4A-704D24A6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28">
            <a:hlinkClick xmlns:r="http://schemas.openxmlformats.org/officeDocument/2006/relationships" xmlns:a="http://schemas.openxmlformats.org/drawingml/2006/main" r:id="R609e42a532fc4bd7"/>
            <a:extLst xmlns:a="http://schemas.openxmlformats.org/drawingml/2006/main">
              <a:ext uri="{FF2B5EF4-FFF2-40B4-BE49-F238E27FC236}">
                <a16:creationId xmlns:a16="http://schemas.microsoft.com/office/drawing/2014/main" id="{F7C0E45C-4849-44A1-A0D7-7743FC66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329">
            <a:hlinkClick xmlns:r="http://schemas.openxmlformats.org/officeDocument/2006/relationships" xmlns:a="http://schemas.openxmlformats.org/drawingml/2006/main" r:id="Re4c11159b68d4546"/>
            <a:extLst xmlns:a="http://schemas.openxmlformats.org/drawingml/2006/main">
              <a:ext uri="{FF2B5EF4-FFF2-40B4-BE49-F238E27FC236}">
                <a16:creationId xmlns:a16="http://schemas.microsoft.com/office/drawing/2014/main" id="{2A98BACA-216C-412B-8188-B031384C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330">
            <a:extLst xmlns:a="http://schemas.openxmlformats.org/drawingml/2006/main">
              <a:ext uri="{FF2B5EF4-FFF2-40B4-BE49-F238E27FC236}">
                <a16:creationId xmlns:a16="http://schemas.microsoft.com/office/drawing/2014/main" id="{84464823-A778-4622-9D96-3514DEAE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31">
            <a:hlinkClick xmlns:r="http://schemas.openxmlformats.org/officeDocument/2006/relationships" xmlns:a="http://schemas.openxmlformats.org/drawingml/2006/main" r:id="R1577260535264625"/>
            <a:extLst xmlns:a="http://schemas.openxmlformats.org/drawingml/2006/main">
              <a:ext uri="{FF2B5EF4-FFF2-40B4-BE49-F238E27FC236}">
                <a16:creationId xmlns:a16="http://schemas.microsoft.com/office/drawing/2014/main" id="{503AD6C9-5A46-42C1-9759-31CB555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332">
            <a:hlinkClick xmlns:r="http://schemas.openxmlformats.org/officeDocument/2006/relationships" xmlns:a="http://schemas.openxmlformats.org/drawingml/2006/main" r:id="R063df9d80d394b2f"/>
            <a:extLst xmlns:a="http://schemas.openxmlformats.org/drawingml/2006/main">
              <a:ext uri="{FF2B5EF4-FFF2-40B4-BE49-F238E27FC236}">
                <a16:creationId xmlns:a16="http://schemas.microsoft.com/office/drawing/2014/main" id="{23E33421-0C5A-451A-BC6D-45A3747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333">
            <a:extLst xmlns:a="http://schemas.openxmlformats.org/drawingml/2006/main">
              <a:ext uri="{FF2B5EF4-FFF2-40B4-BE49-F238E27FC236}">
                <a16:creationId xmlns:a16="http://schemas.microsoft.com/office/drawing/2014/main" id="{425AAB6D-6525-4EFE-8553-8771D257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34">
            <a:hlinkClick xmlns:r="http://schemas.openxmlformats.org/officeDocument/2006/relationships" xmlns:a="http://schemas.openxmlformats.org/drawingml/2006/main" r:id="Rc77f403449c94243"/>
            <a:extLst xmlns:a="http://schemas.openxmlformats.org/drawingml/2006/main">
              <a:ext uri="{FF2B5EF4-FFF2-40B4-BE49-F238E27FC236}">
                <a16:creationId xmlns:a16="http://schemas.microsoft.com/office/drawing/2014/main" id="{6742FAB9-956F-49B7-B616-C10BB448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335">
            <a:hlinkClick xmlns:r="http://schemas.openxmlformats.org/officeDocument/2006/relationships" xmlns:a="http://schemas.openxmlformats.org/drawingml/2006/main" r:id="R88febdd0f15946ea"/>
            <a:extLst xmlns:a="http://schemas.openxmlformats.org/drawingml/2006/main">
              <a:ext uri="{FF2B5EF4-FFF2-40B4-BE49-F238E27FC236}">
                <a16:creationId xmlns:a16="http://schemas.microsoft.com/office/drawing/2014/main" id="{9C3B7573-0FFC-4F19-8F3A-AFAC970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392">
            <a:extLst xmlns:a="http://schemas.openxmlformats.org/drawingml/2006/main">
              <a:ext uri="{FF2B5EF4-FFF2-40B4-BE49-F238E27FC236}">
                <a16:creationId xmlns:a16="http://schemas.microsoft.com/office/drawing/2014/main" id="{E12E19A1-024B-443A-B19A-96060520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3634246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336">
            <a:extLst xmlns:a="http://schemas.openxmlformats.org/drawingml/2006/main">
              <a:ext uri="{FF2B5EF4-FFF2-40B4-BE49-F238E27FC236}">
                <a16:creationId xmlns:a16="http://schemas.microsoft.com/office/drawing/2014/main" id="{9C9C7AE4-756E-4EDD-9832-1FB802CD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37">
            <a:extLst xmlns:a="http://schemas.openxmlformats.org/drawingml/2006/main">
              <a:ext uri="{FF2B5EF4-FFF2-40B4-BE49-F238E27FC236}">
                <a16:creationId xmlns:a16="http://schemas.microsoft.com/office/drawing/2014/main" id="{01B734AB-EC3F-485A-B2F2-58DC492F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338">
            <a:extLst xmlns:a="http://schemas.openxmlformats.org/drawingml/2006/main">
              <a:ext uri="{FF2B5EF4-FFF2-40B4-BE49-F238E27FC236}">
                <a16:creationId xmlns:a16="http://schemas.microsoft.com/office/drawing/2014/main" id="{5AFE7BED-1F58-4134-9406-7EA3DF1C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39">
            <a:hlinkClick xmlns:r="http://schemas.openxmlformats.org/officeDocument/2006/relationships" xmlns:a="http://schemas.openxmlformats.org/drawingml/2006/main" r:id="R5a6ca3495f2f42e2"/>
            <a:extLst xmlns:a="http://schemas.openxmlformats.org/drawingml/2006/main">
              <a:ext uri="{FF2B5EF4-FFF2-40B4-BE49-F238E27FC236}">
                <a16:creationId xmlns:a16="http://schemas.microsoft.com/office/drawing/2014/main" id="{62A42338-0C25-4DB9-9E5A-6F58EE90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340">
            <a:hlinkClick xmlns:r="http://schemas.openxmlformats.org/officeDocument/2006/relationships" xmlns:a="http://schemas.openxmlformats.org/drawingml/2006/main" r:id="R632b028f335d43b2"/>
            <a:extLst xmlns:a="http://schemas.openxmlformats.org/drawingml/2006/main">
              <a:ext uri="{FF2B5EF4-FFF2-40B4-BE49-F238E27FC236}">
                <a16:creationId xmlns:a16="http://schemas.microsoft.com/office/drawing/2014/main" id="{F81B01B3-1CA3-43D2-9A74-032B719A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341">
            <a:extLst xmlns:a="http://schemas.openxmlformats.org/drawingml/2006/main">
              <a:ext uri="{FF2B5EF4-FFF2-40B4-BE49-F238E27FC236}">
                <a16:creationId xmlns:a16="http://schemas.microsoft.com/office/drawing/2014/main" id="{7DC141CE-71D8-4062-8F13-B1FB0742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42">
            <a:hlinkClick xmlns:r="http://schemas.openxmlformats.org/officeDocument/2006/relationships" xmlns:a="http://schemas.openxmlformats.org/drawingml/2006/main" r:id="Rb8dedd6713a2453b"/>
            <a:extLst xmlns:a="http://schemas.openxmlformats.org/drawingml/2006/main">
              <a:ext uri="{FF2B5EF4-FFF2-40B4-BE49-F238E27FC236}">
                <a16:creationId xmlns:a16="http://schemas.microsoft.com/office/drawing/2014/main" id="{A09153CB-5294-4FAD-8BB8-98EC741B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OpenWeather account and keys</a:t>
            </a:r>
          </a:p>
        </p:txBody>
      </p:sp>
      <p:sp>
        <p:nvSpPr>
          <p:cNvPr id="8" name="c3-text-343">
            <a:hlinkClick xmlns:r="http://schemas.openxmlformats.org/officeDocument/2006/relationships" xmlns:a="http://schemas.openxmlformats.org/drawingml/2006/main" r:id="Rf662177216e44f80"/>
            <a:extLst xmlns:a="http://schemas.openxmlformats.org/drawingml/2006/main">
              <a:ext uri="{FF2B5EF4-FFF2-40B4-BE49-F238E27FC236}">
                <a16:creationId xmlns:a16="http://schemas.microsoft.com/office/drawing/2014/main" id="{10159315-08E6-4E28-B412-35ECE47E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9" name="c3-shape-344">
            <a:extLst xmlns:a="http://schemas.openxmlformats.org/drawingml/2006/main">
              <a:ext uri="{FF2B5EF4-FFF2-40B4-BE49-F238E27FC236}">
                <a16:creationId xmlns:a16="http://schemas.microsoft.com/office/drawing/2014/main" id="{F3F13E7F-2780-4C7A-83B2-EFC8B513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45">
            <a:hlinkClick xmlns:r="http://schemas.openxmlformats.org/officeDocument/2006/relationships" xmlns:a="http://schemas.openxmlformats.org/drawingml/2006/main" r:id="R190e15c3735a44a0"/>
            <a:extLst xmlns:a="http://schemas.openxmlformats.org/drawingml/2006/main">
              <a:ext uri="{FF2B5EF4-FFF2-40B4-BE49-F238E27FC236}">
                <a16:creationId xmlns:a16="http://schemas.microsoft.com/office/drawing/2014/main" id="{AFB229AB-35A3-45B2-ABD9-0669ECEF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free access</a:t>
            </a:r>
          </a:p>
        </p:txBody>
      </p:sp>
      <p:sp>
        <p:nvSpPr>
          <p:cNvPr id="11" name="c3-text-346">
            <a:hlinkClick xmlns:r="http://schemas.openxmlformats.org/officeDocument/2006/relationships" xmlns:a="http://schemas.openxmlformats.org/drawingml/2006/main" r:id="Rb3343d28429242c0"/>
            <a:extLst xmlns:a="http://schemas.openxmlformats.org/drawingml/2006/main">
              <a:ext uri="{FF2B5EF4-FFF2-40B4-BE49-F238E27FC236}">
                <a16:creationId xmlns:a16="http://schemas.microsoft.com/office/drawing/2014/main" id="{9FC91E17-E69B-469D-985C-BAFA30F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2" name="c3-shape-347">
            <a:extLst xmlns:a="http://schemas.openxmlformats.org/drawingml/2006/main">
              <a:ext uri="{FF2B5EF4-FFF2-40B4-BE49-F238E27FC236}">
                <a16:creationId xmlns:a16="http://schemas.microsoft.com/office/drawing/2014/main" id="{2C3E3BAF-D820-48BD-8893-0E2B22D9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48">
            <a:hlinkClick xmlns:r="http://schemas.openxmlformats.org/officeDocument/2006/relationships" xmlns:a="http://schemas.openxmlformats.org/drawingml/2006/main" r:id="R2daa92a03b9e4036"/>
            <a:extLst xmlns:a="http://schemas.openxmlformats.org/drawingml/2006/main">
              <a:ext uri="{FF2B5EF4-FFF2-40B4-BE49-F238E27FC236}">
                <a16:creationId xmlns:a16="http://schemas.microsoft.com/office/drawing/2014/main" id="{28A771B2-EA12-482A-B2F8-1688FC5D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[12] Claude Code in VS Code</a:t>
            </a:r>
          </a:p>
        </p:txBody>
      </p:sp>
      <p:sp>
        <p:nvSpPr>
          <p:cNvPr id="14" name="c3-text-349">
            <a:hlinkClick xmlns:r="http://schemas.openxmlformats.org/officeDocument/2006/relationships" xmlns:a="http://schemas.openxmlformats.org/drawingml/2006/main" r:id="R05bd27d255d043f2"/>
            <a:extLst xmlns:a="http://schemas.openxmlformats.org/drawingml/2006/main">
              <a:ext uri="{FF2B5EF4-FFF2-40B4-BE49-F238E27FC236}">
                <a16:creationId xmlns:a16="http://schemas.microsoft.com/office/drawing/2014/main" id="{4FEDA874-BBE9-44B8-823A-B6D2A198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Extension, editor context and reviewing edits</a:t>
            </a:r>
          </a:p>
        </p:txBody>
      </p:sp>
      <p:sp>
        <p:nvSpPr>
          <p:cNvPr id="15" name="c3-text-350">
            <a:hlinkClick xmlns:r="http://schemas.openxmlformats.org/officeDocument/2006/relationships" xmlns:a="http://schemas.openxmlformats.org/drawingml/2006/main" r:id="R79f4487cb4c74aa4"/>
            <a:extLst xmlns:a="http://schemas.openxmlformats.org/drawingml/2006/main">
              <a:ext uri="{FF2B5EF4-FFF2-40B4-BE49-F238E27FC236}">
                <a16:creationId xmlns:a16="http://schemas.microsoft.com/office/drawing/2014/main" id="{F3BBE7C1-17E6-4CF9-8952-07AA83D8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[13] Codex extension</a:t>
            </a:r>
          </a:p>
        </p:txBody>
      </p:sp>
      <p:sp>
        <p:nvSpPr>
          <p:cNvPr id="16" name="c3-text-351">
            <a:hlinkClick xmlns:r="http://schemas.openxmlformats.org/officeDocument/2006/relationships" xmlns:a="http://schemas.openxmlformats.org/drawingml/2006/main" r:id="R8dcc441f4635437b"/>
            <a:extLst xmlns:a="http://schemas.openxmlformats.org/drawingml/2006/main">
              <a:ext uri="{FF2B5EF4-FFF2-40B4-BE49-F238E27FC236}">
                <a16:creationId xmlns:a16="http://schemas.microsoft.com/office/drawing/2014/main" id="{2B4256AC-F60D-4A72-86DB-76BFB094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OpenAI extension on Visual Studio Marketplace</a:t>
            </a:r>
          </a:p>
        </p:txBody>
      </p:sp>
      <p:sp>
        <p:nvSpPr>
          <p:cNvPr id="17" name="c3-shape-352">
            <a:extLst xmlns:a="http://schemas.openxmlformats.org/drawingml/2006/main">
              <a:ext uri="{FF2B5EF4-FFF2-40B4-BE49-F238E27FC236}">
                <a16:creationId xmlns:a16="http://schemas.microsoft.com/office/drawing/2014/main" id="{FDB04AF2-D235-444F-9544-73B66290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53">
            <a:hlinkClick xmlns:r="http://schemas.openxmlformats.org/officeDocument/2006/relationships" xmlns:a="http://schemas.openxmlformats.org/drawingml/2006/main" r:id="R934d6e9893074991"/>
            <a:extLst xmlns:a="http://schemas.openxmlformats.org/drawingml/2006/main">
              <a:ext uri="{FF2B5EF4-FFF2-40B4-BE49-F238E27FC236}">
                <a16:creationId xmlns:a16="http://schemas.microsoft.com/office/drawing/2014/main" id="{736A4B11-A1EE-4539-A892-FFCA2A52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[14] Claude Code extension</a:t>
            </a:r>
          </a:p>
        </p:txBody>
      </p:sp>
      <p:sp>
        <p:nvSpPr>
          <p:cNvPr id="19" name="c3-text-354">
            <a:hlinkClick xmlns:r="http://schemas.openxmlformats.org/officeDocument/2006/relationships" xmlns:a="http://schemas.openxmlformats.org/drawingml/2006/main" r:id="R6f5182db3da04787"/>
            <a:extLst xmlns:a="http://schemas.openxmlformats.org/drawingml/2006/main">
              <a:ext uri="{FF2B5EF4-FFF2-40B4-BE49-F238E27FC236}">
                <a16:creationId xmlns:a16="http://schemas.microsoft.com/office/drawing/2014/main" id="{6AC136A8-3F84-49CB-B871-ED1D8FF3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Anthropic extension on Visual Studio Marketplace</a:t>
            </a:r>
          </a:p>
        </p:txBody>
      </p:sp>
      <p:sp>
        <p:nvSpPr>
          <p:cNvPr id="20" name="c3-shape-355">
            <a:extLst xmlns:a="http://schemas.openxmlformats.org/drawingml/2006/main">
              <a:ext uri="{FF2B5EF4-FFF2-40B4-BE49-F238E27FC236}">
                <a16:creationId xmlns:a16="http://schemas.microsoft.com/office/drawing/2014/main" id="{10D4C5EF-4957-4A9D-9086-F7421BB3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56">
            <a:hlinkClick xmlns:r="http://schemas.openxmlformats.org/officeDocument/2006/relationships" xmlns:a="http://schemas.openxmlformats.org/drawingml/2006/main" r:id="R0004bed7b3c547de"/>
            <a:extLst xmlns:a="http://schemas.openxmlformats.org/drawingml/2006/main">
              <a:ext uri="{FF2B5EF4-FFF2-40B4-BE49-F238E27FC236}">
                <a16:creationId xmlns:a16="http://schemas.microsoft.com/office/drawing/2014/main" id="{41F961E3-3609-4A73-A8FC-8765E8CB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[15] Kosmyna et al. (2025)</a:t>
            </a:r>
          </a:p>
        </p:txBody>
      </p:sp>
      <p:sp>
        <p:nvSpPr>
          <p:cNvPr id="22" name="c3-text-357">
            <a:hlinkClick xmlns:r="http://schemas.openxmlformats.org/officeDocument/2006/relationships" xmlns:a="http://schemas.openxmlformats.org/drawingml/2006/main" r:id="R461ecfff917f423b"/>
            <a:extLst xmlns:a="http://schemas.openxmlformats.org/drawingml/2006/main">
              <a:ext uri="{FF2B5EF4-FFF2-40B4-BE49-F238E27FC236}">
                <a16:creationId xmlns:a16="http://schemas.microsoft.com/office/drawing/2014/main" id="{7BB51AE0-35FE-41AE-B081-C273F1AD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Brain on ChatGPT: essay writing and EEG</a:t>
            </a:r>
          </a:p>
        </p:txBody>
      </p:sp>
      <p:sp>
        <p:nvSpPr>
          <p:cNvPr id="23" name="c3-shape-358">
            <a:extLst xmlns:a="http://schemas.openxmlformats.org/drawingml/2006/main">
              <a:ext uri="{FF2B5EF4-FFF2-40B4-BE49-F238E27FC236}">
                <a16:creationId xmlns:a16="http://schemas.microsoft.com/office/drawing/2014/main" id="{B8BEBDC8-B2CF-4FEA-8D83-7D8DBD2D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59">
            <a:hlinkClick xmlns:r="http://schemas.openxmlformats.org/officeDocument/2006/relationships" xmlns:a="http://schemas.openxmlformats.org/drawingml/2006/main" r:id="R4c3cc44b2da849d6"/>
            <a:extLst xmlns:a="http://schemas.openxmlformats.org/drawingml/2006/main">
              <a:ext uri="{FF2B5EF4-FFF2-40B4-BE49-F238E27FC236}">
                <a16:creationId xmlns:a16="http://schemas.microsoft.com/office/drawing/2014/main" id="{0E7E71B8-D98A-44CE-ADF6-0528FDA2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[16] Roediger &amp; Karpicke (2006)</a:t>
            </a:r>
          </a:p>
        </p:txBody>
      </p:sp>
      <p:sp>
        <p:nvSpPr>
          <p:cNvPr id="25" name="c3-text-360">
            <a:hlinkClick xmlns:r="http://schemas.openxmlformats.org/officeDocument/2006/relationships" xmlns:a="http://schemas.openxmlformats.org/drawingml/2006/main" r:id="R4854224f21df4268"/>
            <a:extLst xmlns:a="http://schemas.openxmlformats.org/drawingml/2006/main">
              <a:ext uri="{FF2B5EF4-FFF2-40B4-BE49-F238E27FC236}">
                <a16:creationId xmlns:a16="http://schemas.microsoft.com/office/drawing/2014/main" id="{84993979-3FBA-4D04-8D07-18D456F8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Retrieval practice and lasting recall</a:t>
            </a:r>
          </a:p>
        </p:txBody>
      </p:sp>
      <p:sp>
        <p:nvSpPr>
          <p:cNvPr id="26" name="c3-text-393">
            <a:extLst xmlns:a="http://schemas.openxmlformats.org/drawingml/2006/main">
              <a:ext uri="{FF2B5EF4-FFF2-40B4-BE49-F238E27FC236}">
                <a16:creationId xmlns:a16="http://schemas.microsoft.com/office/drawing/2014/main" id="{610DECC3-3BED-4464-9EB8-1286CB7E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1098802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2026-10-30T13:12:26.3400000Z</dcterms:created>
  <dcterms:modified xsi:type="dcterms:W3CDTF">2026-10-30T13:12:26.3400000Z</dcterms:modified>
</coreProperties>
</file>