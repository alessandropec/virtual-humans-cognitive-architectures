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d0bf4e5cbf4f16" /><Relationship Type="http://schemas.openxmlformats.org/officeDocument/2006/relationships/extended-properties" Target="/docProps/app.xml" Id="Recc5d2c3469b46c2" /><Relationship Type="http://schemas.openxmlformats.org/officeDocument/2006/relationships/officeDocument" Target="/ppt/presentation.xml" Id="Red02de2bb42745f3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f744e0ad6bbd4b37"/>
  </ns0:sldMasterIdLst>
  <ns0:sldIdLst>
    <ns0:sldId id="256" ns1:id="R5a885c014a164c54"/>
    <ns0:sldId id="257" ns1:id="Rc09975f80b624679"/>
    <ns0:sldId id="258" ns1:id="R5a13ea3c558346bf"/>
    <ns0:sldId id="259" ns1:id="Rdcdf3e3361ba4796"/>
    <ns0:sldId id="260" ns1:id="R0ac2f9ad1b7f4206"/>
    <ns0:sldId id="261" ns1:id="R2157f5e161aa4a7f"/>
    <ns0:sldId id="262" ns1:id="R214428c82c6a42a8"/>
    <ns0:sldId id="263" ns1:id="Ra09fab6991664dd7"/>
    <ns0:sldId id="264" ns1:id="R9ae80b12f55549ab"/>
    <ns0:sldId id="265" ns1:id="Rdc12723cc72a41c0"/>
    <ns0:sldId id="266" ns1:id="R32e58182e0f34919"/>
    <ns0:sldId id="267" ns1:id="R8128de6d619547b2"/>
    <ns0:sldId id="268" ns1:id="Rb09b566b46d4441e"/>
    <ns0:sldId id="269" ns1:id="R0ebf06942ef042d3"/>
    <ns0:sldId id="270" ns1:id="R294cf731e41b4089"/>
    <ns0:sldId id="271" ns1:id="Rf2618bc0608a49a2"/>
    <ns0:sldId id="272" ns1:id="Rb10f1b00143144c1"/>
    <ns0:sldId id="273" ns1:id="Re155a9801c434f2b"/>
    <ns0:sldId id="274" ns1:id="R28dc90f404664808"/>
    <ns0:sldId id="275" ns1:id="R7e0e71f108b74240"/>
    <ns0:sldId id="276" ns1:id="R6d4f63f3a1b046de"/>
    <ns0:sldId id="277" ns1:id="R2ed7d05d3c5a4619"/>
    <ns0:sldId id="278" ns1:id="R1f4892a9228e43ba"/>
    <ns0:sldId id="279" ns1:id="R5f6b7510888741d6"/>
    <ns0:sldId id="280" ns1:id="R9c185a9adceb4dd7"/>
    <ns0:sldId id="281" ns1:id="R3cfedfa521104b62"/>
    <ns0:sldId id="282" ns1:id="R6f824e1c29af4f3d"/>
    <ns0:sldId id="283" ns1:id="R0ed489c782dc4ecb"/>
    <ns0:sldId id="284" ns1:id="Rd03bc1d3699d41b8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36327a52c8034f6b" /><ns0:Relationship Type="http://schemas.openxmlformats.org/officeDocument/2006/relationships/slideMaster" Target="/ppt/slideMasters/slideMaster1.xml" Id="Rf744e0ad6bbd4b37" /><ns0:Relationship Type="http://schemas.openxmlformats.org/officeDocument/2006/relationships/presProps" Target="/ppt/presProps.xml" Id="Rb444be0fc7234248" /><ns0:Relationship Type="http://schemas.openxmlformats.org/officeDocument/2006/relationships/viewProps" Target="/ppt/viewProps.xml" Id="Rdcff1e811435493e" /><ns0:Relationship Type="http://schemas.openxmlformats.org/officeDocument/2006/relationships/tableStyles" Target="/ppt/tableStyles.xml" Id="Rd2fee2d113984896" /><ns0:Relationship Type="http://schemas.openxmlformats.org/officeDocument/2006/relationships/slide" Target="/ppt/slides/slide1.xml" Id="R5a885c014a164c54" /><ns0:Relationship Type="http://schemas.openxmlformats.org/officeDocument/2006/relationships/slide" Target="/ppt/slides/slide2.xml" Id="Rc09975f80b624679" /><ns0:Relationship Type="http://schemas.openxmlformats.org/officeDocument/2006/relationships/slide" Target="/ppt/slides/slide3.xml" Id="R5a13ea3c558346bf" /><ns0:Relationship Type="http://schemas.openxmlformats.org/officeDocument/2006/relationships/slide" Target="/ppt/slides/slide4.xml" Id="Rdcdf3e3361ba4796" /><ns0:Relationship Type="http://schemas.openxmlformats.org/officeDocument/2006/relationships/slide" Target="/ppt/slides/slide5.xml" Id="R0ac2f9ad1b7f4206" /><ns0:Relationship Type="http://schemas.openxmlformats.org/officeDocument/2006/relationships/slide" Target="/ppt/slides/slide6.xml" Id="R2157f5e161aa4a7f" /><ns0:Relationship Type="http://schemas.openxmlformats.org/officeDocument/2006/relationships/slide" Target="/ppt/slides/slide7.xml" Id="R214428c82c6a42a8" /><ns0:Relationship Type="http://schemas.openxmlformats.org/officeDocument/2006/relationships/slide" Target="/ppt/slides/slide8.xml" Id="Ra09fab6991664dd7" /><ns0:Relationship Type="http://schemas.openxmlformats.org/officeDocument/2006/relationships/slide" Target="/ppt/slides/slide9.xml" Id="R9ae80b12f55549ab" /><ns0:Relationship Type="http://schemas.openxmlformats.org/officeDocument/2006/relationships/slide" Target="/ppt/slides/slide10.xml" Id="Rdc12723cc72a41c0" /><ns0:Relationship Type="http://schemas.openxmlformats.org/officeDocument/2006/relationships/slide" Target="/ppt/slides/slide11.xml" Id="R32e58182e0f34919" /><ns0:Relationship Type="http://schemas.openxmlformats.org/officeDocument/2006/relationships/slide" Target="/ppt/slides/slide12.xml" Id="R8128de6d619547b2" /><ns0:Relationship Type="http://schemas.openxmlformats.org/officeDocument/2006/relationships/slide" Target="/ppt/slides/slide13.xml" Id="Rb09b566b46d4441e" /><ns0:Relationship Type="http://schemas.openxmlformats.org/officeDocument/2006/relationships/slide" Target="/ppt/slides/slide14.xml" Id="R0ebf06942ef042d3" /><ns0:Relationship Type="http://schemas.openxmlformats.org/officeDocument/2006/relationships/slide" Target="/ppt/slides/slide15.xml" Id="R294cf731e41b4089" /><ns0:Relationship Type="http://schemas.openxmlformats.org/officeDocument/2006/relationships/slide" Target="/ppt/slides/slide16.xml" Id="Rf2618bc0608a49a2" /><ns0:Relationship Type="http://schemas.openxmlformats.org/officeDocument/2006/relationships/slide" Target="/ppt/slides/slide17.xml" Id="Rb10f1b00143144c1" /><ns0:Relationship Type="http://schemas.openxmlformats.org/officeDocument/2006/relationships/slide" Target="/ppt/slides/slide18.xml" Id="Re155a9801c434f2b" /><ns0:Relationship Type="http://schemas.openxmlformats.org/officeDocument/2006/relationships/slide" Target="/ppt/slides/slide19.xml" Id="R28dc90f404664808" /><ns0:Relationship Type="http://schemas.openxmlformats.org/officeDocument/2006/relationships/slide" Target="/ppt/slides/slide20.xml" Id="R7e0e71f108b74240" /><ns0:Relationship Type="http://schemas.openxmlformats.org/officeDocument/2006/relationships/slide" Target="/ppt/slides/slide21.xml" Id="R6d4f63f3a1b046de" /><ns0:Relationship Type="http://schemas.openxmlformats.org/officeDocument/2006/relationships/slide" Target="/ppt/slides/slide22.xml" Id="R2ed7d05d3c5a4619" /><ns0:Relationship Type="http://schemas.openxmlformats.org/officeDocument/2006/relationships/slide" Target="/ppt/slides/slide23.xml" Id="R1f4892a9228e43ba" /><ns0:Relationship Type="http://schemas.openxmlformats.org/officeDocument/2006/relationships/slide" Target="/ppt/slides/slide24.xml" Id="R5f6b7510888741d6" /><ns0:Relationship Type="http://schemas.openxmlformats.org/officeDocument/2006/relationships/slide" Target="/ppt/slides/slide25.xml" Id="R9c185a9adceb4dd7" /><ns0:Relationship Type="http://schemas.openxmlformats.org/officeDocument/2006/relationships/slide" Target="/ppt/slides/slide26.xml" Id="R3cfedfa521104b62" /><ns0:Relationship Type="http://schemas.openxmlformats.org/officeDocument/2006/relationships/slide" Target="/ppt/slides/slide27.xml" Id="R6f824e1c29af4f3d" /><ns0:Relationship Type="http://schemas.openxmlformats.org/officeDocument/2006/relationships/slide" Target="/ppt/slides/slide28.xml" Id="R0ed489c782dc4ecb" /><ns0:Relationship Type="http://schemas.openxmlformats.org/officeDocument/2006/relationships/slide" Target="/ppt/slides/slide29.xml" Id="Rd03bc1d3699d41b8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d4a6ea6bf446b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bbc3d744ec45bc" /><Relationship Type="http://schemas.openxmlformats.org/officeDocument/2006/relationships/image" Target="/ppt/media/image.jpeg" Id="R1805e7c1b1814bb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5332ebac34ddd" /><Relationship Type="http://schemas.openxmlformats.org/officeDocument/2006/relationships/image" Target="/ppt/media/image.png" Id="Rb01d3167370448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c63622de3942e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14f0e380e241b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a33284c9bf4fd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38fc7699bc480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3ffaae99a64c6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05e7c1b1814bb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1d3167370448e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f64314c11c4bb6" /><Relationship Type="http://schemas.openxmlformats.org/officeDocument/2006/relationships/slideLayout" Target="/ppt/slideLayouts/slideLayout1.xml" Id="R2c5924c9214d49d1" /><Relationship Type="http://schemas.openxmlformats.org/officeDocument/2006/relationships/slideLayout" Target="/ppt/slideLayouts/slideLayout2.xml" Id="Ref21bb6f54954ccd" /><Relationship Type="http://schemas.openxmlformats.org/officeDocument/2006/relationships/slideLayout" Target="/ppt/slideLayouts/slideLayout3.xml" Id="R01efc0327f9943a0" /><Relationship Type="http://schemas.openxmlformats.org/officeDocument/2006/relationships/slideLayout" Target="/ppt/slideLayouts/slideLayout4.xml" Id="R82fc064d7d794227" /><Relationship Type="http://schemas.openxmlformats.org/officeDocument/2006/relationships/slideLayout" Target="/ppt/slideLayouts/slideLayout5.xml" Id="Rd990248199724df8" /><Relationship Type="http://schemas.openxmlformats.org/officeDocument/2006/relationships/slideLayout" Target="/ppt/slideLayouts/slideLayout6.xml" Id="Re5389871034f42ab" /><Relationship Type="http://schemas.openxmlformats.org/officeDocument/2006/relationships/slideLayout" Target="/ppt/slideLayouts/slideLayout7.xml" Id="R007cc68a224c48ec" /><Relationship Type="http://schemas.openxmlformats.org/officeDocument/2006/relationships/slideLayout" Target="/ppt/slideLayouts/slideLayout8.xml" Id="Rd1a75fd50a8944c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5924c9214d49d1"/>
    <p:sldLayoutId xmlns:r="http://schemas.openxmlformats.org/officeDocument/2006/relationships" id="2147483650" r:id="Ref21bb6f54954ccd"/>
    <p:sldLayoutId xmlns:r="http://schemas.openxmlformats.org/officeDocument/2006/relationships" id="2147483651" r:id="R01efc0327f9943a0"/>
    <p:sldLayoutId xmlns:r="http://schemas.openxmlformats.org/officeDocument/2006/relationships" id="2147483652" r:id="R82fc064d7d794227"/>
    <p:sldLayoutId xmlns:r="http://schemas.openxmlformats.org/officeDocument/2006/relationships" id="2147483653" r:id="Rd990248199724df8"/>
    <p:sldLayoutId xmlns:r="http://schemas.openxmlformats.org/officeDocument/2006/relationships" id="2147483654" r:id="Re5389871034f42ab"/>
    <p:sldLayoutId xmlns:r="http://schemas.openxmlformats.org/officeDocument/2006/relationships" id="2147483655" r:id="R007cc68a224c48ec"/>
    <p:sldLayoutId xmlns:r="http://schemas.openxmlformats.org/officeDocument/2006/relationships" id="2147483656" r:id="Rd1a75fd50a8944c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d5391ce162134257" /><ns0:Relationship Type="http://schemas.openxmlformats.org/officeDocument/2006/relationships/image" Target="/ppt/media/image2.png" Id="Rff9ba6db7b5745d7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d1c2d6fb984fea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5de628e603417e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2b24919d95d43d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8d5aa68145461e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fe5510f10540ad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1f326dfef6472b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a24fdc64894fa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d3b7bca48b4ce1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d325eb7df54422" /><ns0:Relationship Type="http://schemas.openxmlformats.org/officeDocument/2006/relationships/hyperlink" Target="../Code/clear_memory_together.md" TargetMode="External" Id="R6560ebd72c154015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cca2f86c2f47af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edb6ccf1924864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6f4a9d754f4927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854ac19c0f4fd6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05c9bdc8644b29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d8d411a81b4947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72ed5b32fd4248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1d0855e17f4ed5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5472e50ff04ab0" /><ns0:Relationship Type="http://schemas.openxmlformats.org/officeDocument/2006/relationships/hyperlink" Target="https://home.openweathermap.org/users/sign_up" TargetMode="External" Id="Rc3b2029f9386498b" /><ns0:Relationship Type="http://schemas.openxmlformats.org/officeDocument/2006/relationships/hyperlink" Target="https://home.openweathermap.org/api_keys" TargetMode="External" Id="R8c2732ea5d764dd5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29875d458749f1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4e0f155dfb4813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bc2e44960c4182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78fa1b23f84b8c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907499c0df64d4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1e92f3923cb46c0" /><ns0:Relationship Type="http://schemas.openxmlformats.org/officeDocument/2006/relationships/hyperlink" Target="../Code/weather_exercise.md" TargetMode="External" Id="R6b9f663814d24a26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2a9000e73654a4e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c776c521ab459d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99ab13d37a4309" /><ns0:Relationship Type="http://schemas.openxmlformats.org/officeDocument/2006/relationships/hyperlink" Target="https://docs.langchain.com/oss/python/langgraph/persistence" TargetMode="External" Id="R4a56e2cb27ae43cc" /><ns0:Relationship Type="http://schemas.openxmlformats.org/officeDocument/2006/relationships/hyperlink" Target="https://docs.langchain.com/oss/python/langgraph/persistence" TargetMode="External" Id="Rb77e2bfe62c84342" /><ns0:Relationship Type="http://schemas.openxmlformats.org/officeDocument/2006/relationships/hyperlink" Target="https://reference.langchain.com/python/langchain-ollama/chat_models/ChatOllama/with_structured_output" TargetMode="External" Id="R23e08e367b254ed1" /><ns0:Relationship Type="http://schemas.openxmlformats.org/officeDocument/2006/relationships/hyperlink" Target="https://reference.langchain.com/python/langchain-ollama/chat_models/ChatOllama/with_structured_output" TargetMode="External" Id="Ra8da6fa627984e17" /><ns0:Relationship Type="http://schemas.openxmlformats.org/officeDocument/2006/relationships/hyperlink" Target="https://reference.langchain.com/python/langchain-core/prompts/chat/ChatPromptTemplate" TargetMode="External" Id="R95051458062a4801" /><ns0:Relationship Type="http://schemas.openxmlformats.org/officeDocument/2006/relationships/hyperlink" Target="https://reference.langchain.com/python/langchain-core/prompts/chat/ChatPromptTemplate" TargetMode="External" Id="Re51544d34319451b" /><ns0:Relationship Type="http://schemas.openxmlformats.org/officeDocument/2006/relationships/hyperlink" Target="https://docs.langchain.com/oss/python/langgraph/workflows-agents" TargetMode="External" Id="R33a889be6f7140ad" /><ns0:Relationship Type="http://schemas.openxmlformats.org/officeDocument/2006/relationships/hyperlink" Target="https://docs.langchain.com/oss/python/langgraph/workflows-agents" TargetMode="External" Id="Rdea2f9a359e442ed" /><ns0:Relationship Type="http://schemas.openxmlformats.org/officeDocument/2006/relationships/hyperlink" Target="https://learn.chatgpt.com/docs/quickstart" TargetMode="External" Id="R24461bbc7c214b9c" /><ns0:Relationship Type="http://schemas.openxmlformats.org/officeDocument/2006/relationships/hyperlink" Target="https://learn.chatgpt.com/docs/quickstart" TargetMode="External" Id="R72b1525befcb4960" /><ns0:Relationship Type="http://schemas.openxmlformats.org/officeDocument/2006/relationships/hyperlink" Target="https://code.claude.com/docs/en/overview" TargetMode="External" Id="R304dcc68d7f349a0" /><ns0:Relationship Type="http://schemas.openxmlformats.org/officeDocument/2006/relationships/hyperlink" Target="https://code.claude.com/docs/en/overview" TargetMode="External" Id="R1c32f6d36e8449fc" /><ns0:Relationship Type="http://schemas.openxmlformats.org/officeDocument/2006/relationships/hyperlink" Target="https://openweathermap.org/api/current" TargetMode="External" Id="R071b65f89d104b80" /><ns0:Relationship Type="http://schemas.openxmlformats.org/officeDocument/2006/relationships/hyperlink" Target="https://openweathermap.org/api/current" TargetMode="External" Id="R5444c547246d419e" /><ns0:Relationship Type="http://schemas.openxmlformats.org/officeDocument/2006/relationships/hyperlink" Target="https://openweathermap.org/api/geocoding-api" TargetMode="External" Id="Rdd1399fbc67a4536" /><ns0:Relationship Type="http://schemas.openxmlformats.org/officeDocument/2006/relationships/hyperlink" Target="https://openweathermap.org/api/geocoding-api" TargetMode="External" Id="Rb4f0cb51752e4929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3001f6b45e456e" /><ns0:Relationship Type="http://schemas.openxmlformats.org/officeDocument/2006/relationships/hyperlink" Target="https://openweathermap.org/api/weather-conditions" TargetMode="External" Id="R2afc31127cde44d7" /><ns0:Relationship Type="http://schemas.openxmlformats.org/officeDocument/2006/relationships/hyperlink" Target="https://openweathermap.org/api/weather-conditions" TargetMode="External" Id="R6e5f68e7d8c84d94" /><ns0:Relationship Type="http://schemas.openxmlformats.org/officeDocument/2006/relationships/hyperlink" Target="https://learn.chatgpt.com/docs/pricing" TargetMode="External" Id="Re5ce6d8e6e3f412d" /><ns0:Relationship Type="http://schemas.openxmlformats.org/officeDocument/2006/relationships/hyperlink" Target="https://learn.chatgpt.com/docs/pricing" TargetMode="External" Id="Rd2ed65562ba14b39" /><ns0:Relationship Type="http://schemas.openxmlformats.org/officeDocument/2006/relationships/hyperlink" Target="https://openweathermap.org/faq" TargetMode="External" Id="R28936f43ad2545a2" /><ns0:Relationship Type="http://schemas.openxmlformats.org/officeDocument/2006/relationships/hyperlink" Target="https://openweathermap.org/faq" TargetMode="External" Id="Rbd91486e8af04e7a" /><ns0:Relationship Type="http://schemas.openxmlformats.org/officeDocument/2006/relationships/hyperlink" Target="https://openweathermap.org/price" TargetMode="External" Id="Rd0b555e2f5e64650" /><ns0:Relationship Type="http://schemas.openxmlformats.org/officeDocument/2006/relationships/hyperlink" Target="https://openweathermap.org/price" TargetMode="External" Id="Rc675c1806a294c84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ba6db7b5745d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Integration with the Virtual Human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3-text-311">
            <a:extLst xmlns:a="http://schemas.openxmlformats.org/drawingml/2006/main">
              <a:ext uri="{FF2B5EF4-FFF2-40B4-BE49-F238E27FC236}">
                <a16:creationId xmlns:a16="http://schemas.microsoft.com/office/drawing/2014/main" id="{700BA334-E24F-4085-9686-6AA93AB4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">
            <a:extLst xmlns:a="http://schemas.openxmlformats.org/drawingml/2006/main">
              <a:ext uri="{FF2B5EF4-FFF2-40B4-BE49-F238E27FC236}">
                <a16:creationId xmlns:a16="http://schemas.microsoft.com/office/drawing/2014/main" id="{7FB349B2-6ABC-4D0C-A364-DC7D880C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CA33B031-03B5-4302-BDF4-F64BABA9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Loop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A2C5582C-1F5E-4351-B11A-29858477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4">
            <a:extLst xmlns:a="http://schemas.openxmlformats.org/drawingml/2006/main">
              <a:ext uri="{FF2B5EF4-FFF2-40B4-BE49-F238E27FC236}">
                <a16:creationId xmlns:a16="http://schemas.microsoft.com/office/drawing/2014/main" id="{263FD247-C8C5-49C1-B5F6-E6428D29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5">
            <a:extLst xmlns:a="http://schemas.openxmlformats.org/drawingml/2006/main">
              <a:ext uri="{FF2B5EF4-FFF2-40B4-BE49-F238E27FC236}">
                <a16:creationId xmlns:a16="http://schemas.microsoft.com/office/drawing/2014/main" id="{E840D4B6-CF1A-44C7-8E27-B5188E0E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voice or text</a:t>
            </a:r>
          </a:p>
        </p:txBody>
      </p:sp>
      <p:sp>
        <p:nvSpPr>
          <p:cNvPr id="6" name="c3-shape-6">
            <a:extLst xmlns:a="http://schemas.openxmlformats.org/drawingml/2006/main">
              <a:ext uri="{FF2B5EF4-FFF2-40B4-BE49-F238E27FC236}">
                <a16:creationId xmlns:a16="http://schemas.microsoft.com/office/drawing/2014/main" id="{5FBC496A-D3E7-419B-BC4C-4D2D5BBA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7">
            <a:extLst xmlns:a="http://schemas.openxmlformats.org/drawingml/2006/main">
              <a:ext uri="{FF2B5EF4-FFF2-40B4-BE49-F238E27FC236}">
                <a16:creationId xmlns:a16="http://schemas.microsoft.com/office/drawing/2014/main" id="{D3C96ADC-F209-427F-B4F7-68067C92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">
            <a:extLst xmlns:a="http://schemas.openxmlformats.org/drawingml/2006/main">
              <a:ext uri="{FF2B5EF4-FFF2-40B4-BE49-F238E27FC236}">
                <a16:creationId xmlns:a16="http://schemas.microsoft.com/office/drawing/2014/main" id="{92D0F704-0317-46A1-9A12-F1972618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Embodiment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27D73994-E565-496D-AF04-0E7D6CD9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0">
            <a:extLst xmlns:a="http://schemas.openxmlformats.org/drawingml/2006/main">
              <a:ext uri="{FF2B5EF4-FFF2-40B4-BE49-F238E27FC236}">
                <a16:creationId xmlns:a16="http://schemas.microsoft.com/office/drawing/2014/main" id="{0340677D-D0E8-418A-A774-9B8129C8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51BA9A2C-E064-41B3-BF44-A363B650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Cognitive server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</p:txBody>
      </p:sp>
      <p:sp>
        <p:nvSpPr>
          <p:cNvPr id="12" name="c3-shape-12">
            <a:extLst xmlns:a="http://schemas.openxmlformats.org/drawingml/2006/main">
              <a:ext uri="{FF2B5EF4-FFF2-40B4-BE49-F238E27FC236}">
                <a16:creationId xmlns:a16="http://schemas.microsoft.com/office/drawing/2014/main" id="{AAC9B4FD-5B4B-4FD9-8608-812CBE24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33D7A73E-6A04-4E0A-A7C5-AA81482E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7DC06E1C-168F-4F26-8614-9FD675C4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LangGraph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5" name="c3-shape-15">
            <a:extLst xmlns:a="http://schemas.openxmlformats.org/drawingml/2006/main">
              <a:ext uri="{FF2B5EF4-FFF2-40B4-BE49-F238E27FC236}">
                <a16:creationId xmlns:a16="http://schemas.microsoft.com/office/drawing/2014/main" id="{58D45BA9-C646-4B29-9736-2BAC40A1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7924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c3-text-16">
            <a:extLst xmlns:a="http://schemas.openxmlformats.org/drawingml/2006/main">
              <a:ext uri="{FF2B5EF4-FFF2-40B4-BE49-F238E27FC236}">
                <a16:creationId xmlns:a16="http://schemas.microsoft.com/office/drawing/2014/main" id="{2C0B3E3F-E683-4DF9-9028-616146EC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696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AgentReply: speech_text, emotion, expression, gesture</a:t>
            </a:r>
          </a:p>
        </p:txBody>
      </p:sp>
      <p:sp>
        <p:nvSpPr>
          <p:cNvPr id="17" name="c3-text-17">
            <a:extLst xmlns:a="http://schemas.openxmlformats.org/drawingml/2006/main">
              <a:ext uri="{FF2B5EF4-FFF2-40B4-BE49-F238E27FC236}">
                <a16:creationId xmlns:a16="http://schemas.microsoft.com/office/drawing/2014/main" id="{CA9CD406-9BD2-41EE-A2B8-1122CC3A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reply travels back: the avatar speaks, moves and changes expression.</a:t>
            </a:r>
          </a:p>
        </p:txBody>
      </p:sp>
      <p:sp>
        <p:nvSpPr>
          <p:cNvPr id="18" name="c3-text-312">
            <a:extLst xmlns:a="http://schemas.openxmlformats.org/drawingml/2006/main">
              <a:ext uri="{FF2B5EF4-FFF2-40B4-BE49-F238E27FC236}">
                <a16:creationId xmlns:a16="http://schemas.microsoft.com/office/drawing/2014/main" id="{71200319-64A5-4D19-95AD-AD2B3CB2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917116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8">
            <a:extLst xmlns:a="http://schemas.openxmlformats.org/drawingml/2006/main">
              <a:ext uri="{FF2B5EF4-FFF2-40B4-BE49-F238E27FC236}">
                <a16:creationId xmlns:a16="http://schemas.microsoft.com/office/drawing/2014/main" id="{CCD46EDE-2C6C-4873-8D8C-4DC790FC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">
            <a:extLst xmlns:a="http://schemas.openxmlformats.org/drawingml/2006/main">
              <a:ext uri="{FF2B5EF4-FFF2-40B4-BE49-F238E27FC236}">
                <a16:creationId xmlns:a16="http://schemas.microsoft.com/office/drawing/2014/main" id="{3E22ED52-A18E-41D0-8C2D-101122F2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Stays the Same</a:t>
            </a:r>
          </a:p>
        </p:txBody>
      </p:sp>
      <p:sp>
        <p:nvSpPr>
          <p:cNvPr id="3" name="c3-text-20">
            <a:extLst xmlns:a="http://schemas.openxmlformats.org/drawingml/2006/main">
              <a:ext uri="{FF2B5EF4-FFF2-40B4-BE49-F238E27FC236}">
                <a16:creationId xmlns:a16="http://schemas.microsoft.com/office/drawing/2014/main" id="{DE678E85-E54A-471E-9C33-63F165E5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1">
            <a:extLst xmlns:a="http://schemas.openxmlformats.org/drawingml/2006/main">
              <a:ext uri="{FF2B5EF4-FFF2-40B4-BE49-F238E27FC236}">
                <a16:creationId xmlns:a16="http://schemas.microsoft.com/office/drawing/2014/main" id="{BCA45786-C0CC-4A56-98BD-E60369BA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2">
            <a:extLst xmlns:a="http://schemas.openxmlformats.org/drawingml/2006/main">
              <a:ext uri="{FF2B5EF4-FFF2-40B4-BE49-F238E27FC236}">
                <a16:creationId xmlns:a16="http://schemas.microsoft.com/office/drawing/2014/main" id="{28CCC64D-3267-494F-BF81-4C2B8D6D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3">
            <a:extLst xmlns:a="http://schemas.openxmlformats.org/drawingml/2006/main">
              <a:ext uri="{FF2B5EF4-FFF2-40B4-BE49-F238E27FC236}">
                <a16:creationId xmlns:a16="http://schemas.microsoft.com/office/drawing/2014/main" id="{A6300160-AFCB-440F-882A-95E8D7E5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Frontend</a:t>
            </a:r>
          </a:p>
        </p:txBody>
      </p:sp>
      <p:sp>
        <p:nvSpPr>
          <p:cNvPr id="7" name="c3-text-24">
            <a:extLst xmlns:a="http://schemas.openxmlformats.org/drawingml/2006/main">
              <a:ext uri="{FF2B5EF4-FFF2-40B4-BE49-F238E27FC236}">
                <a16:creationId xmlns:a16="http://schemas.microsoft.com/office/drawing/2014/main" id="{DE957555-09A9-4159-9038-6FAC34EC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Sends only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Plays the reply.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Unchanged.</a:t>
            </a:r>
          </a:p>
        </p:txBody>
      </p:sp>
      <p:sp>
        <p:nvSpPr>
          <p:cNvPr id="8" name="c3-shape-25">
            <a:extLst xmlns:a="http://schemas.openxmlformats.org/drawingml/2006/main">
              <a:ext uri="{FF2B5EF4-FFF2-40B4-BE49-F238E27FC236}">
                <a16:creationId xmlns:a16="http://schemas.microsoft.com/office/drawing/2014/main" id="{4B713937-6D2C-4B72-98FD-19CEE447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6">
            <a:extLst xmlns:a="http://schemas.openxmlformats.org/drawingml/2006/main">
              <a:ext uri="{FF2B5EF4-FFF2-40B4-BE49-F238E27FC236}">
                <a16:creationId xmlns:a16="http://schemas.microsoft.com/office/drawing/2014/main" id="{DF3986F6-26F8-4D6C-B768-06311444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7">
            <a:extLst xmlns:a="http://schemas.openxmlformats.org/drawingml/2006/main">
              <a:ext uri="{FF2B5EF4-FFF2-40B4-BE49-F238E27FC236}">
                <a16:creationId xmlns:a16="http://schemas.microsoft.com/office/drawing/2014/main" id="{42C7F2D2-69D9-43EB-B133-6A309A6E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Contract</a:t>
            </a:r>
          </a:p>
        </p:txBody>
      </p:sp>
      <p:sp>
        <p:nvSpPr>
          <p:cNvPr id="11" name="c3-text-28">
            <a:extLst xmlns:a="http://schemas.openxmlformats.org/drawingml/2006/main">
              <a:ext uri="{FF2B5EF4-FFF2-40B4-BE49-F238E27FC236}">
                <a16:creationId xmlns:a16="http://schemas.microsoft.com/office/drawing/2014/main" id="{ACCC9BDD-97A9-431F-BDFA-317ECD7F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→ AgentReply</a:t>
            </a:r>
          </a:p>
        </p:txBody>
      </p:sp>
      <p:sp>
        <p:nvSpPr>
          <p:cNvPr id="12" name="c3-shape-29">
            <a:extLst xmlns:a="http://schemas.openxmlformats.org/drawingml/2006/main">
              <a:ext uri="{FF2B5EF4-FFF2-40B4-BE49-F238E27FC236}">
                <a16:creationId xmlns:a16="http://schemas.microsoft.com/office/drawing/2014/main" id="{35E76938-D797-4507-8348-5C89BE55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30">
            <a:extLst xmlns:a="http://schemas.openxmlformats.org/drawingml/2006/main">
              <a:ext uri="{FF2B5EF4-FFF2-40B4-BE49-F238E27FC236}">
                <a16:creationId xmlns:a16="http://schemas.microsoft.com/office/drawing/2014/main" id="{F69542FF-61CB-44C5-9EE6-1D16F5D9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31">
            <a:extLst xmlns:a="http://schemas.openxmlformats.org/drawingml/2006/main">
              <a:ext uri="{FF2B5EF4-FFF2-40B4-BE49-F238E27FC236}">
                <a16:creationId xmlns:a16="http://schemas.microsoft.com/office/drawing/2014/main" id="{2D2E4B60-2794-4FF1-88F9-4B00B600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Server routes</a:t>
            </a:r>
          </a:p>
        </p:txBody>
      </p:sp>
      <p:sp>
        <p:nvSpPr>
          <p:cNvPr id="15" name="c3-text-32">
            <a:extLst xmlns:a="http://schemas.openxmlformats.org/drawingml/2006/main">
              <a:ext uri="{FF2B5EF4-FFF2-40B4-BE49-F238E27FC236}">
                <a16:creationId xmlns:a16="http://schemas.microsoft.com/office/drawing/2014/main" id="{EC7F429A-1D07-4067-8BA4-DDBFA216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/agent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</p:txBody>
      </p:sp>
      <p:sp>
        <p:nvSpPr>
          <p:cNvPr id="16" name="c3-shape-33">
            <a:extLst xmlns:a="http://schemas.openxmlformats.org/drawingml/2006/main">
              <a:ext uri="{FF2B5EF4-FFF2-40B4-BE49-F238E27FC236}">
                <a16:creationId xmlns:a16="http://schemas.microsoft.com/office/drawing/2014/main" id="{8F682A89-E421-410D-8CB4-6ECEB0CE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34">
            <a:extLst xmlns:a="http://schemas.openxmlformats.org/drawingml/2006/main">
              <a:ext uri="{FF2B5EF4-FFF2-40B4-BE49-F238E27FC236}">
                <a16:creationId xmlns:a16="http://schemas.microsoft.com/office/drawing/2014/main" id="{7F8FFC36-98BE-4D6F-8D64-D49EE818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 is a backend decision: select another agent import.</a:t>
            </a:r>
          </a:p>
        </p:txBody>
      </p:sp>
      <p:sp>
        <p:nvSpPr>
          <p:cNvPr id="18" name="c3-text-313">
            <a:extLst xmlns:a="http://schemas.openxmlformats.org/drawingml/2006/main">
              <a:ext uri="{FF2B5EF4-FFF2-40B4-BE49-F238E27FC236}">
                <a16:creationId xmlns:a16="http://schemas.microsoft.com/office/drawing/2014/main" id="{F0ACEADB-5DD0-4EEE-AFA5-4D8F483B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558524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35">
            <a:extLst xmlns:a="http://schemas.openxmlformats.org/drawingml/2006/main">
              <a:ext uri="{FF2B5EF4-FFF2-40B4-BE49-F238E27FC236}">
                <a16:creationId xmlns:a16="http://schemas.microsoft.com/office/drawing/2014/main" id="{28D14139-76C4-4C45-B39E-AB443AFD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6">
            <a:extLst xmlns:a="http://schemas.openxmlformats.org/drawingml/2006/main">
              <a:ext uri="{FF2B5EF4-FFF2-40B4-BE49-F238E27FC236}">
                <a16:creationId xmlns:a16="http://schemas.microsoft.com/office/drawing/2014/main" id="{0C0CDB44-7185-4F77-97ED-761F29CA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Graph Behind response() [1]</a:t>
            </a:r>
          </a:p>
        </p:txBody>
      </p:sp>
      <p:sp>
        <p:nvSpPr>
          <p:cNvPr id="3" name="c3-text-37">
            <a:extLst xmlns:a="http://schemas.openxmlformats.org/drawingml/2006/main">
              <a:ext uri="{FF2B5EF4-FFF2-40B4-BE49-F238E27FC236}">
                <a16:creationId xmlns:a16="http://schemas.microsoft.com/office/drawing/2014/main" id="{250892EA-0053-4BBD-B014-72FECF18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38">
            <a:extLst xmlns:a="http://schemas.openxmlformats.org/drawingml/2006/main">
              <a:ext uri="{FF2B5EF4-FFF2-40B4-BE49-F238E27FC236}">
                <a16:creationId xmlns:a16="http://schemas.microsoft.com/office/drawing/2014/main" id="{7B4DD530-979B-4154-8D01-E025F0A5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39">
            <a:extLst xmlns:a="http://schemas.openxmlformats.org/drawingml/2006/main">
              <a:ext uri="{FF2B5EF4-FFF2-40B4-BE49-F238E27FC236}">
                <a16:creationId xmlns:a16="http://schemas.microsoft.com/office/drawing/2014/main" id="{8C482767-37C9-4BD5-AA3B-4F6B043E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40">
            <a:extLst xmlns:a="http://schemas.openxmlformats.org/drawingml/2006/main">
              <a:ext uri="{FF2B5EF4-FFF2-40B4-BE49-F238E27FC236}">
                <a16:creationId xmlns:a16="http://schemas.microsoft.com/office/drawing/2014/main" id="{DD9C2746-DA6E-4859-A052-50C756AE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41">
            <a:extLst xmlns:a="http://schemas.openxmlformats.org/drawingml/2006/main">
              <a:ext uri="{FF2B5EF4-FFF2-40B4-BE49-F238E27FC236}">
                <a16:creationId xmlns:a16="http://schemas.microsoft.com/office/drawing/2014/main" id="{1D567940-CA84-41E7-92A0-BE1B0662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42">
            <a:extLst xmlns:a="http://schemas.openxmlformats.org/drawingml/2006/main">
              <a:ext uri="{FF2B5EF4-FFF2-40B4-BE49-F238E27FC236}">
                <a16:creationId xmlns:a16="http://schemas.microsoft.com/office/drawing/2014/main" id="{9A228F0B-C61F-45D2-98F8-FB7C1D2B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2343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respond</a:t>
            </a:r>
          </a:p>
        </p:txBody>
      </p:sp>
      <p:sp>
        <p:nvSpPr>
          <p:cNvPr id="9" name="c3-shape-43">
            <a:extLst xmlns:a="http://schemas.openxmlformats.org/drawingml/2006/main">
              <a:ext uri="{FF2B5EF4-FFF2-40B4-BE49-F238E27FC236}">
                <a16:creationId xmlns:a16="http://schemas.microsoft.com/office/drawing/2014/main" id="{1F3E7394-C867-49B2-9B2B-6E655530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44">
            <a:extLst xmlns:a="http://schemas.openxmlformats.org/drawingml/2006/main">
              <a:ext uri="{FF2B5EF4-FFF2-40B4-BE49-F238E27FC236}">
                <a16:creationId xmlns:a16="http://schemas.microsoft.com/office/drawing/2014/main" id="{8A051018-23A1-4A2F-AB67-3D0C64E9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text-45">
            <a:extLst xmlns:a="http://schemas.openxmlformats.org/drawingml/2006/main">
              <a:ext uri="{FF2B5EF4-FFF2-40B4-BE49-F238E27FC236}">
                <a16:creationId xmlns:a16="http://schemas.microsoft.com/office/drawing/2014/main" id="{F030A811-69C5-45C9-B789-5A2B5D8E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2" name="c3-shape-46">
            <a:extLst xmlns:a="http://schemas.openxmlformats.org/drawingml/2006/main">
              <a:ext uri="{FF2B5EF4-FFF2-40B4-BE49-F238E27FC236}">
                <a16:creationId xmlns:a16="http://schemas.microsoft.com/office/drawing/2014/main" id="{73727DC8-C830-4B30-98EA-32666BD6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6572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text-47">
            <a:extLst xmlns:a="http://schemas.openxmlformats.org/drawingml/2006/main">
              <a:ext uri="{FF2B5EF4-FFF2-40B4-BE49-F238E27FC236}">
                <a16:creationId xmlns:a16="http://schemas.microsoft.com/office/drawing/2014/main" id="{A4FEEF68-9184-4B81-B8C5-A39C8384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634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InMemorySaver checkpointer · thread_id = "avatar"</a:t>
            </a:r>
          </a:p>
        </p:txBody>
      </p:sp>
      <p:sp>
        <p:nvSpPr>
          <p:cNvPr id="14" name="c3-text-48">
            <a:extLst xmlns:a="http://schemas.openxmlformats.org/drawingml/2006/main">
              <a:ext uri="{FF2B5EF4-FFF2-40B4-BE49-F238E27FC236}">
                <a16:creationId xmlns:a16="http://schemas.microsoft.com/office/drawing/2014/main" id="{9E6CF68C-ACB5-4741-AFBB-3CA0ABBF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respond: prompt template + recent messages → ModelReply</a:t>
            </a:r>
          </a:p>
        </p:txBody>
      </p:sp>
      <p:sp>
        <p:nvSpPr>
          <p:cNvPr id="15" name="c3-text-314">
            <a:extLst xmlns:a="http://schemas.openxmlformats.org/drawingml/2006/main">
              <a:ext uri="{FF2B5EF4-FFF2-40B4-BE49-F238E27FC236}">
                <a16:creationId xmlns:a16="http://schemas.microsoft.com/office/drawing/2014/main" id="{26D8F0B1-D1B2-4AA7-95BB-B5013FD7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116312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49">
            <a:extLst xmlns:a="http://schemas.openxmlformats.org/drawingml/2006/main">
              <a:ext uri="{FF2B5EF4-FFF2-40B4-BE49-F238E27FC236}">
                <a16:creationId xmlns:a16="http://schemas.microsoft.com/office/drawing/2014/main" id="{20042522-50CB-4887-91B0-0C2F5596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50">
            <a:extLst xmlns:a="http://schemas.openxmlformats.org/drawingml/2006/main">
              <a:ext uri="{FF2B5EF4-FFF2-40B4-BE49-F238E27FC236}">
                <a16:creationId xmlns:a16="http://schemas.microsoft.com/office/drawing/2014/main" id="{2C8CA314-4C1E-44F0-BEBC-F0118E58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State: Messages and Reply [2]</a:t>
            </a:r>
          </a:p>
        </p:txBody>
      </p:sp>
      <p:sp>
        <p:nvSpPr>
          <p:cNvPr id="3" name="c3-text-51">
            <a:extLst xmlns:a="http://schemas.openxmlformats.org/drawingml/2006/main">
              <a:ext uri="{FF2B5EF4-FFF2-40B4-BE49-F238E27FC236}">
                <a16:creationId xmlns:a16="http://schemas.microsoft.com/office/drawing/2014/main" id="{658D533F-4175-42C8-9BEA-08568D06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52">
            <a:extLst xmlns:a="http://schemas.openxmlformats.org/drawingml/2006/main">
              <a:ext uri="{FF2B5EF4-FFF2-40B4-BE49-F238E27FC236}">
                <a16:creationId xmlns:a16="http://schemas.microsoft.com/office/drawing/2014/main" id="{A1913787-19CF-47E3-9B49-A584CB0D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53">
            <a:extLst xmlns:a="http://schemas.openxmlformats.org/drawingml/2006/main">
              <a:ext uri="{FF2B5EF4-FFF2-40B4-BE49-F238E27FC236}">
                <a16:creationId xmlns:a16="http://schemas.microsoft.com/office/drawing/2014/main" id="{2E25C7FC-FC84-46B8-86DC-334C2554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AvatarState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(MessagesState):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reply: dict</a:t>
            </a:r>
          </a:p>
        </p:txBody>
      </p:sp>
      <p:sp>
        <p:nvSpPr>
          <p:cNvPr id="6" name="c3-shape-54">
            <a:extLst xmlns:a="http://schemas.openxmlformats.org/drawingml/2006/main">
              <a:ext uri="{FF2B5EF4-FFF2-40B4-BE49-F238E27FC236}">
                <a16:creationId xmlns:a16="http://schemas.microsoft.com/office/drawing/2014/main" id="{6AC996B7-9023-44C7-A814-B444CEE4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55">
            <a:extLst xmlns:a="http://schemas.openxmlformats.org/drawingml/2006/main">
              <a:ext uri="{FF2B5EF4-FFF2-40B4-BE49-F238E27FC236}">
                <a16:creationId xmlns:a16="http://schemas.microsoft.com/office/drawing/2014/main" id="{8E3DEA38-B93E-4E75-A311-8F16F90D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56">
            <a:extLst xmlns:a="http://schemas.openxmlformats.org/drawingml/2006/main">
              <a:ext uri="{FF2B5EF4-FFF2-40B4-BE49-F238E27FC236}">
                <a16:creationId xmlns:a16="http://schemas.microsoft.com/office/drawing/2014/main" id="{12A7EE4C-282E-48E7-9258-3B4F3B78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9" name="c3-text-57">
            <a:extLst xmlns:a="http://schemas.openxmlformats.org/drawingml/2006/main">
              <a:ext uri="{FF2B5EF4-FFF2-40B4-BE49-F238E27FC236}">
                <a16:creationId xmlns:a16="http://schemas.microsoft.com/office/drawing/2014/main" id="{1F858685-ACAF-426D-B888-F9516315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conversation, appended by the reducer.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Only the spoken text is stored.</a:t>
            </a:r>
          </a:p>
        </p:txBody>
      </p:sp>
      <p:sp>
        <p:nvSpPr>
          <p:cNvPr id="10" name="c3-shape-58">
            <a:extLst xmlns:a="http://schemas.openxmlformats.org/drawingml/2006/main">
              <a:ext uri="{FF2B5EF4-FFF2-40B4-BE49-F238E27FC236}">
                <a16:creationId xmlns:a16="http://schemas.microsoft.com/office/drawing/2014/main" id="{E589D4B8-062A-48A5-B241-5E2467AC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59">
            <a:extLst xmlns:a="http://schemas.openxmlformats.org/drawingml/2006/main">
              <a:ext uri="{FF2B5EF4-FFF2-40B4-BE49-F238E27FC236}">
                <a16:creationId xmlns:a16="http://schemas.microsoft.com/office/drawing/2014/main" id="{B0CE521C-A127-4982-9671-3B4DB1C5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60">
            <a:extLst xmlns:a="http://schemas.openxmlformats.org/drawingml/2006/main">
              <a:ext uri="{FF2B5EF4-FFF2-40B4-BE49-F238E27FC236}">
                <a16:creationId xmlns:a16="http://schemas.microsoft.com/office/drawing/2014/main" id="{43DAD702-710E-4EF2-90E8-2BFD2A43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reply</a:t>
            </a:r>
          </a:p>
        </p:txBody>
      </p:sp>
      <p:sp>
        <p:nvSpPr>
          <p:cNvPr id="13" name="c3-text-61">
            <a:extLst xmlns:a="http://schemas.openxmlformats.org/drawingml/2006/main">
              <a:ext uri="{FF2B5EF4-FFF2-40B4-BE49-F238E27FC236}">
                <a16:creationId xmlns:a16="http://schemas.microsoft.com/office/drawing/2014/main" id="{DC29419B-77CB-4B5C-945D-3559E2DD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latest ModelReply for the avatar: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emotion, expression, gesture.</a:t>
            </a:r>
          </a:p>
        </p:txBody>
      </p:sp>
      <p:sp>
        <p:nvSpPr>
          <p:cNvPr id="14" name="c3-text-315">
            <a:extLst xmlns:a="http://schemas.openxmlformats.org/drawingml/2006/main">
              <a:ext uri="{FF2B5EF4-FFF2-40B4-BE49-F238E27FC236}">
                <a16:creationId xmlns:a16="http://schemas.microsoft.com/office/drawing/2014/main" id="{3C810837-AE90-4005-974D-23BCDD9D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581377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62">
            <a:extLst xmlns:a="http://schemas.openxmlformats.org/drawingml/2006/main">
              <a:ext uri="{FF2B5EF4-FFF2-40B4-BE49-F238E27FC236}">
                <a16:creationId xmlns:a16="http://schemas.microsoft.com/office/drawing/2014/main" id="{364D3260-9715-4783-9EBE-93BC9147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3">
            <a:extLst xmlns:a="http://schemas.openxmlformats.org/drawingml/2006/main">
              <a:ext uri="{FF2B5EF4-FFF2-40B4-BE49-F238E27FC236}">
                <a16:creationId xmlns:a16="http://schemas.microsoft.com/office/drawing/2014/main" id="{67A7FEC9-2AB1-472C-83EC-C93D5FB1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 Templates and Message History [3]</a:t>
            </a:r>
          </a:p>
        </p:txBody>
      </p:sp>
      <p:sp>
        <p:nvSpPr>
          <p:cNvPr id="3" name="c3-text-64">
            <a:extLst xmlns:a="http://schemas.openxmlformats.org/drawingml/2006/main">
              <a:ext uri="{FF2B5EF4-FFF2-40B4-BE49-F238E27FC236}">
                <a16:creationId xmlns:a16="http://schemas.microsoft.com/office/drawing/2014/main" id="{9D1C2B2A-F4D3-42C5-8D89-29D15003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65">
            <a:extLst xmlns:a="http://schemas.openxmlformats.org/drawingml/2006/main">
              <a:ext uri="{FF2B5EF4-FFF2-40B4-BE49-F238E27FC236}">
                <a16:creationId xmlns:a16="http://schemas.microsoft.com/office/drawing/2014/main" id="{00450561-649E-413E-A0DF-D92F646A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66">
            <a:extLst xmlns:a="http://schemas.openxmlformats.org/drawingml/2006/main">
              <a:ext uri="{FF2B5EF4-FFF2-40B4-BE49-F238E27FC236}">
                <a16:creationId xmlns:a16="http://schemas.microsoft.com/office/drawing/2014/main" id="{59DF6195-43C9-4A2E-AF1E-95A083AA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prompt = ChatPromptTemplate.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SystemMessagePromptTemplate.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a virtual human. Time: {current_time}."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MessagesPlaceholder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text-67">
            <a:extLst xmlns:a="http://schemas.openxmlformats.org/drawingml/2006/main">
              <a:ext uri="{FF2B5EF4-FFF2-40B4-BE49-F238E27FC236}">
                <a16:creationId xmlns:a16="http://schemas.microsoft.com/office/drawing/2014/main" id="{0ACCB20B-3A1F-4866-9E2A-B5BA29DC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system template fills variables. The placeholder keeps message roles.</a:t>
            </a:r>
          </a:p>
        </p:txBody>
      </p:sp>
      <p:sp>
        <p:nvSpPr>
          <p:cNvPr id="7" name="c3-text-316">
            <a:extLst xmlns:a="http://schemas.openxmlformats.org/drawingml/2006/main">
              <a:ext uri="{FF2B5EF4-FFF2-40B4-BE49-F238E27FC236}">
                <a16:creationId xmlns:a16="http://schemas.microsoft.com/office/drawing/2014/main" id="{3AC2CEE2-15D3-4C9A-940A-BED56CEF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700958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68">
            <a:extLst xmlns:a="http://schemas.openxmlformats.org/drawingml/2006/main">
              <a:ext uri="{FF2B5EF4-FFF2-40B4-BE49-F238E27FC236}">
                <a16:creationId xmlns:a16="http://schemas.microsoft.com/office/drawing/2014/main" id="{52F34309-690E-4338-AF6D-86995B5F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9">
            <a:extLst xmlns:a="http://schemas.openxmlformats.org/drawingml/2006/main">
              <a:ext uri="{FF2B5EF4-FFF2-40B4-BE49-F238E27FC236}">
                <a16:creationId xmlns:a16="http://schemas.microsoft.com/office/drawing/2014/main" id="{BD82B1DF-4938-488C-8203-FA52EA2D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respond Node [2]</a:t>
            </a:r>
          </a:p>
        </p:txBody>
      </p:sp>
      <p:sp>
        <p:nvSpPr>
          <p:cNvPr id="3" name="c3-text-70">
            <a:extLst xmlns:a="http://schemas.openxmlformats.org/drawingml/2006/main">
              <a:ext uri="{FF2B5EF4-FFF2-40B4-BE49-F238E27FC236}">
                <a16:creationId xmlns:a16="http://schemas.microsoft.com/office/drawing/2014/main" id="{E44CEC2A-099B-4767-BFA2-9822F4B7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1">
            <a:extLst xmlns:a="http://schemas.openxmlformats.org/drawingml/2006/main">
              <a:ext uri="{FF2B5EF4-FFF2-40B4-BE49-F238E27FC236}">
                <a16:creationId xmlns:a16="http://schemas.microsoft.com/office/drawing/2014/main" id="{3DC9B3D9-8094-4582-99C6-B6B085FE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2">
            <a:extLst xmlns:a="http://schemas.openxmlformats.org/drawingml/2006/main">
              <a:ext uri="{FF2B5EF4-FFF2-40B4-BE49-F238E27FC236}">
                <a16:creationId xmlns:a16="http://schemas.microsoft.com/office/drawing/2014/main" id="{EBCB7238-23BE-4D10-A3E0-EFEFAA6A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AvatarState):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answer = structured_client.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prompt.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current_time=current_time,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messages=state[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][-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MAX_MESSAGES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:]))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AIMessage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(answer.speech_text)],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answer.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model_dump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()}</a:t>
            </a:r>
          </a:p>
        </p:txBody>
      </p:sp>
      <p:sp>
        <p:nvSpPr>
          <p:cNvPr id="6" name="c3-shape-73">
            <a:extLst xmlns:a="http://schemas.openxmlformats.org/drawingml/2006/main">
              <a:ext uri="{FF2B5EF4-FFF2-40B4-BE49-F238E27FC236}">
                <a16:creationId xmlns:a16="http://schemas.microsoft.com/office/drawing/2014/main" id="{2080D077-67DE-447E-984E-EF84E911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74">
            <a:extLst xmlns:a="http://schemas.openxmlformats.org/drawingml/2006/main">
              <a:ext uri="{FF2B5EF4-FFF2-40B4-BE49-F238E27FC236}">
                <a16:creationId xmlns:a16="http://schemas.microsoft.com/office/drawing/2014/main" id="{643CB945-A2F4-46DA-AE08-E04BCC8E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output from Module 1 + rolling buffer from Chapter 02.</a:t>
            </a:r>
          </a:p>
        </p:txBody>
      </p:sp>
      <p:sp>
        <p:nvSpPr>
          <p:cNvPr id="8" name="c3-text-317">
            <a:extLst xmlns:a="http://schemas.openxmlformats.org/drawingml/2006/main">
              <a:ext uri="{FF2B5EF4-FFF2-40B4-BE49-F238E27FC236}">
                <a16:creationId xmlns:a16="http://schemas.microsoft.com/office/drawing/2014/main" id="{DE7F5FF4-A17C-4128-941C-FFD4CDF9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156171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75">
            <a:extLst xmlns:a="http://schemas.openxmlformats.org/drawingml/2006/main">
              <a:ext uri="{FF2B5EF4-FFF2-40B4-BE49-F238E27FC236}">
                <a16:creationId xmlns:a16="http://schemas.microsoft.com/office/drawing/2014/main" id="{46180336-F120-40DC-AC7F-93C38CE4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6">
            <a:extLst xmlns:a="http://schemas.openxmlformats.org/drawingml/2006/main">
              <a:ext uri="{FF2B5EF4-FFF2-40B4-BE49-F238E27FC236}">
                <a16:creationId xmlns:a16="http://schemas.microsoft.com/office/drawing/2014/main" id="{9559CC1E-85FA-4884-B291-F7413EEA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Thread Lives in the Backend [1]</a:t>
            </a:r>
          </a:p>
        </p:txBody>
      </p:sp>
      <p:sp>
        <p:nvSpPr>
          <p:cNvPr id="3" name="c3-text-77">
            <a:extLst xmlns:a="http://schemas.openxmlformats.org/drawingml/2006/main">
              <a:ext uri="{FF2B5EF4-FFF2-40B4-BE49-F238E27FC236}">
                <a16:creationId xmlns:a16="http://schemas.microsoft.com/office/drawing/2014/main" id="{A4E532A8-7EF0-4974-9AB9-2E892693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8">
            <a:extLst xmlns:a="http://schemas.openxmlformats.org/drawingml/2006/main">
              <a:ext uri="{FF2B5EF4-FFF2-40B4-BE49-F238E27FC236}">
                <a16:creationId xmlns:a16="http://schemas.microsoft.com/office/drawing/2014/main" id="{32CD93BC-339E-46BE-8590-0587C743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9">
            <a:extLst xmlns:a="http://schemas.openxmlformats.org/drawingml/2006/main">
              <a:ext uri="{FF2B5EF4-FFF2-40B4-BE49-F238E27FC236}">
                <a16:creationId xmlns:a16="http://schemas.microsoft.com/office/drawing/2014/main" id="{48CA2716-4032-4C6B-93A4-A7B1C4E7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"avatar"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config =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"configurable"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"thread_id"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response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(text: str) -&gt; AgentReply: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result = graph.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(text)]}, config)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AgentReply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(**result[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shape-80">
            <a:extLst xmlns:a="http://schemas.openxmlformats.org/drawingml/2006/main">
              <a:ext uri="{FF2B5EF4-FFF2-40B4-BE49-F238E27FC236}">
                <a16:creationId xmlns:a16="http://schemas.microsoft.com/office/drawing/2014/main" id="{7418409C-FBCF-4DA5-ADA1-CF99844B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81">
            <a:extLst xmlns:a="http://schemas.openxmlformats.org/drawingml/2006/main">
              <a:ext uri="{FF2B5EF4-FFF2-40B4-BE49-F238E27FC236}">
                <a16:creationId xmlns:a16="http://schemas.microsoft.com/office/drawing/2014/main" id="{1E83B8B7-B022-46BB-BDDA-F9357A09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browser sends only text; every request continues the same thread.</a:t>
            </a:r>
          </a:p>
        </p:txBody>
      </p:sp>
      <p:sp>
        <p:nvSpPr>
          <p:cNvPr id="8" name="c3-text-318">
            <a:extLst xmlns:a="http://schemas.openxmlformats.org/drawingml/2006/main">
              <a:ext uri="{FF2B5EF4-FFF2-40B4-BE49-F238E27FC236}">
                <a16:creationId xmlns:a16="http://schemas.microsoft.com/office/drawing/2014/main" id="{ED04F185-85EB-4650-B1DA-8EA02055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569706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82">
            <a:extLst xmlns:a="http://schemas.openxmlformats.org/drawingml/2006/main">
              <a:ext uri="{FF2B5EF4-FFF2-40B4-BE49-F238E27FC236}">
                <a16:creationId xmlns:a16="http://schemas.microsoft.com/office/drawing/2014/main" id="{D4CA26F7-1AE8-4370-BA21-0FE1E377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3">
            <a:extLst xmlns:a="http://schemas.openxmlformats.org/drawingml/2006/main">
              <a:ext uri="{FF2B5EF4-FFF2-40B4-BE49-F238E27FC236}">
                <a16:creationId xmlns:a16="http://schemas.microsoft.com/office/drawing/2014/main" id="{1092E7CA-2092-41EF-ADB5-726012D2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Conversation [1]</a:t>
            </a:r>
          </a:p>
        </p:txBody>
      </p:sp>
      <p:sp>
        <p:nvSpPr>
          <p:cNvPr id="3" name="c3-text-84">
            <a:extLst xmlns:a="http://schemas.openxmlformats.org/drawingml/2006/main">
              <a:ext uri="{FF2B5EF4-FFF2-40B4-BE49-F238E27FC236}">
                <a16:creationId xmlns:a16="http://schemas.microsoft.com/office/drawing/2014/main" id="{8546EF13-BBC4-4901-BA5C-620E1348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85">
            <a:extLst xmlns:a="http://schemas.openxmlformats.org/drawingml/2006/main">
              <a:ext uri="{FF2B5EF4-FFF2-40B4-BE49-F238E27FC236}">
                <a16:creationId xmlns:a16="http://schemas.microsoft.com/office/drawing/2014/main" id="{54E8F2EC-8051-4C2C-832D-DB7D0C1A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86">
            <a:extLst xmlns:a="http://schemas.openxmlformats.org/drawingml/2006/main">
              <a:ext uri="{FF2B5EF4-FFF2-40B4-BE49-F238E27FC236}">
                <a16:creationId xmlns:a16="http://schemas.microsoft.com/office/drawing/2014/main" id="{88975731-97B4-4D6D-9C7E-E62E9686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button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(browser)</a:t>
            </a:r>
          </a:p>
        </p:txBody>
      </p:sp>
      <p:sp>
        <p:nvSpPr>
          <p:cNvPr id="6" name="c3-shape-87">
            <a:extLst xmlns:a="http://schemas.openxmlformats.org/drawingml/2006/main">
              <a:ext uri="{FF2B5EF4-FFF2-40B4-BE49-F238E27FC236}">
                <a16:creationId xmlns:a16="http://schemas.microsoft.com/office/drawing/2014/main" id="{77E29208-EA51-4F85-91EA-CAC80B1C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88">
            <a:extLst xmlns:a="http://schemas.openxmlformats.org/drawingml/2006/main">
              <a:ext uri="{FF2B5EF4-FFF2-40B4-BE49-F238E27FC236}">
                <a16:creationId xmlns:a16="http://schemas.microsoft.com/office/drawing/2014/main" id="{B0F94B9F-7832-4E97-95A1-70ACFD25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9">
            <a:extLst xmlns:a="http://schemas.openxmlformats.org/drawingml/2006/main">
              <a:ext uri="{FF2B5EF4-FFF2-40B4-BE49-F238E27FC236}">
                <a16:creationId xmlns:a16="http://schemas.microsoft.com/office/drawing/2014/main" id="{E21C5B4D-9744-4937-B131-9C2C21C6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(server)</a:t>
            </a:r>
          </a:p>
        </p:txBody>
      </p:sp>
      <p:sp>
        <p:nvSpPr>
          <p:cNvPr id="9" name="c3-shape-90">
            <a:extLst xmlns:a="http://schemas.openxmlformats.org/drawingml/2006/main">
              <a:ext uri="{FF2B5EF4-FFF2-40B4-BE49-F238E27FC236}">
                <a16:creationId xmlns:a16="http://schemas.microsoft.com/office/drawing/2014/main" id="{0E5FA514-2A80-4C9B-A709-39BE5450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91">
            <a:extLst xmlns:a="http://schemas.openxmlformats.org/drawingml/2006/main">
              <a:ext uri="{FF2B5EF4-FFF2-40B4-BE49-F238E27FC236}">
                <a16:creationId xmlns:a16="http://schemas.microsoft.com/office/drawing/2014/main" id="{BA48D81C-F230-4454-86BF-C081F7C2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1" name="c3-text-92">
            <a:extLst xmlns:a="http://schemas.openxmlformats.org/drawingml/2006/main">
              <a:ext uri="{FF2B5EF4-FFF2-40B4-BE49-F238E27FC236}">
                <a16:creationId xmlns:a16="http://schemas.microsoft.com/office/drawing/2014/main" id="{33C7CA53-D5F4-4C0D-9165-E69B8778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clear_conversation()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(agent)</a:t>
            </a:r>
          </a:p>
        </p:txBody>
      </p:sp>
      <p:sp>
        <p:nvSpPr>
          <p:cNvPr id="12" name="c3-shape-93">
            <a:extLst xmlns:a="http://schemas.openxmlformats.org/drawingml/2006/main">
              <a:ext uri="{FF2B5EF4-FFF2-40B4-BE49-F238E27FC236}">
                <a16:creationId xmlns:a16="http://schemas.microsoft.com/office/drawing/2014/main" id="{4562A71D-347A-4C97-A5E7-2B379290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3" name="c3-text-94">
            <a:extLst xmlns:a="http://schemas.openxmlformats.org/drawingml/2006/main">
              <a:ext uri="{FF2B5EF4-FFF2-40B4-BE49-F238E27FC236}">
                <a16:creationId xmlns:a16="http://schemas.microsoft.com/office/drawing/2014/main" id="{33807636-E824-4EF1-87F7-BC0473EC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checkpointer.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delete_thread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4" name="c3-text-95">
            <a:extLst xmlns:a="http://schemas.openxmlformats.org/drawingml/2006/main">
              <a:ext uri="{FF2B5EF4-FFF2-40B4-BE49-F238E27FC236}">
                <a16:creationId xmlns:a16="http://schemas.microsoft.com/office/drawing/2014/main" id="{89D0D190-8623-453A-AF1C-EA44C28E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next message starts an empty conversation.</a:t>
            </a:r>
          </a:p>
        </p:txBody>
      </p:sp>
      <p:sp>
        <p:nvSpPr>
          <p:cNvPr id="15" name="c3-text-319">
            <a:extLst xmlns:a="http://schemas.openxmlformats.org/drawingml/2006/main">
              <a:ext uri="{FF2B5EF4-FFF2-40B4-BE49-F238E27FC236}">
                <a16:creationId xmlns:a16="http://schemas.microsoft.com/office/drawing/2014/main" id="{32CEA131-414F-4CA3-9DB3-32E81067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529299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96">
            <a:extLst xmlns:a="http://schemas.openxmlformats.org/drawingml/2006/main">
              <a:ext uri="{FF2B5EF4-FFF2-40B4-BE49-F238E27FC236}">
                <a16:creationId xmlns:a16="http://schemas.microsoft.com/office/drawing/2014/main" id="{A37E5849-C9A1-485E-8D84-634EF039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7">
            <a:extLst xmlns:a="http://schemas.openxmlformats.org/drawingml/2006/main">
              <a:ext uri="{FF2B5EF4-FFF2-40B4-BE49-F238E27FC236}">
                <a16:creationId xmlns:a16="http://schemas.microsoft.com/office/drawing/2014/main" id="{9CFD0C55-4A79-46E3-AC50-3843B6B2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Together: Clear Memory through the API</a:t>
            </a:r>
          </a:p>
        </p:txBody>
      </p:sp>
      <p:sp>
        <p:nvSpPr>
          <p:cNvPr id="3" name="c3-text-98">
            <a:extLst xmlns:a="http://schemas.openxmlformats.org/drawingml/2006/main">
              <a:ext uri="{FF2B5EF4-FFF2-40B4-BE49-F238E27FC236}">
                <a16:creationId xmlns:a16="http://schemas.microsoft.com/office/drawing/2014/main" id="{D6247D18-C94D-42B9-A19B-0B1BE376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99">
            <a:extLst xmlns:a="http://schemas.openxmlformats.org/drawingml/2006/main">
              <a:ext uri="{FF2B5EF4-FFF2-40B4-BE49-F238E27FC236}">
                <a16:creationId xmlns:a16="http://schemas.microsoft.com/office/drawing/2014/main" id="{C0C54B48-90D5-48C1-901E-493B969B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00">
            <a:extLst xmlns:a="http://schemas.openxmlformats.org/drawingml/2006/main">
              <a:ext uri="{FF2B5EF4-FFF2-40B4-BE49-F238E27FC236}">
                <a16:creationId xmlns:a16="http://schemas.microsoft.com/office/drawing/2014/main" id="{D4233BA0-854E-4901-8C6C-AAB8FAAA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@app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post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"/conversation/clear"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selected_agent = sys.modules[response.__module__]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clear_agent_memory =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getattr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selected_agent,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"clear_conversation"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None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callable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(clear_agent_memory):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clear_agent_memory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"status"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"ok"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c3-text-101">
            <a:hlinkClick xmlns:r="http://schemas.openxmlformats.org/officeDocument/2006/relationships" xmlns:a="http://schemas.openxmlformats.org/drawingml/2006/main" r:id="R6560ebd72c154015"/>
            <a:extLst xmlns:a="http://schemas.openxmlformats.org/drawingml/2006/main">
              <a:ext uri="{FF2B5EF4-FFF2-40B4-BE49-F238E27FC236}">
                <a16:creationId xmlns:a16="http://schemas.microsoft.com/office/drawing/2014/main" id="{B14919BA-25B9-4350-9C80-CAEFD8FA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Guided exercise: agent hook, server route and browser test</a:t>
            </a:r>
          </a:p>
        </p:txBody>
      </p:sp>
      <p:sp>
        <p:nvSpPr>
          <p:cNvPr id="7" name="c3-text-320">
            <a:extLst xmlns:a="http://schemas.openxmlformats.org/drawingml/2006/main">
              <a:ext uri="{FF2B5EF4-FFF2-40B4-BE49-F238E27FC236}">
                <a16:creationId xmlns:a16="http://schemas.microsoft.com/office/drawing/2014/main" id="{7D6CA9F0-1416-4986-93AD-EB635FBD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592642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02">
            <a:extLst xmlns:a="http://schemas.openxmlformats.org/drawingml/2006/main">
              <a:ext uri="{FF2B5EF4-FFF2-40B4-BE49-F238E27FC236}">
                <a16:creationId xmlns:a16="http://schemas.microsoft.com/office/drawing/2014/main" id="{CD111B39-3F2E-4433-B349-9D9489B2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3">
            <a:extLst xmlns:a="http://schemas.openxmlformats.org/drawingml/2006/main">
              <a:ext uri="{FF2B5EF4-FFF2-40B4-BE49-F238E27FC236}">
                <a16:creationId xmlns:a16="http://schemas.microsoft.com/office/drawing/2014/main" id="{E608D3EF-B076-4C27-93D7-C9FE3A81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Always Answer</a:t>
            </a:r>
          </a:p>
        </p:txBody>
      </p:sp>
      <p:sp>
        <p:nvSpPr>
          <p:cNvPr id="3" name="c3-text-104">
            <a:extLst xmlns:a="http://schemas.openxmlformats.org/drawingml/2006/main">
              <a:ext uri="{FF2B5EF4-FFF2-40B4-BE49-F238E27FC236}">
                <a16:creationId xmlns:a16="http://schemas.microsoft.com/office/drawing/2014/main" id="{EEEC4BB3-8235-4A00-B2DF-D3953D67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05">
            <a:extLst xmlns:a="http://schemas.openxmlformats.org/drawingml/2006/main">
              <a:ext uri="{FF2B5EF4-FFF2-40B4-BE49-F238E27FC236}">
                <a16:creationId xmlns:a16="http://schemas.microsoft.com/office/drawing/2014/main" id="{9F1E22D8-B5EA-4643-9980-07FFCDEF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06">
            <a:extLst xmlns:a="http://schemas.openxmlformats.org/drawingml/2006/main">
              <a:ext uri="{FF2B5EF4-FFF2-40B4-BE49-F238E27FC236}">
                <a16:creationId xmlns:a16="http://schemas.microsoft.com/office/drawing/2014/main" id="{D009D3E2-9052-4890-8B2D-7F7E6D8E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07">
            <a:extLst xmlns:a="http://schemas.openxmlformats.org/drawingml/2006/main">
              <a:ext uri="{FF2B5EF4-FFF2-40B4-BE49-F238E27FC236}">
                <a16:creationId xmlns:a16="http://schemas.microsoft.com/office/drawing/2014/main" id="{EE21DD6F-5910-4735-8E3B-86298C47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 error or timeout</a:t>
            </a:r>
          </a:p>
        </p:txBody>
      </p:sp>
      <p:sp>
        <p:nvSpPr>
          <p:cNvPr id="7" name="c3-text-108">
            <a:extLst xmlns:a="http://schemas.openxmlformats.org/drawingml/2006/main">
              <a:ext uri="{FF2B5EF4-FFF2-40B4-BE49-F238E27FC236}">
                <a16:creationId xmlns:a16="http://schemas.microsoft.com/office/drawing/2014/main" id="{E55B0A9F-30C1-42D5-9BE6-3AA68CC8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short apology and a shrug.</a:t>
            </a:r>
          </a:p>
        </p:txBody>
      </p:sp>
      <p:sp>
        <p:nvSpPr>
          <p:cNvPr id="8" name="c3-shape-109">
            <a:extLst xmlns:a="http://schemas.openxmlformats.org/drawingml/2006/main">
              <a:ext uri="{FF2B5EF4-FFF2-40B4-BE49-F238E27FC236}">
                <a16:creationId xmlns:a16="http://schemas.microsoft.com/office/drawing/2014/main" id="{09F2074F-2F27-4B0C-BB3D-005D173B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10">
            <a:extLst xmlns:a="http://schemas.openxmlformats.org/drawingml/2006/main">
              <a:ext uri="{FF2B5EF4-FFF2-40B4-BE49-F238E27FC236}">
                <a16:creationId xmlns:a16="http://schemas.microsoft.com/office/drawing/2014/main" id="{33FD88A4-8FF7-42C8-9A32-4B2CD41B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11">
            <a:extLst xmlns:a="http://schemas.openxmlformats.org/drawingml/2006/main">
              <a:ext uri="{FF2B5EF4-FFF2-40B4-BE49-F238E27FC236}">
                <a16:creationId xmlns:a16="http://schemas.microsoft.com/office/drawing/2014/main" id="{344ED459-AC7F-4C15-BAD0-8EE7531F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No structured reply</a:t>
            </a:r>
          </a:p>
        </p:txBody>
      </p:sp>
      <p:sp>
        <p:nvSpPr>
          <p:cNvPr id="11" name="c3-text-112">
            <a:extLst xmlns:a="http://schemas.openxmlformats.org/drawingml/2006/main">
              <a:ext uri="{FF2B5EF4-FFF2-40B4-BE49-F238E27FC236}">
                <a16:creationId xmlns:a16="http://schemas.microsoft.com/office/drawing/2014/main" id="{E4A1535B-6F8A-4BE1-B8CA-53B56126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same fallback reply.</a:t>
            </a:r>
          </a:p>
        </p:txBody>
      </p:sp>
      <p:sp>
        <p:nvSpPr>
          <p:cNvPr id="12" name="c3-shape-113">
            <a:extLst xmlns:a="http://schemas.openxmlformats.org/drawingml/2006/main">
              <a:ext uri="{FF2B5EF4-FFF2-40B4-BE49-F238E27FC236}">
                <a16:creationId xmlns:a16="http://schemas.microsoft.com/office/drawing/2014/main" id="{77E64553-DF4A-4139-9E19-8C56C56B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14">
            <a:extLst xmlns:a="http://schemas.openxmlformats.org/drawingml/2006/main">
              <a:ext uri="{FF2B5EF4-FFF2-40B4-BE49-F238E27FC236}">
                <a16:creationId xmlns:a16="http://schemas.microsoft.com/office/drawing/2014/main" id="{9CE05DEA-677C-4F1D-BFB7-4A27BCDC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15">
            <a:extLst xmlns:a="http://schemas.openxmlformats.org/drawingml/2006/main">
              <a:ext uri="{FF2B5EF4-FFF2-40B4-BE49-F238E27FC236}">
                <a16:creationId xmlns:a16="http://schemas.microsoft.com/office/drawing/2014/main" id="{4BE6D177-1F0D-45FC-831E-A4E31883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History in order</a:t>
            </a:r>
          </a:p>
        </p:txBody>
      </p:sp>
      <p:sp>
        <p:nvSpPr>
          <p:cNvPr id="15" name="c3-text-116">
            <a:extLst xmlns:a="http://schemas.openxmlformats.org/drawingml/2006/main">
              <a:ext uri="{FF2B5EF4-FFF2-40B4-BE49-F238E27FC236}">
                <a16:creationId xmlns:a16="http://schemas.microsoft.com/office/drawing/2014/main" id="{B4205B71-6BC2-4793-A8A8-00632A55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 and AI messages still alternate.</a:t>
            </a:r>
          </a:p>
        </p:txBody>
      </p:sp>
      <p:sp>
        <p:nvSpPr>
          <p:cNvPr id="16" name="c3-shape-117">
            <a:extLst xmlns:a="http://schemas.openxmlformats.org/drawingml/2006/main">
              <a:ext uri="{FF2B5EF4-FFF2-40B4-BE49-F238E27FC236}">
                <a16:creationId xmlns:a16="http://schemas.microsoft.com/office/drawing/2014/main" id="{DB290A97-B0AD-474D-BF61-B81D5D40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18">
            <a:extLst xmlns:a="http://schemas.openxmlformats.org/drawingml/2006/main">
              <a:ext uri="{FF2B5EF4-FFF2-40B4-BE49-F238E27FC236}">
                <a16:creationId xmlns:a16="http://schemas.microsoft.com/office/drawing/2014/main" id="{4756E8F1-088E-4575-8C5F-4A2A4829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failed call must not break the avatar or the saved conversation.</a:t>
            </a:r>
          </a:p>
        </p:txBody>
      </p:sp>
      <p:sp>
        <p:nvSpPr>
          <p:cNvPr id="18" name="c3-text-321">
            <a:extLst xmlns:a="http://schemas.openxmlformats.org/drawingml/2006/main">
              <a:ext uri="{FF2B5EF4-FFF2-40B4-BE49-F238E27FC236}">
                <a16:creationId xmlns:a16="http://schemas.microsoft.com/office/drawing/2014/main" id="{BECBE3A1-7875-42CA-8BFD-797F8B70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6785623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19">
            <a:extLst xmlns:a="http://schemas.openxmlformats.org/drawingml/2006/main">
              <a:ext uri="{FF2B5EF4-FFF2-40B4-BE49-F238E27FC236}">
                <a16:creationId xmlns:a16="http://schemas.microsoft.com/office/drawing/2014/main" id="{F90F17E5-0DBD-4235-9A66-4E3762B0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0">
            <a:extLst xmlns:a="http://schemas.openxmlformats.org/drawingml/2006/main">
              <a:ext uri="{FF2B5EF4-FFF2-40B4-BE49-F238E27FC236}">
                <a16:creationId xmlns:a16="http://schemas.microsoft.com/office/drawing/2014/main" id="{D626BB92-6BBA-4B9A-ACE8-6D596322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It on the Avatar</a:t>
            </a:r>
          </a:p>
        </p:txBody>
      </p:sp>
      <p:sp>
        <p:nvSpPr>
          <p:cNvPr id="3" name="c3-text-121">
            <a:extLst xmlns:a="http://schemas.openxmlformats.org/drawingml/2006/main">
              <a:ext uri="{FF2B5EF4-FFF2-40B4-BE49-F238E27FC236}">
                <a16:creationId xmlns:a16="http://schemas.microsoft.com/office/drawing/2014/main" id="{88DA14F2-7C85-46F8-B957-D68CB193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4F53567B-0B13-4968-9D57-1E92EC36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3">
            <a:extLst xmlns:a="http://schemas.openxmlformats.org/drawingml/2006/main">
              <a:ext uri="{FF2B5EF4-FFF2-40B4-BE49-F238E27FC236}">
                <a16:creationId xmlns:a16="http://schemas.microsoft.com/office/drawing/2014/main" id="{BF54150D-E1D6-4EF2-8A35-01B3AB59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4">
            <a:extLst xmlns:a="http://schemas.openxmlformats.org/drawingml/2006/main">
              <a:ext uri="{FF2B5EF4-FFF2-40B4-BE49-F238E27FC236}">
                <a16:creationId xmlns:a16="http://schemas.microsoft.com/office/drawing/2014/main" id="{DFDE8358-3D0D-4C61-A7F4-EACE4AA5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Select the agent</a:t>
            </a:r>
          </a:p>
        </p:txBody>
      </p:sp>
      <p:sp>
        <p:nvSpPr>
          <p:cNvPr id="7" name="c3-text-125">
            <a:extLst xmlns:a="http://schemas.openxmlformats.org/drawingml/2006/main">
              <a:ext uri="{FF2B5EF4-FFF2-40B4-BE49-F238E27FC236}">
                <a16:creationId xmlns:a16="http://schemas.microsoft.com/office/drawing/2014/main" id="{60E7EDDF-E2B2-4728-9B6F-CC47A2C3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vh_cognitive_server.py keep one import: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agents.Module_2.Chapter_03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.langgraph_avatar_agent</a:t>
            </a:r>
          </a:p>
        </p:txBody>
      </p:sp>
      <p:sp>
        <p:nvSpPr>
          <p:cNvPr id="8" name="c3-shape-126">
            <a:extLst xmlns:a="http://schemas.openxmlformats.org/drawingml/2006/main">
              <a:ext uri="{FF2B5EF4-FFF2-40B4-BE49-F238E27FC236}">
                <a16:creationId xmlns:a16="http://schemas.microsoft.com/office/drawing/2014/main" id="{A0EC7A97-967A-41B2-B52D-28BD784C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7">
            <a:extLst xmlns:a="http://schemas.openxmlformats.org/drawingml/2006/main">
              <a:ext uri="{FF2B5EF4-FFF2-40B4-BE49-F238E27FC236}">
                <a16:creationId xmlns:a16="http://schemas.microsoft.com/office/drawing/2014/main" id="{9B078918-D659-4ECA-B331-2EC1E1F5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8">
            <a:extLst xmlns:a="http://schemas.openxmlformats.org/drawingml/2006/main">
              <a:ext uri="{FF2B5EF4-FFF2-40B4-BE49-F238E27FC236}">
                <a16:creationId xmlns:a16="http://schemas.microsoft.com/office/drawing/2014/main" id="{197BD2A6-7281-4360-BF56-2A7DEDEA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Test the memory</a:t>
            </a:r>
          </a:p>
        </p:txBody>
      </p:sp>
      <p:sp>
        <p:nvSpPr>
          <p:cNvPr id="11" name="c3-text-129">
            <a:extLst xmlns:a="http://schemas.openxmlformats.org/drawingml/2006/main">
              <a:ext uri="{FF2B5EF4-FFF2-40B4-BE49-F238E27FC236}">
                <a16:creationId xmlns:a16="http://schemas.microsoft.com/office/drawing/2014/main" id="{7C659083-368D-419B-AE19-CC0A6520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Tell your name and favourite colour.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both.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the conversation and ask again.</a:t>
            </a:r>
          </a:p>
        </p:txBody>
      </p:sp>
      <p:sp>
        <p:nvSpPr>
          <p:cNvPr id="12" name="c3-shape-130">
            <a:extLst xmlns:a="http://schemas.openxmlformats.org/drawingml/2006/main">
              <a:ext uri="{FF2B5EF4-FFF2-40B4-BE49-F238E27FC236}">
                <a16:creationId xmlns:a16="http://schemas.microsoft.com/office/drawing/2014/main" id="{D7E08EAF-FEE1-407E-BAAD-05C0612E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1">
            <a:extLst xmlns:a="http://schemas.openxmlformats.org/drawingml/2006/main">
              <a:ext uri="{FF2B5EF4-FFF2-40B4-BE49-F238E27FC236}">
                <a16:creationId xmlns:a16="http://schemas.microsoft.com/office/drawing/2014/main" id="{54193306-C8E2-4B0C-83BD-EAC12A55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Save, then restart the cognitive server in the avatar Settings.</a:t>
            </a:r>
          </a:p>
        </p:txBody>
      </p:sp>
      <p:sp>
        <p:nvSpPr>
          <p:cNvPr id="14" name="c3-text-322">
            <a:extLst xmlns:a="http://schemas.openxmlformats.org/drawingml/2006/main">
              <a:ext uri="{FF2B5EF4-FFF2-40B4-BE49-F238E27FC236}">
                <a16:creationId xmlns:a16="http://schemas.microsoft.com/office/drawing/2014/main" id="{2CE54E58-8CCA-4081-9501-5B782F5F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103970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32">
            <a:extLst xmlns:a="http://schemas.openxmlformats.org/drawingml/2006/main">
              <a:ext uri="{FF2B5EF4-FFF2-40B4-BE49-F238E27FC236}">
                <a16:creationId xmlns:a16="http://schemas.microsoft.com/office/drawing/2014/main" id="{84953087-FFBC-4B42-99B5-1DE44372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3">
            <a:extLst xmlns:a="http://schemas.openxmlformats.org/drawingml/2006/main">
              <a:ext uri="{FF2B5EF4-FFF2-40B4-BE49-F238E27FC236}">
                <a16:creationId xmlns:a16="http://schemas.microsoft.com/office/drawing/2014/main" id="{CED21AFE-6858-49AB-9A67-0B7A6C8B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Turn</a:t>
            </a:r>
          </a:p>
        </p:txBody>
      </p:sp>
      <p:sp>
        <p:nvSpPr>
          <p:cNvPr id="3" name="c3-text-134">
            <a:extLst xmlns:a="http://schemas.openxmlformats.org/drawingml/2006/main">
              <a:ext uri="{FF2B5EF4-FFF2-40B4-BE49-F238E27FC236}">
                <a16:creationId xmlns:a16="http://schemas.microsoft.com/office/drawing/2014/main" id="{043BA7C4-346D-4BAB-BC23-0404C546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35">
            <a:extLst xmlns:a="http://schemas.openxmlformats.org/drawingml/2006/main">
              <a:ext uri="{FF2B5EF4-FFF2-40B4-BE49-F238E27FC236}">
                <a16:creationId xmlns:a16="http://schemas.microsoft.com/office/drawing/2014/main" id="{6FC92FBC-BC4E-4586-9B5E-4766E288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6">
            <a:extLst xmlns:a="http://schemas.openxmlformats.org/drawingml/2006/main">
              <a:ext uri="{FF2B5EF4-FFF2-40B4-BE49-F238E27FC236}">
                <a16:creationId xmlns:a16="http://schemas.microsoft.com/office/drawing/2014/main" id="{F4781FB5-1C39-4833-8342-C8DC63BC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7">
            <a:extLst xmlns:a="http://schemas.openxmlformats.org/drawingml/2006/main">
              <a:ext uri="{FF2B5EF4-FFF2-40B4-BE49-F238E27FC236}">
                <a16:creationId xmlns:a16="http://schemas.microsoft.com/office/drawing/2014/main" id="{0711F470-3BE0-4211-A95D-4B19B3EC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Persona</a:t>
            </a:r>
          </a:p>
        </p:txBody>
      </p:sp>
      <p:sp>
        <p:nvSpPr>
          <p:cNvPr id="7" name="c3-text-138">
            <a:extLst xmlns:a="http://schemas.openxmlformats.org/drawingml/2006/main">
              <a:ext uri="{FF2B5EF4-FFF2-40B4-BE49-F238E27FC236}">
                <a16:creationId xmlns:a16="http://schemas.microsoft.com/office/drawing/2014/main" id="{04E4DA06-641E-455B-902D-8B229505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Change the system instruction: a museum guide with its own name.</a:t>
            </a:r>
          </a:p>
        </p:txBody>
      </p:sp>
      <p:sp>
        <p:nvSpPr>
          <p:cNvPr id="8" name="c3-shape-139">
            <a:extLst xmlns:a="http://schemas.openxmlformats.org/drawingml/2006/main">
              <a:ext uri="{FF2B5EF4-FFF2-40B4-BE49-F238E27FC236}">
                <a16:creationId xmlns:a16="http://schemas.microsoft.com/office/drawing/2014/main" id="{21301775-A2D3-44F5-812C-CC05F584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40">
            <a:extLst xmlns:a="http://schemas.openxmlformats.org/drawingml/2006/main">
              <a:ext uri="{FF2B5EF4-FFF2-40B4-BE49-F238E27FC236}">
                <a16:creationId xmlns:a16="http://schemas.microsoft.com/office/drawing/2014/main" id="{2CED8DE1-5B9E-44B8-BDD6-44CC3819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41">
            <a:extLst xmlns:a="http://schemas.openxmlformats.org/drawingml/2006/main">
              <a:ext uri="{FF2B5EF4-FFF2-40B4-BE49-F238E27FC236}">
                <a16:creationId xmlns:a16="http://schemas.microsoft.com/office/drawing/2014/main" id="{EACB400F-8383-4A8B-BF6F-DB0C1FB2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Buffer</a:t>
            </a:r>
          </a:p>
        </p:txBody>
      </p:sp>
      <p:sp>
        <p:nvSpPr>
          <p:cNvPr id="11" name="c3-text-142">
            <a:extLst xmlns:a="http://schemas.openxmlformats.org/drawingml/2006/main">
              <a:ext uri="{FF2B5EF4-FFF2-40B4-BE49-F238E27FC236}">
                <a16:creationId xmlns:a16="http://schemas.microsoft.com/office/drawing/2014/main" id="{CD6AB2EF-7BCE-41BF-9FC8-E93AAE5E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MAX_MESSAGES = 4.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When does the avatar forget?</a:t>
            </a:r>
          </a:p>
        </p:txBody>
      </p:sp>
      <p:sp>
        <p:nvSpPr>
          <p:cNvPr id="12" name="c3-shape-143">
            <a:extLst xmlns:a="http://schemas.openxmlformats.org/drawingml/2006/main">
              <a:ext uri="{FF2B5EF4-FFF2-40B4-BE49-F238E27FC236}">
                <a16:creationId xmlns:a16="http://schemas.microsoft.com/office/drawing/2014/main" id="{2D3CC85B-4CB9-40A3-90BB-B24831AC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44">
            <a:extLst xmlns:a="http://schemas.openxmlformats.org/drawingml/2006/main">
              <a:ext uri="{FF2B5EF4-FFF2-40B4-BE49-F238E27FC236}">
                <a16:creationId xmlns:a16="http://schemas.microsoft.com/office/drawing/2014/main" id="{F025B913-32A6-45F8-81D1-D658CF97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5">
            <a:extLst xmlns:a="http://schemas.openxmlformats.org/drawingml/2006/main">
              <a:ext uri="{FF2B5EF4-FFF2-40B4-BE49-F238E27FC236}">
                <a16:creationId xmlns:a16="http://schemas.microsoft.com/office/drawing/2014/main" id="{504C8510-83F1-41FA-8DD6-DD1B4857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Optional</a:t>
            </a:r>
          </a:p>
        </p:txBody>
      </p:sp>
      <p:sp>
        <p:nvSpPr>
          <p:cNvPr id="15" name="c3-text-146">
            <a:extLst xmlns:a="http://schemas.openxmlformats.org/drawingml/2006/main">
              <a:ext uri="{FF2B5EF4-FFF2-40B4-BE49-F238E27FC236}">
                <a16:creationId xmlns:a16="http://schemas.microsoft.com/office/drawing/2014/main" id="{B157FD2C-2A08-44E5-A6A0-2734E7F9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a different gesture when greeting and when saying goodbye.</a:t>
            </a:r>
          </a:p>
        </p:txBody>
      </p:sp>
      <p:sp>
        <p:nvSpPr>
          <p:cNvPr id="16" name="c3-shape-147">
            <a:extLst xmlns:a="http://schemas.openxmlformats.org/drawingml/2006/main">
              <a:ext uri="{FF2B5EF4-FFF2-40B4-BE49-F238E27FC236}">
                <a16:creationId xmlns:a16="http://schemas.microsoft.com/office/drawing/2014/main" id="{4D994552-66A1-4B81-8D71-6B14DF30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48">
            <a:extLst xmlns:a="http://schemas.openxmlformats.org/drawingml/2006/main">
              <a:ext uri="{FF2B5EF4-FFF2-40B4-BE49-F238E27FC236}">
                <a16:creationId xmlns:a16="http://schemas.microsoft.com/office/drawing/2014/main" id="{EAB031A2-EAE1-485C-A502-7C49DF57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the agent file, save and restart the cognitive server each time.</a:t>
            </a:r>
          </a:p>
        </p:txBody>
      </p:sp>
      <p:sp>
        <p:nvSpPr>
          <p:cNvPr id="18" name="c3-text-323">
            <a:extLst xmlns:a="http://schemas.openxmlformats.org/drawingml/2006/main">
              <a:ext uri="{FF2B5EF4-FFF2-40B4-BE49-F238E27FC236}">
                <a16:creationId xmlns:a16="http://schemas.microsoft.com/office/drawing/2014/main" id="{80D1A43E-CE24-4123-8F57-11DDC9A3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724632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49">
            <a:extLst xmlns:a="http://schemas.openxmlformats.org/drawingml/2006/main">
              <a:ext uri="{FF2B5EF4-FFF2-40B4-BE49-F238E27FC236}">
                <a16:creationId xmlns:a16="http://schemas.microsoft.com/office/drawing/2014/main" id="{A1CC1D5B-79CD-4B61-81F0-3046096B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0">
            <a:extLst xmlns:a="http://schemas.openxmlformats.org/drawingml/2006/main">
              <a:ext uri="{FF2B5EF4-FFF2-40B4-BE49-F238E27FC236}">
                <a16:creationId xmlns:a16="http://schemas.microsoft.com/office/drawing/2014/main" id="{84108738-2CF9-4FF7-A3B5-070A54BD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Recap [1] [2]</a:t>
            </a:r>
          </a:p>
        </p:txBody>
      </p:sp>
      <p:sp>
        <p:nvSpPr>
          <p:cNvPr id="3" name="c3-text-151">
            <a:extLst xmlns:a="http://schemas.openxmlformats.org/drawingml/2006/main">
              <a:ext uri="{FF2B5EF4-FFF2-40B4-BE49-F238E27FC236}">
                <a16:creationId xmlns:a16="http://schemas.microsoft.com/office/drawing/2014/main" id="{E989BB7B-1559-417B-A506-AC3651C5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52">
            <a:extLst xmlns:a="http://schemas.openxmlformats.org/drawingml/2006/main">
              <a:ext uri="{FF2B5EF4-FFF2-40B4-BE49-F238E27FC236}">
                <a16:creationId xmlns:a16="http://schemas.microsoft.com/office/drawing/2014/main" id="{2D36C314-E47A-4837-8B4D-F03A6727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53">
            <a:extLst xmlns:a="http://schemas.openxmlformats.org/drawingml/2006/main">
              <a:ext uri="{FF2B5EF4-FFF2-40B4-BE49-F238E27FC236}">
                <a16:creationId xmlns:a16="http://schemas.microsoft.com/office/drawing/2014/main" id="{7D368398-0A2A-4BE7-8F35-29F33079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54">
            <a:extLst xmlns:a="http://schemas.openxmlformats.org/drawingml/2006/main">
              <a:ext uri="{FF2B5EF4-FFF2-40B4-BE49-F238E27FC236}">
                <a16:creationId xmlns:a16="http://schemas.microsoft.com/office/drawing/2014/main" id="{21A69B08-4E9D-4456-A7AA-32BA98A1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01</a:t>
            </a:r>
          </a:p>
        </p:txBody>
      </p:sp>
      <p:sp>
        <p:nvSpPr>
          <p:cNvPr id="7" name="c3-text-155">
            <a:extLst xmlns:a="http://schemas.openxmlformats.org/drawingml/2006/main">
              <a:ext uri="{FF2B5EF4-FFF2-40B4-BE49-F238E27FC236}">
                <a16:creationId xmlns:a16="http://schemas.microsoft.com/office/drawing/2014/main" id="{1B9A8D8B-5469-4123-B7A3-AEA7F2CD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Graphs: state, nodes, edges.</a:t>
            </a:r>
          </a:p>
        </p:txBody>
      </p:sp>
      <p:sp>
        <p:nvSpPr>
          <p:cNvPr id="8" name="c3-shape-156">
            <a:extLst xmlns:a="http://schemas.openxmlformats.org/drawingml/2006/main">
              <a:ext uri="{FF2B5EF4-FFF2-40B4-BE49-F238E27FC236}">
                <a16:creationId xmlns:a16="http://schemas.microsoft.com/office/drawing/2014/main" id="{492F8425-5C6C-4621-B47C-97B058AE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57">
            <a:extLst xmlns:a="http://schemas.openxmlformats.org/drawingml/2006/main">
              <a:ext uri="{FF2B5EF4-FFF2-40B4-BE49-F238E27FC236}">
                <a16:creationId xmlns:a16="http://schemas.microsoft.com/office/drawing/2014/main" id="{2A2D1C4A-AA9B-4CFB-B027-08BA47F3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58">
            <a:extLst xmlns:a="http://schemas.openxmlformats.org/drawingml/2006/main">
              <a:ext uri="{FF2B5EF4-FFF2-40B4-BE49-F238E27FC236}">
                <a16:creationId xmlns:a16="http://schemas.microsoft.com/office/drawing/2014/main" id="{F0326BD4-16B6-44DB-84D8-EF7627EC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Chapter 02</a:t>
            </a:r>
          </a:p>
        </p:txBody>
      </p:sp>
      <p:sp>
        <p:nvSpPr>
          <p:cNvPr id="11" name="c3-text-159">
            <a:extLst xmlns:a="http://schemas.openxmlformats.org/drawingml/2006/main">
              <a:ext uri="{FF2B5EF4-FFF2-40B4-BE49-F238E27FC236}">
                <a16:creationId xmlns:a16="http://schemas.microsoft.com/office/drawing/2014/main" id="{ADDAD886-8D92-4FD8-9AFA-DAB18BFD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Messages, reducers, checkpointer and threads.</a:t>
            </a:r>
          </a:p>
        </p:txBody>
      </p:sp>
      <p:sp>
        <p:nvSpPr>
          <p:cNvPr id="12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5DEBDD94-3CC9-4BFB-9D77-978604A0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61">
            <a:extLst xmlns:a="http://schemas.openxmlformats.org/drawingml/2006/main">
              <a:ext uri="{FF2B5EF4-FFF2-40B4-BE49-F238E27FC236}">
                <a16:creationId xmlns:a16="http://schemas.microsoft.com/office/drawing/2014/main" id="{3E778573-3DA9-4549-AD3F-7CE7772B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62">
            <a:extLst xmlns:a="http://schemas.openxmlformats.org/drawingml/2006/main">
              <a:ext uri="{FF2B5EF4-FFF2-40B4-BE49-F238E27FC236}">
                <a16:creationId xmlns:a16="http://schemas.microsoft.com/office/drawing/2014/main" id="{55903878-AA8A-4594-AD9B-A3205C3D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03</a:t>
            </a:r>
          </a:p>
        </p:txBody>
      </p:sp>
      <p:sp>
        <p:nvSpPr>
          <p:cNvPr id="15" name="c3-text-163">
            <a:extLst xmlns:a="http://schemas.openxmlformats.org/drawingml/2006/main">
              <a:ext uri="{FF2B5EF4-FFF2-40B4-BE49-F238E27FC236}">
                <a16:creationId xmlns:a16="http://schemas.microsoft.com/office/drawing/2014/main" id="{86482D82-3F06-417C-A5BF-4D34D686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remembers the conversation.</a:t>
            </a:r>
          </a:p>
        </p:txBody>
      </p:sp>
      <p:sp>
        <p:nvSpPr>
          <p:cNvPr id="16" name="c3-shape-164">
            <a:extLst xmlns:a="http://schemas.openxmlformats.org/drawingml/2006/main">
              <a:ext uri="{FF2B5EF4-FFF2-40B4-BE49-F238E27FC236}">
                <a16:creationId xmlns:a16="http://schemas.microsoft.com/office/drawing/2014/main" id="{3F21F5AA-8D3C-4BEF-B908-6092D2C5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65">
            <a:extLst xmlns:a="http://schemas.openxmlformats.org/drawingml/2006/main">
              <a:ext uri="{FF2B5EF4-FFF2-40B4-BE49-F238E27FC236}">
                <a16:creationId xmlns:a16="http://schemas.microsoft.com/office/drawing/2014/main" id="{F065CFFC-A5F4-4843-A944-98E7F516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lab: tools, coding agents and a weather presenter.</a:t>
            </a:r>
          </a:p>
        </p:txBody>
      </p:sp>
      <p:sp>
        <p:nvSpPr>
          <p:cNvPr id="18" name="c3-text-324">
            <a:extLst xmlns:a="http://schemas.openxmlformats.org/drawingml/2006/main">
              <a:ext uri="{FF2B5EF4-FFF2-40B4-BE49-F238E27FC236}">
                <a16:creationId xmlns:a16="http://schemas.microsoft.com/office/drawing/2014/main" id="{24C228BF-BA04-4586-94A4-C33411AE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757309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166">
            <a:extLst xmlns:a="http://schemas.openxmlformats.org/drawingml/2006/main">
              <a:ext uri="{FF2B5EF4-FFF2-40B4-BE49-F238E27FC236}">
                <a16:creationId xmlns:a16="http://schemas.microsoft.com/office/drawing/2014/main" id="{61FE2422-4930-48A2-9F27-D13E1C44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7">
            <a:extLst xmlns:a="http://schemas.openxmlformats.org/drawingml/2006/main">
              <a:ext uri="{FF2B5EF4-FFF2-40B4-BE49-F238E27FC236}">
                <a16:creationId xmlns:a16="http://schemas.microsoft.com/office/drawing/2014/main" id="{F8E61444-E496-46AC-A9A8-91FD25AE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Tools: Data Outside the Model [4]</a:t>
            </a:r>
          </a:p>
        </p:txBody>
      </p:sp>
      <p:sp>
        <p:nvSpPr>
          <p:cNvPr id="3" name="c3-text-168">
            <a:extLst xmlns:a="http://schemas.openxmlformats.org/drawingml/2006/main">
              <a:ext uri="{FF2B5EF4-FFF2-40B4-BE49-F238E27FC236}">
                <a16:creationId xmlns:a16="http://schemas.microsoft.com/office/drawing/2014/main" id="{1BA99271-C070-47FD-AE32-52F037C2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69">
            <a:extLst xmlns:a="http://schemas.openxmlformats.org/drawingml/2006/main">
              <a:ext uri="{FF2B5EF4-FFF2-40B4-BE49-F238E27FC236}">
                <a16:creationId xmlns:a16="http://schemas.microsoft.com/office/drawing/2014/main" id="{39DAB6FC-AD59-4657-8750-C802FC42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tool is a Python function with a name, description and input schema.</a:t>
            </a:r>
          </a:p>
        </p:txBody>
      </p:sp>
      <p:sp>
        <p:nvSpPr>
          <p:cNvPr id="5" name="c3-shape-170">
            <a:extLst xmlns:a="http://schemas.openxmlformats.org/drawingml/2006/main">
              <a:ext uri="{FF2B5EF4-FFF2-40B4-BE49-F238E27FC236}">
                <a16:creationId xmlns:a16="http://schemas.microsoft.com/office/drawing/2014/main" id="{F1C5A7BD-3031-4628-821D-1E517AEC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79248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171">
            <a:extLst xmlns:a="http://schemas.openxmlformats.org/drawingml/2006/main">
              <a:ext uri="{FF2B5EF4-FFF2-40B4-BE49-F238E27FC236}">
                <a16:creationId xmlns:a16="http://schemas.microsoft.com/office/drawing/2014/main" id="{09D79E43-1CD8-4155-A1D2-31692196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7581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@tool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get_weather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(city: str, country: str) -&gt; dict: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"""Get current weather for a city and country code."""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75938C"/>
                </a:solidFill>
                <a:latin typeface="Consolas"/>
                <a:ea typeface="Consolas"/>
                <a:cs typeface="Consolas"/>
              </a:rPr>
              <a:t># Python calls OpenWeather and returns real observations.</a:t>
            </a:r>
          </a:p>
        </p:txBody>
      </p:sp>
      <p:sp>
        <p:nvSpPr>
          <p:cNvPr id="7" name="c3-text-172">
            <a:extLst xmlns:a="http://schemas.openxmlformats.org/drawingml/2006/main">
              <a:ext uri="{FF2B5EF4-FFF2-40B4-BE49-F238E27FC236}">
                <a16:creationId xmlns:a16="http://schemas.microsoft.com/office/drawing/2014/main" id="{1C358CAF-3B97-447F-B398-123DF77B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requests a call. Your program executes it and returns the result.</a:t>
            </a:r>
          </a:p>
        </p:txBody>
      </p:sp>
      <p:sp>
        <p:nvSpPr>
          <p:cNvPr id="8" name="c3-text-325">
            <a:extLst xmlns:a="http://schemas.openxmlformats.org/drawingml/2006/main">
              <a:ext uri="{FF2B5EF4-FFF2-40B4-BE49-F238E27FC236}">
                <a16:creationId xmlns:a16="http://schemas.microsoft.com/office/drawing/2014/main" id="{FB4CB89A-0C86-4F00-9804-3C481074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148798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3-text-173">
            <a:extLst xmlns:a="http://schemas.openxmlformats.org/drawingml/2006/main">
              <a:ext uri="{FF2B5EF4-FFF2-40B4-BE49-F238E27FC236}">
                <a16:creationId xmlns:a16="http://schemas.microsoft.com/office/drawing/2014/main" id="{71124639-2393-48D1-8CB2-7804A249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4">
            <a:extLst xmlns:a="http://schemas.openxmlformats.org/drawingml/2006/main">
              <a:ext uri="{FF2B5EF4-FFF2-40B4-BE49-F238E27FC236}">
                <a16:creationId xmlns:a16="http://schemas.microsoft.com/office/drawing/2014/main" id="{A7F45E03-3DEE-4D66-BD37-BACEF989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Tool Loop [4]</a:t>
            </a:r>
          </a:p>
        </p:txBody>
      </p:sp>
      <p:sp>
        <p:nvSpPr>
          <p:cNvPr id="3" name="c3-text-175">
            <a:extLst xmlns:a="http://schemas.openxmlformats.org/drawingml/2006/main">
              <a:ext uri="{FF2B5EF4-FFF2-40B4-BE49-F238E27FC236}">
                <a16:creationId xmlns:a16="http://schemas.microsoft.com/office/drawing/2014/main" id="{3A47D7AB-9D4B-4E35-91D4-0490D497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76">
            <a:extLst xmlns:a="http://schemas.openxmlformats.org/drawingml/2006/main">
              <a:ext uri="{FF2B5EF4-FFF2-40B4-BE49-F238E27FC236}">
                <a16:creationId xmlns:a16="http://schemas.microsoft.com/office/drawing/2014/main" id="{82AF4854-1BC0-4FBF-9B7E-E3E57187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2192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77">
            <a:extLst xmlns:a="http://schemas.openxmlformats.org/drawingml/2006/main">
              <a:ext uri="{FF2B5EF4-FFF2-40B4-BE49-F238E27FC236}">
                <a16:creationId xmlns:a16="http://schemas.microsoft.com/office/drawing/2014/main" id="{C5E91660-21B4-4694-A706-1EA93436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990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178">
            <a:extLst xmlns:a="http://schemas.openxmlformats.org/drawingml/2006/main">
              <a:ext uri="{FF2B5EF4-FFF2-40B4-BE49-F238E27FC236}">
                <a16:creationId xmlns:a16="http://schemas.microsoft.com/office/drawing/2014/main" id="{98CEBB6D-1CF8-47D9-BD61-5628F3FE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179">
            <a:extLst xmlns:a="http://schemas.openxmlformats.org/drawingml/2006/main">
              <a:ext uri="{FF2B5EF4-FFF2-40B4-BE49-F238E27FC236}">
                <a16:creationId xmlns:a16="http://schemas.microsoft.com/office/drawing/2014/main" id="{AD461276-C5BA-4040-869D-4DA9024B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8595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180">
            <a:extLst xmlns:a="http://schemas.openxmlformats.org/drawingml/2006/main">
              <a:ext uri="{FF2B5EF4-FFF2-40B4-BE49-F238E27FC236}">
                <a16:creationId xmlns:a16="http://schemas.microsoft.com/office/drawing/2014/main" id="{1C97F069-BBA5-47CD-8C72-753149C9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9621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</a:t>
            </a:r>
          </a:p>
        </p:txBody>
      </p:sp>
      <p:sp>
        <p:nvSpPr>
          <p:cNvPr id="9" name="c3-shape-181">
            <a:extLst xmlns:a="http://schemas.openxmlformats.org/drawingml/2006/main">
              <a:ext uri="{FF2B5EF4-FFF2-40B4-BE49-F238E27FC236}">
                <a16:creationId xmlns:a16="http://schemas.microsoft.com/office/drawing/2014/main" id="{2A987A44-47BE-4A4F-BCA8-72DE3B9E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82">
            <a:extLst xmlns:a="http://schemas.openxmlformats.org/drawingml/2006/main">
              <a:ext uri="{FF2B5EF4-FFF2-40B4-BE49-F238E27FC236}">
                <a16:creationId xmlns:a16="http://schemas.microsoft.com/office/drawing/2014/main" id="{4E6CD39D-86B3-42E0-91D4-D96BCC9D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83">
            <a:extLst xmlns:a="http://schemas.openxmlformats.org/drawingml/2006/main">
              <a:ext uri="{FF2B5EF4-FFF2-40B4-BE49-F238E27FC236}">
                <a16:creationId xmlns:a16="http://schemas.microsoft.com/office/drawing/2014/main" id="{04F1B2C6-6BAF-4F2B-8D8B-7768BE00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621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2" name="c3-text-184">
            <a:extLst xmlns:a="http://schemas.openxmlformats.org/drawingml/2006/main">
              <a:ext uri="{FF2B5EF4-FFF2-40B4-BE49-F238E27FC236}">
                <a16:creationId xmlns:a16="http://schemas.microsoft.com/office/drawing/2014/main" id="{CD2CE4F5-2EB6-4CA7-BB33-9C834253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9725"/>
            <a:ext cx="2809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tool_calls present</a:t>
            </a:r>
          </a:p>
        </p:txBody>
      </p:sp>
      <p:sp>
        <p:nvSpPr>
          <p:cNvPr id="13" name="c3-shape-185">
            <a:extLst xmlns:a="http://schemas.openxmlformats.org/drawingml/2006/main">
              <a:ext uri="{FF2B5EF4-FFF2-40B4-BE49-F238E27FC236}">
                <a16:creationId xmlns:a16="http://schemas.microsoft.com/office/drawing/2014/main" id="{203031CF-E9B4-43C0-950F-B15F0340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86">
            <a:extLst xmlns:a="http://schemas.openxmlformats.org/drawingml/2006/main">
              <a:ext uri="{FF2B5EF4-FFF2-40B4-BE49-F238E27FC236}">
                <a16:creationId xmlns:a16="http://schemas.microsoft.com/office/drawing/2014/main" id="{85D1FAA8-E196-4CAC-A209-9E1C5C27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147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finalize</a:t>
            </a:r>
          </a:p>
        </p:txBody>
      </p:sp>
      <p:sp>
        <p:nvSpPr>
          <p:cNvPr id="15" name="c3-shape-187">
            <a:extLst xmlns:a="http://schemas.openxmlformats.org/drawingml/2006/main">
              <a:ext uri="{FF2B5EF4-FFF2-40B4-BE49-F238E27FC236}">
                <a16:creationId xmlns:a16="http://schemas.microsoft.com/office/drawing/2014/main" id="{BA85E44F-7775-49E6-99EE-509DCCDD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6" name="c3-shape-188">
            <a:extLst xmlns:a="http://schemas.openxmlformats.org/drawingml/2006/main">
              <a:ext uri="{FF2B5EF4-FFF2-40B4-BE49-F238E27FC236}">
                <a16:creationId xmlns:a16="http://schemas.microsoft.com/office/drawing/2014/main" id="{41D341FB-0D9A-4969-9DF7-14DCE0E3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3850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89">
            <a:extLst xmlns:a="http://schemas.openxmlformats.org/drawingml/2006/main">
              <a:ext uri="{FF2B5EF4-FFF2-40B4-BE49-F238E27FC236}">
                <a16:creationId xmlns:a16="http://schemas.microsoft.com/office/drawing/2014/main" id="{7E207570-AC4E-46E2-B5B3-0A2C1E9C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147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8" name="c3-shape-190">
            <a:extLst xmlns:a="http://schemas.openxmlformats.org/drawingml/2006/main">
              <a:ext uri="{FF2B5EF4-FFF2-40B4-BE49-F238E27FC236}">
                <a16:creationId xmlns:a16="http://schemas.microsoft.com/office/drawing/2014/main" id="{5D98BCAA-E50B-4B54-BC67-2B803873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42875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text-191">
            <a:extLst xmlns:a="http://schemas.openxmlformats.org/drawingml/2006/main">
              <a:ext uri="{FF2B5EF4-FFF2-40B4-BE49-F238E27FC236}">
                <a16:creationId xmlns:a16="http://schemas.microsoft.com/office/drawing/2014/main" id="{76257A75-61AE-4A38-8D2B-76E5392F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336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no tool call</a:t>
            </a:r>
          </a:p>
        </p:txBody>
      </p:sp>
      <p:sp>
        <p:nvSpPr>
          <p:cNvPr id="20" name="c3-shape-192">
            <a:extLst xmlns:a="http://schemas.openxmlformats.org/drawingml/2006/main">
              <a:ext uri="{FF2B5EF4-FFF2-40B4-BE49-F238E27FC236}">
                <a16:creationId xmlns:a16="http://schemas.microsoft.com/office/drawing/2014/main" id="{2DE6A83E-7C0B-4640-A710-7EB3533E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343025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193">
            <a:extLst xmlns:a="http://schemas.openxmlformats.org/drawingml/2006/main">
              <a:ext uri="{FF2B5EF4-FFF2-40B4-BE49-F238E27FC236}">
                <a16:creationId xmlns:a16="http://schemas.microsoft.com/office/drawing/2014/main" id="{8F6AFD0E-0021-49AD-BA1C-714797834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43025"/>
            <a:ext cx="27527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2" name="c3-shape-194">
            <a:extLst xmlns:a="http://schemas.openxmlformats.org/drawingml/2006/main">
              <a:ext uri="{FF2B5EF4-FFF2-40B4-BE49-F238E27FC236}">
                <a16:creationId xmlns:a16="http://schemas.microsoft.com/office/drawing/2014/main" id="{6DA3E2F0-F622-45C7-A877-C3EB3EE6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43025"/>
            <a:ext cx="133350" cy="4667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3" name="c3-text-195">
            <a:extLst xmlns:a="http://schemas.openxmlformats.org/drawingml/2006/main">
              <a:ext uri="{FF2B5EF4-FFF2-40B4-BE49-F238E27FC236}">
                <a16:creationId xmlns:a16="http://schemas.microsoft.com/office/drawing/2014/main" id="{2D034AC9-E098-445B-8490-A40E85D4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572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ToolMessage: return to assistant</a:t>
            </a:r>
          </a:p>
        </p:txBody>
      </p:sp>
      <p:sp>
        <p:nvSpPr>
          <p:cNvPr id="24" name="c3-text-196">
            <a:extLst xmlns:a="http://schemas.openxmlformats.org/drawingml/2006/main">
              <a:ext uri="{FF2B5EF4-FFF2-40B4-BE49-F238E27FC236}">
                <a16:creationId xmlns:a16="http://schemas.microsoft.com/office/drawing/2014/main" id="{C931B776-4B8B-43CE-9E85-3953BD9E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Repeat after tool execution; finalize produces ModelReply for the avatar.</a:t>
            </a:r>
          </a:p>
        </p:txBody>
      </p:sp>
      <p:sp>
        <p:nvSpPr>
          <p:cNvPr id="25" name="c3-text-326">
            <a:extLst xmlns:a="http://schemas.openxmlformats.org/drawingml/2006/main">
              <a:ext uri="{FF2B5EF4-FFF2-40B4-BE49-F238E27FC236}">
                <a16:creationId xmlns:a16="http://schemas.microsoft.com/office/drawing/2014/main" id="{A8589264-0454-4844-A000-67B783E2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322066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97">
            <a:extLst xmlns:a="http://schemas.openxmlformats.org/drawingml/2006/main">
              <a:ext uri="{FF2B5EF4-FFF2-40B4-BE49-F238E27FC236}">
                <a16:creationId xmlns:a16="http://schemas.microsoft.com/office/drawing/2014/main" id="{0D68406C-BEC2-4794-945B-1604BDBD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8">
            <a:extLst xmlns:a="http://schemas.openxmlformats.org/drawingml/2006/main">
              <a:ext uri="{FF2B5EF4-FFF2-40B4-BE49-F238E27FC236}">
                <a16:creationId xmlns:a16="http://schemas.microsoft.com/office/drawing/2014/main" id="{1D6A1B0D-FA2B-4BD1-B5E6-AC109170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Wiring the Tool Graph [4]</a:t>
            </a:r>
          </a:p>
        </p:txBody>
      </p:sp>
      <p:sp>
        <p:nvSpPr>
          <p:cNvPr id="3" name="c3-text-199">
            <a:extLst xmlns:a="http://schemas.openxmlformats.org/drawingml/2006/main">
              <a:ext uri="{FF2B5EF4-FFF2-40B4-BE49-F238E27FC236}">
                <a16:creationId xmlns:a16="http://schemas.microsoft.com/office/drawing/2014/main" id="{09BBC3BA-C489-4DE1-80DF-8B1C7BB7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00">
            <a:extLst xmlns:a="http://schemas.openxmlformats.org/drawingml/2006/main">
              <a:ext uri="{FF2B5EF4-FFF2-40B4-BE49-F238E27FC236}">
                <a16:creationId xmlns:a16="http://schemas.microsoft.com/office/drawing/2014/main" id="{7C78C9F0-CAB5-4221-B24C-20140533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01">
            <a:extLst xmlns:a="http://schemas.openxmlformats.org/drawingml/2006/main">
              <a:ext uri="{FF2B5EF4-FFF2-40B4-BE49-F238E27FC236}">
                <a16:creationId xmlns:a16="http://schemas.microsoft.com/office/drawing/2014/main" id="{8FFFEAE8-A19C-4C7C-AF2A-36C5375F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tool_client = client.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bind_tools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([get_weather])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add_node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"tools"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ToolNode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([get_weather]))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add_conditional_edges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"assistant"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tools_condition,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{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"tools"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"tools"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"__end__"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"finalize"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"tools"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"assistant"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"finalize"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END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c3-text-202">
            <a:extLst xmlns:a="http://schemas.openxmlformats.org/drawingml/2006/main">
              <a:ext uri="{FF2B5EF4-FFF2-40B4-BE49-F238E27FC236}">
                <a16:creationId xmlns:a16="http://schemas.microsoft.com/office/drawing/2014/main" id="{064D4075-131A-4E24-BF67-16AF5EE7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 returns the raw AIMessage, including its tool_calls.</a:t>
            </a:r>
          </a:p>
        </p:txBody>
      </p:sp>
      <p:sp>
        <p:nvSpPr>
          <p:cNvPr id="7" name="c3-text-327">
            <a:extLst xmlns:a="http://schemas.openxmlformats.org/drawingml/2006/main">
              <a:ext uri="{FF2B5EF4-FFF2-40B4-BE49-F238E27FC236}">
                <a16:creationId xmlns:a16="http://schemas.microsoft.com/office/drawing/2014/main" id="{80D59D41-36DC-4F4E-A160-7AC618AE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501956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03">
            <a:extLst xmlns:a="http://schemas.openxmlformats.org/drawingml/2006/main">
              <a:ext uri="{FF2B5EF4-FFF2-40B4-BE49-F238E27FC236}">
                <a16:creationId xmlns:a16="http://schemas.microsoft.com/office/drawing/2014/main" id="{3BE63B1B-EC72-4D69-9FCA-CB7A0BDC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4">
            <a:extLst xmlns:a="http://schemas.openxmlformats.org/drawingml/2006/main">
              <a:ext uri="{FF2B5EF4-FFF2-40B4-BE49-F238E27FC236}">
                <a16:creationId xmlns:a16="http://schemas.microsoft.com/office/drawing/2014/main" id="{1347DAD0-7576-428F-958B-87B650FB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OpenWeather: Current Conditions [7] [8]</a:t>
            </a:r>
          </a:p>
        </p:txBody>
      </p:sp>
      <p:sp>
        <p:nvSpPr>
          <p:cNvPr id="3" name="c3-text-205">
            <a:extLst xmlns:a="http://schemas.openxmlformats.org/drawingml/2006/main">
              <a:ext uri="{FF2B5EF4-FFF2-40B4-BE49-F238E27FC236}">
                <a16:creationId xmlns:a16="http://schemas.microsoft.com/office/drawing/2014/main" id="{5F7F26DA-EA9B-41A0-8280-51AB4705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06">
            <a:extLst xmlns:a="http://schemas.openxmlformats.org/drawingml/2006/main">
              <a:ext uri="{FF2B5EF4-FFF2-40B4-BE49-F238E27FC236}">
                <a16:creationId xmlns:a16="http://schemas.microsoft.com/office/drawing/2014/main" id="{DDAFEA4C-C92B-4353-9D48-14FBD397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Resolve city and country to latitude and longitude.</a:t>
            </a:r>
          </a:p>
        </p:txBody>
      </p:sp>
      <p:sp>
        <p:nvSpPr>
          <p:cNvPr id="5" name="c3-text-207">
            <a:extLst xmlns:a="http://schemas.openxmlformats.org/drawingml/2006/main">
              <a:ext uri="{FF2B5EF4-FFF2-40B4-BE49-F238E27FC236}">
                <a16:creationId xmlns:a16="http://schemas.microsoft.com/office/drawing/2014/main" id="{5F99D2D9-89F1-4B0B-9D79-B9411DF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Request current weather using those coordinates.</a:t>
            </a:r>
          </a:p>
        </p:txBody>
      </p:sp>
      <p:sp>
        <p:nvSpPr>
          <p:cNvPr id="6" name="c3-text-208">
            <a:extLst xmlns:a="http://schemas.openxmlformats.org/drawingml/2006/main">
              <a:ext uri="{FF2B5EF4-FFF2-40B4-BE49-F238E27FC236}">
                <a16:creationId xmlns:a16="http://schemas.microsoft.com/office/drawing/2014/main" id="{F7B8F983-FF30-452F-8728-7142C851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Return location, temperature, conditions and observation time.</a:t>
            </a:r>
          </a:p>
        </p:txBody>
      </p:sp>
      <p:sp>
        <p:nvSpPr>
          <p:cNvPr id="7" name="c3-text-209">
            <a:extLst xmlns:a="http://schemas.openxmlformats.org/drawingml/2006/main">
              <a:ext uri="{FF2B5EF4-FFF2-40B4-BE49-F238E27FC236}">
                <a16:creationId xmlns:a16="http://schemas.microsoft.com/office/drawing/2014/main" id="{9D6C4CF6-E8AD-4DC5-A732-DBBA722C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units=metric. Read the key from local configuration or the environment.</a:t>
            </a:r>
          </a:p>
        </p:txBody>
      </p:sp>
      <p:sp>
        <p:nvSpPr>
          <p:cNvPr id="8" name="c3-text-328">
            <a:extLst xmlns:a="http://schemas.openxmlformats.org/drawingml/2006/main">
              <a:ext uri="{FF2B5EF4-FFF2-40B4-BE49-F238E27FC236}">
                <a16:creationId xmlns:a16="http://schemas.microsoft.com/office/drawing/2014/main" id="{4800E126-E6F0-446D-9F14-3D73524F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7294509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10">
            <a:extLst xmlns:a="http://schemas.openxmlformats.org/drawingml/2006/main">
              <a:ext uri="{FF2B5EF4-FFF2-40B4-BE49-F238E27FC236}">
                <a16:creationId xmlns:a16="http://schemas.microsoft.com/office/drawing/2014/main" id="{8A4A9783-3F80-4807-BD6F-1ADC6019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1">
            <a:extLst xmlns:a="http://schemas.openxmlformats.org/drawingml/2006/main">
              <a:ext uri="{FF2B5EF4-FFF2-40B4-BE49-F238E27FC236}">
                <a16:creationId xmlns:a16="http://schemas.microsoft.com/office/drawing/2014/main" id="{D9EEF38C-33F5-4701-837D-5AE79CC5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Get an OpenWeather API Key [11] [12]</a:t>
            </a:r>
          </a:p>
        </p:txBody>
      </p:sp>
      <p:sp>
        <p:nvSpPr>
          <p:cNvPr id="3" name="c3-text-212">
            <a:extLst xmlns:a="http://schemas.openxmlformats.org/drawingml/2006/main">
              <a:ext uri="{FF2B5EF4-FFF2-40B4-BE49-F238E27FC236}">
                <a16:creationId xmlns:a16="http://schemas.microsoft.com/office/drawing/2014/main" id="{9129F35D-83DC-4916-A6B4-D284BDAC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13">
            <a:hlinkClick xmlns:r="http://schemas.openxmlformats.org/officeDocument/2006/relationships" xmlns:a="http://schemas.openxmlformats.org/drawingml/2006/main" r:id="Rc3b2029f9386498b"/>
            <a:extLst xmlns:a="http://schemas.openxmlformats.org/drawingml/2006/main">
              <a:ext uri="{FF2B5EF4-FFF2-40B4-BE49-F238E27FC236}">
                <a16:creationId xmlns:a16="http://schemas.microsoft.com/office/drawing/2014/main" id="{A9D759DD-A2D4-44D7-8D9D-4D0B53F7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1. Create an OpenWeather account</a:t>
            </a:r>
          </a:p>
        </p:txBody>
      </p:sp>
      <p:sp>
        <p:nvSpPr>
          <p:cNvPr id="5" name="c3-text-214">
            <a:extLst xmlns:a="http://schemas.openxmlformats.org/drawingml/2006/main">
              <a:ext uri="{FF2B5EF4-FFF2-40B4-BE49-F238E27FC236}">
                <a16:creationId xmlns:a16="http://schemas.microsoft.com/office/drawing/2014/main" id="{A99AB3F7-A8EC-43E0-994C-58F12DDF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Confirm your email using the verification message.</a:t>
            </a:r>
          </a:p>
        </p:txBody>
      </p:sp>
      <p:sp>
        <p:nvSpPr>
          <p:cNvPr id="6" name="c3-text-215">
            <a:hlinkClick xmlns:r="http://schemas.openxmlformats.org/officeDocument/2006/relationships" xmlns:a="http://schemas.openxmlformats.org/drawingml/2006/main" r:id="R8c2732ea5d764dd5"/>
            <a:extLst xmlns:a="http://schemas.openxmlformats.org/drawingml/2006/main">
              <a:ext uri="{FF2B5EF4-FFF2-40B4-BE49-F238E27FC236}">
                <a16:creationId xmlns:a16="http://schemas.microsoft.com/office/drawing/2014/main" id="{55188102-4A29-499F-84F6-2B27CFD1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3. Open API keys and copy your personal key (APPID)</a:t>
            </a:r>
          </a:p>
        </p:txBody>
      </p:sp>
      <p:sp>
        <p:nvSpPr>
          <p:cNvPr id="7" name="c3-text-216">
            <a:extLst xmlns:a="http://schemas.openxmlformats.org/drawingml/2006/main">
              <a:ext uri="{FF2B5EF4-FFF2-40B4-BE49-F238E27FC236}">
                <a16:creationId xmlns:a16="http://schemas.microsoft.com/office/drawing/2014/main" id="{DEAF84A2-8AFD-4041-9E66-A1B4F288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it before class: automatic activation can take up to two hours.</a:t>
            </a:r>
          </a:p>
        </p:txBody>
      </p:sp>
      <p:sp>
        <p:nvSpPr>
          <p:cNvPr id="8" name="c3-text-329">
            <a:extLst xmlns:a="http://schemas.openxmlformats.org/drawingml/2006/main">
              <a:ext uri="{FF2B5EF4-FFF2-40B4-BE49-F238E27FC236}">
                <a16:creationId xmlns:a16="http://schemas.microsoft.com/office/drawing/2014/main" id="{FA6C66FA-0280-4300-AFB0-51B44D8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883516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217">
            <a:extLst xmlns:a="http://schemas.openxmlformats.org/drawingml/2006/main">
              <a:ext uri="{FF2B5EF4-FFF2-40B4-BE49-F238E27FC236}">
                <a16:creationId xmlns:a16="http://schemas.microsoft.com/office/drawing/2014/main" id="{4D60E60F-58F4-4801-AB29-77A558A5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8">
            <a:extLst xmlns:a="http://schemas.openxmlformats.org/drawingml/2006/main">
              <a:ext uri="{FF2B5EF4-FFF2-40B4-BE49-F238E27FC236}">
                <a16:creationId xmlns:a16="http://schemas.microsoft.com/office/drawing/2014/main" id="{6749BACC-9F8C-40DF-910E-62292584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Configure the Weather Tool</a:t>
            </a:r>
          </a:p>
        </p:txBody>
      </p:sp>
      <p:sp>
        <p:nvSpPr>
          <p:cNvPr id="3" name="c3-text-219">
            <a:extLst xmlns:a="http://schemas.openxmlformats.org/drawingml/2006/main">
              <a:ext uri="{FF2B5EF4-FFF2-40B4-BE49-F238E27FC236}">
                <a16:creationId xmlns:a16="http://schemas.microsoft.com/office/drawing/2014/main" id="{38D1D934-4DFA-4CE8-B3AD-BACF8513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20">
            <a:extLst xmlns:a="http://schemas.openxmlformats.org/drawingml/2006/main">
              <a:ext uri="{FF2B5EF4-FFF2-40B4-BE49-F238E27FC236}">
                <a16:creationId xmlns:a16="http://schemas.microsoft.com/office/drawing/2014/main" id="{AACE176C-6727-4752-BCE1-3871EB16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7924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Add the key to the existing local provider configuration:</a:t>
            </a:r>
          </a:p>
        </p:txBody>
      </p:sp>
      <p:sp>
        <p:nvSpPr>
          <p:cNvPr id="5" name="c3-text-221">
            <a:extLst xmlns:a="http://schemas.openxmlformats.org/drawingml/2006/main">
              <a:ext uri="{FF2B5EF4-FFF2-40B4-BE49-F238E27FC236}">
                <a16:creationId xmlns:a16="http://schemas.microsoft.com/office/drawing/2014/main" id="{8F9139DD-4BC4-442A-832A-BF3ACBF2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virtual_human_project/vh_cognitive_architecture_server/</a:t>
            </a:r>
          </a:p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llm_provider_api_key.yaml</a:t>
            </a:r>
          </a:p>
        </p:txBody>
      </p:sp>
      <p:sp>
        <p:nvSpPr>
          <p:cNvPr id="6" name="c3-shape-222">
            <a:extLst xmlns:a="http://schemas.openxmlformats.org/drawingml/2006/main">
              <a:ext uri="{FF2B5EF4-FFF2-40B4-BE49-F238E27FC236}">
                <a16:creationId xmlns:a16="http://schemas.microsoft.com/office/drawing/2014/main" id="{3F0D25CD-4306-4FC6-8F61-EAD2D112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79248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7" name="c3-text-223">
            <a:extLst xmlns:a="http://schemas.openxmlformats.org/drawingml/2006/main">
              <a:ext uri="{FF2B5EF4-FFF2-40B4-BE49-F238E27FC236}">
                <a16:creationId xmlns:a16="http://schemas.microsoft.com/office/drawing/2014/main" id="{B2285E4F-9A36-41C7-B986-935B9E8A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05125"/>
            <a:ext cx="75819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openweather:</a:t>
            </a:r>
          </a:p>
          <a:p xmlns:a="http://schemas.openxmlformats.org/drawingml/2006/main">
            <a:pPr>
              <a:defRPr sz="17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api_key: </a:t>
            </a:r>
            <a:r>
              <a:rPr sz="17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"PASTE_YOUR_OPENWEATHER_KEY_HERE"</a:t>
            </a:r>
          </a:p>
        </p:txBody>
      </p:sp>
      <p:sp>
        <p:nvSpPr>
          <p:cNvPr id="8" name="c3-text-224">
            <a:extLst xmlns:a="http://schemas.openxmlformats.org/drawingml/2006/main">
              <a:ext uri="{FF2B5EF4-FFF2-40B4-BE49-F238E27FC236}">
                <a16:creationId xmlns:a16="http://schemas.microsoft.com/office/drawing/2014/main" id="{183B9AE7-ADB9-4E8D-ADB0-0AEC9D78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924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the other entries. Save, restart the cognitive server and ask for Rome.</a:t>
            </a:r>
          </a:p>
        </p:txBody>
      </p:sp>
      <p:sp>
        <p:nvSpPr>
          <p:cNvPr id="9" name="c3-text-330">
            <a:extLst xmlns:a="http://schemas.openxmlformats.org/drawingml/2006/main">
              <a:ext uri="{FF2B5EF4-FFF2-40B4-BE49-F238E27FC236}">
                <a16:creationId xmlns:a16="http://schemas.microsoft.com/office/drawing/2014/main" id="{1364A06E-9D44-4D02-9750-63CD966F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9980494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25">
            <a:extLst xmlns:a="http://schemas.openxmlformats.org/drawingml/2006/main">
              <a:ext uri="{FF2B5EF4-FFF2-40B4-BE49-F238E27FC236}">
                <a16:creationId xmlns:a16="http://schemas.microsoft.com/office/drawing/2014/main" id="{C44D1BA6-6272-4310-8446-54192F9B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26">
            <a:extLst xmlns:a="http://schemas.openxmlformats.org/drawingml/2006/main">
              <a:ext uri="{FF2B5EF4-FFF2-40B4-BE49-F238E27FC236}">
                <a16:creationId xmlns:a16="http://schemas.microsoft.com/office/drawing/2014/main" id="{17DACE40-3C2E-4B4D-A450-2D9F9CFF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Whiteboard API</a:t>
            </a:r>
          </a:p>
        </p:txBody>
      </p:sp>
      <p:sp>
        <p:nvSpPr>
          <p:cNvPr id="3" name="c3-text-227">
            <a:extLst xmlns:a="http://schemas.openxmlformats.org/drawingml/2006/main">
              <a:ext uri="{FF2B5EF4-FFF2-40B4-BE49-F238E27FC236}">
                <a16:creationId xmlns:a16="http://schemas.microsoft.com/office/drawing/2014/main" id="{AEC28D8A-A01E-49FC-AAA5-7DEADFB8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28">
            <a:extLst xmlns:a="http://schemas.openxmlformats.org/drawingml/2006/main">
              <a:ext uri="{FF2B5EF4-FFF2-40B4-BE49-F238E27FC236}">
                <a16:creationId xmlns:a16="http://schemas.microsoft.com/office/drawing/2014/main" id="{AAC11B9D-5F67-4F2A-BAC5-95FB3DF3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can speak and display an image in the same reply.</a:t>
            </a:r>
          </a:p>
        </p:txBody>
      </p:sp>
      <p:sp>
        <p:nvSpPr>
          <p:cNvPr id="5" name="c3-shape-229">
            <a:extLst xmlns:a="http://schemas.openxmlformats.org/drawingml/2006/main">
              <a:ext uri="{FF2B5EF4-FFF2-40B4-BE49-F238E27FC236}">
                <a16:creationId xmlns:a16="http://schemas.microsoft.com/office/drawing/2014/main" id="{4E45F025-AAA1-412F-AD2D-D692BD4E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79248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230">
            <a:extLst xmlns:a="http://schemas.openxmlformats.org/drawingml/2006/main">
              <a:ext uri="{FF2B5EF4-FFF2-40B4-BE49-F238E27FC236}">
                <a16:creationId xmlns:a16="http://schemas.microsoft.com/office/drawing/2014/main" id="{56004EEC-AAEF-4A1E-8248-51CB724D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75819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whiteboard = {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"type"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"image"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"image_url"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uploaded_image_url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AgentReply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(**result[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], whiteboard=whiteboard)</a:t>
            </a:r>
          </a:p>
        </p:txBody>
      </p:sp>
      <p:sp>
        <p:nvSpPr>
          <p:cNvPr id="7" name="c3-text-231">
            <a:extLst xmlns:a="http://schemas.openxmlformats.org/drawingml/2006/main">
              <a:ext uri="{FF2B5EF4-FFF2-40B4-BE49-F238E27FC236}">
                <a16:creationId xmlns:a16="http://schemas.microsoft.com/office/drawing/2014/main" id="{9576F687-4265-41EA-B925-2A582458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null keeps the image. {"type": "clear"} clears the board.</a:t>
            </a:r>
          </a:p>
        </p:txBody>
      </p:sp>
      <p:sp>
        <p:nvSpPr>
          <p:cNvPr id="8" name="c3-text-331">
            <a:extLst xmlns:a="http://schemas.openxmlformats.org/drawingml/2006/main">
              <a:ext uri="{FF2B5EF4-FFF2-40B4-BE49-F238E27FC236}">
                <a16:creationId xmlns:a16="http://schemas.microsoft.com/office/drawing/2014/main" id="{10B93AC8-56F7-41DD-8C65-4A200BA7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2992064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32">
            <a:extLst xmlns:a="http://schemas.openxmlformats.org/drawingml/2006/main">
              <a:ext uri="{FF2B5EF4-FFF2-40B4-BE49-F238E27FC236}">
                <a16:creationId xmlns:a16="http://schemas.microsoft.com/office/drawing/2014/main" id="{28736F9D-4CB9-4378-AEF3-D04C2668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3">
            <a:extLst xmlns:a="http://schemas.openxmlformats.org/drawingml/2006/main">
              <a:ext uri="{FF2B5EF4-FFF2-40B4-BE49-F238E27FC236}">
                <a16:creationId xmlns:a16="http://schemas.microsoft.com/office/drawing/2014/main" id="{60F3D047-25D4-4C5C-84E6-F4AF8562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Demo: Weather on the Whiteboard [9]</a:t>
            </a:r>
          </a:p>
        </p:txBody>
      </p:sp>
      <p:sp>
        <p:nvSpPr>
          <p:cNvPr id="3" name="c3-text-234">
            <a:extLst xmlns:a="http://schemas.openxmlformats.org/drawingml/2006/main">
              <a:ext uri="{FF2B5EF4-FFF2-40B4-BE49-F238E27FC236}">
                <a16:creationId xmlns:a16="http://schemas.microsoft.com/office/drawing/2014/main" id="{F9F5FE0D-DBEE-4207-B5FA-B46638CA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35">
            <a:extLst xmlns:a="http://schemas.openxmlformats.org/drawingml/2006/main">
              <a:ext uri="{FF2B5EF4-FFF2-40B4-BE49-F238E27FC236}">
                <a16:creationId xmlns:a16="http://schemas.microsoft.com/office/drawing/2014/main" id="{B3F6338A-E9AA-467F-B048-20ECDECE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What is the weather in Rome, Italy?</a:t>
            </a:r>
          </a:p>
        </p:txBody>
      </p:sp>
      <p:sp>
        <p:nvSpPr>
          <p:cNvPr id="5" name="c3-text-236">
            <a:extLst xmlns:a="http://schemas.openxmlformats.org/drawingml/2006/main">
              <a:ext uri="{FF2B5EF4-FFF2-40B4-BE49-F238E27FC236}">
                <a16:creationId xmlns:a16="http://schemas.microsoft.com/office/drawing/2014/main" id="{EA94FFD8-6F48-4462-A1BE-09EDA8D7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792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Download the condition icon selected by the API response.</a:t>
            </a:r>
          </a:p>
        </p:txBody>
      </p:sp>
      <p:sp>
        <p:nvSpPr>
          <p:cNvPr id="6" name="c3-text-237">
            <a:extLst xmlns:a="http://schemas.openxmlformats.org/drawingml/2006/main">
              <a:ext uri="{FF2B5EF4-FFF2-40B4-BE49-F238E27FC236}">
                <a16:creationId xmlns:a16="http://schemas.microsoft.com/office/drawing/2014/main" id="{F73161B2-764A-4D97-A3CF-5F448015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Upload the image to the embodiment server, then use its local URL.</a:t>
            </a:r>
          </a:p>
        </p:txBody>
      </p:sp>
      <p:sp>
        <p:nvSpPr>
          <p:cNvPr id="7" name="c3-text-238">
            <a:extLst xmlns:a="http://schemas.openxmlformats.org/drawingml/2006/main">
              <a:ext uri="{FF2B5EF4-FFF2-40B4-BE49-F238E27FC236}">
                <a16:creationId xmlns:a16="http://schemas.microsoft.com/office/drawing/2014/main" id="{B6D164AF-E3C8-43A8-B8F4-5F94B827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reports the observation while the board shows the condition.</a:t>
            </a:r>
          </a:p>
        </p:txBody>
      </p:sp>
      <p:sp>
        <p:nvSpPr>
          <p:cNvPr id="8" name="c3-text-332">
            <a:extLst xmlns:a="http://schemas.openxmlformats.org/drawingml/2006/main">
              <a:ext uri="{FF2B5EF4-FFF2-40B4-BE49-F238E27FC236}">
                <a16:creationId xmlns:a16="http://schemas.microsoft.com/office/drawing/2014/main" id="{841C41B4-1CC3-47F8-9FA2-B02D298F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4434747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39">
            <a:extLst xmlns:a="http://schemas.openxmlformats.org/drawingml/2006/main">
              <a:ext uri="{FF2B5EF4-FFF2-40B4-BE49-F238E27FC236}">
                <a16:creationId xmlns:a16="http://schemas.microsoft.com/office/drawing/2014/main" id="{CEEC7723-6515-4991-8F08-B8934BF1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0">
            <a:extLst xmlns:a="http://schemas.openxmlformats.org/drawingml/2006/main">
              <a:ext uri="{FF2B5EF4-FFF2-40B4-BE49-F238E27FC236}">
                <a16:creationId xmlns:a16="http://schemas.microsoft.com/office/drawing/2014/main" id="{39AB0DFF-2BEC-4237-9A96-8F177BC5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Agents [5] [6]</a:t>
            </a:r>
          </a:p>
        </p:txBody>
      </p:sp>
      <p:sp>
        <p:nvSpPr>
          <p:cNvPr id="3" name="c3-text-241">
            <a:extLst xmlns:a="http://schemas.openxmlformats.org/drawingml/2006/main">
              <a:ext uri="{FF2B5EF4-FFF2-40B4-BE49-F238E27FC236}">
                <a16:creationId xmlns:a16="http://schemas.microsoft.com/office/drawing/2014/main" id="{C7480F13-717F-42D8-8128-1DF0626C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2">
            <a:extLst xmlns:a="http://schemas.openxmlformats.org/drawingml/2006/main">
              <a:ext uri="{FF2B5EF4-FFF2-40B4-BE49-F238E27FC236}">
                <a16:creationId xmlns:a16="http://schemas.microsoft.com/office/drawing/2014/main" id="{35752AEC-7374-4157-A4D9-22822395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Claude Code and Codex work with the files in a project.</a:t>
            </a:r>
          </a:p>
        </p:txBody>
      </p:sp>
      <p:sp>
        <p:nvSpPr>
          <p:cNvPr id="5" name="c3-text-243">
            <a:extLst xmlns:a="http://schemas.openxmlformats.org/drawingml/2006/main">
              <a:ext uri="{FF2B5EF4-FFF2-40B4-BE49-F238E27FC236}">
                <a16:creationId xmlns:a16="http://schemas.microsoft.com/office/drawing/2014/main" id="{88078E53-C598-4E3B-B1BB-31D600C5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They inspect code, propose edits, run commands and use results to revise.</a:t>
            </a:r>
          </a:p>
        </p:txBody>
      </p:sp>
      <p:sp>
        <p:nvSpPr>
          <p:cNvPr id="6" name="c3-text-244">
            <a:extLst xmlns:a="http://schemas.openxmlformats.org/drawingml/2006/main">
              <a:ext uri="{FF2B5EF4-FFF2-40B4-BE49-F238E27FC236}">
                <a16:creationId xmlns:a16="http://schemas.microsoft.com/office/drawing/2014/main" id="{D127DF55-A208-43C2-972E-D2E05043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7924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Give a goal, file paths and acceptance checks. Review the changes and run them.</a:t>
            </a:r>
          </a:p>
        </p:txBody>
      </p:sp>
      <p:sp>
        <p:nvSpPr>
          <p:cNvPr id="7" name="c3-text-333">
            <a:extLst xmlns:a="http://schemas.openxmlformats.org/drawingml/2006/main">
              <a:ext uri="{FF2B5EF4-FFF2-40B4-BE49-F238E27FC236}">
                <a16:creationId xmlns:a16="http://schemas.microsoft.com/office/drawing/2014/main" id="{7CEDD5FF-50E7-4635-8123-1DCD9768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3501423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45">
            <a:extLst xmlns:a="http://schemas.openxmlformats.org/drawingml/2006/main">
              <a:ext uri="{FF2B5EF4-FFF2-40B4-BE49-F238E27FC236}">
                <a16:creationId xmlns:a16="http://schemas.microsoft.com/office/drawing/2014/main" id="{68BF8F9E-A8D7-4409-BEB8-D2C497FC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6">
            <a:extLst xmlns:a="http://schemas.openxmlformats.org/drawingml/2006/main">
              <a:ext uri="{FF2B5EF4-FFF2-40B4-BE49-F238E27FC236}">
                <a16:creationId xmlns:a16="http://schemas.microsoft.com/office/drawing/2014/main" id="{F52FBEE6-F698-436D-932D-C112A213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Codex: Installation and First Task [5] [10]</a:t>
            </a:r>
          </a:p>
        </p:txBody>
      </p:sp>
      <p:sp>
        <p:nvSpPr>
          <p:cNvPr id="3" name="c3-text-247">
            <a:extLst xmlns:a="http://schemas.openxmlformats.org/drawingml/2006/main">
              <a:ext uri="{FF2B5EF4-FFF2-40B4-BE49-F238E27FC236}">
                <a16:creationId xmlns:a16="http://schemas.microsoft.com/office/drawing/2014/main" id="{50E56206-9A9C-4871-9E52-DFD2EFC7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8">
            <a:extLst xmlns:a="http://schemas.openxmlformats.org/drawingml/2006/main">
              <a:ext uri="{FF2B5EF4-FFF2-40B4-BE49-F238E27FC236}">
                <a16:creationId xmlns:a16="http://schemas.microsoft.com/office/drawing/2014/main" id="{A1C4C1F8-916B-4C48-8B83-687FD00B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Open the official quickstart and install the desktop app.</a:t>
            </a:r>
          </a:p>
        </p:txBody>
      </p:sp>
      <p:sp>
        <p:nvSpPr>
          <p:cNvPr id="5" name="c3-text-249">
            <a:extLst xmlns:a="http://schemas.openxmlformats.org/drawingml/2006/main">
              <a:ext uri="{FF2B5EF4-FFF2-40B4-BE49-F238E27FC236}">
                <a16:creationId xmlns:a16="http://schemas.microsoft.com/office/drawing/2014/main" id="{C8798A0F-CFB3-4EE7-A47A-E0000A99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7924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Sign in with ChatGPT and open your local course project.</a:t>
            </a:r>
          </a:p>
        </p:txBody>
      </p:sp>
      <p:sp>
        <p:nvSpPr>
          <p:cNvPr id="6" name="c3-text-250">
            <a:extLst xmlns:a="http://schemas.openxmlformats.org/drawingml/2006/main">
              <a:ext uri="{FF2B5EF4-FFF2-40B4-BE49-F238E27FC236}">
                <a16:creationId xmlns:a16="http://schemas.microsoft.com/office/drawing/2014/main" id="{CA95BF2F-7299-444D-98F4-D62F3033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7924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Ask it to explain the selected avatar agent before editing.</a:t>
            </a:r>
          </a:p>
        </p:txBody>
      </p:sp>
      <p:sp>
        <p:nvSpPr>
          <p:cNvPr id="7" name="c3-text-251">
            <a:extLst xmlns:a="http://schemas.openxmlformats.org/drawingml/2006/main">
              <a:ext uri="{FF2B5EF4-FFF2-40B4-BE49-F238E27FC236}">
                <a16:creationId xmlns:a16="http://schemas.microsoft.com/office/drawing/2014/main" id="{01AAE023-3DAF-4E26-B1CB-E092172F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Check account access before class. API-key billing is separate.</a:t>
            </a:r>
          </a:p>
        </p:txBody>
      </p:sp>
      <p:sp>
        <p:nvSpPr>
          <p:cNvPr id="8" name="c3-text-334">
            <a:extLst xmlns:a="http://schemas.openxmlformats.org/drawingml/2006/main">
              <a:ext uri="{FF2B5EF4-FFF2-40B4-BE49-F238E27FC236}">
                <a16:creationId xmlns:a16="http://schemas.microsoft.com/office/drawing/2014/main" id="{78C84D86-7CE3-415F-8040-772C24BE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662883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52">
            <a:extLst xmlns:a="http://schemas.openxmlformats.org/drawingml/2006/main">
              <a:ext uri="{FF2B5EF4-FFF2-40B4-BE49-F238E27FC236}">
                <a16:creationId xmlns:a16="http://schemas.microsoft.com/office/drawing/2014/main" id="{B44ABFDC-756C-4620-ADD9-BF057115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3">
            <a:extLst xmlns:a="http://schemas.openxmlformats.org/drawingml/2006/main">
              <a:ext uri="{FF2B5EF4-FFF2-40B4-BE49-F238E27FC236}">
                <a16:creationId xmlns:a16="http://schemas.microsoft.com/office/drawing/2014/main" id="{F98B431E-20BF-4F8C-AAFD-BB312682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Memory, Animation and Weather</a:t>
            </a:r>
          </a:p>
        </p:txBody>
      </p:sp>
      <p:sp>
        <p:nvSpPr>
          <p:cNvPr id="3" name="c3-text-254">
            <a:extLst xmlns:a="http://schemas.openxmlformats.org/drawingml/2006/main">
              <a:ext uri="{FF2B5EF4-FFF2-40B4-BE49-F238E27FC236}">
                <a16:creationId xmlns:a16="http://schemas.microsoft.com/office/drawing/2014/main" id="{CE7ED718-4CB4-40CC-BA83-2F12558D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55">
            <a:extLst xmlns:a="http://schemas.openxmlformats.org/drawingml/2006/main">
              <a:ext uri="{FF2B5EF4-FFF2-40B4-BE49-F238E27FC236}">
                <a16:creationId xmlns:a16="http://schemas.microsoft.com/office/drawing/2014/main" id="{98985FF2-6233-445B-9732-E61CE42C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 from the memory avatar and add a current-weather tool.</a:t>
            </a:r>
          </a:p>
        </p:txBody>
      </p:sp>
      <p:sp>
        <p:nvSpPr>
          <p:cNvPr id="5" name="c3-text-256">
            <a:extLst xmlns:a="http://schemas.openxmlformats.org/drawingml/2006/main">
              <a:ext uri="{FF2B5EF4-FFF2-40B4-BE49-F238E27FC236}">
                <a16:creationId xmlns:a16="http://schemas.microsoft.com/office/drawing/2014/main" id="{E9EB6142-D887-49D1-A557-6B3D0078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Connect memory, animated ModelReply and Clear conversation.</a:t>
            </a:r>
          </a:p>
        </p:txBody>
      </p:sp>
      <p:sp>
        <p:nvSpPr>
          <p:cNvPr id="6" name="c3-text-257">
            <a:extLst xmlns:a="http://schemas.openxmlformats.org/drawingml/2006/main">
              <a:ext uri="{FF2B5EF4-FFF2-40B4-BE49-F238E27FC236}">
                <a16:creationId xmlns:a16="http://schemas.microsoft.com/office/drawing/2014/main" id="{0612E3A4-B5D3-4821-B5D7-69628EF4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7924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Show the observed condition on the whiteboard and explain the tool graph.</a:t>
            </a:r>
          </a:p>
        </p:txBody>
      </p:sp>
      <p:sp>
        <p:nvSpPr>
          <p:cNvPr id="7" name="c3-text-258">
            <a:hlinkClick xmlns:r="http://schemas.openxmlformats.org/officeDocument/2006/relationships" xmlns:a="http://schemas.openxmlformats.org/drawingml/2006/main" r:id="R6b9f663814d24a26"/>
            <a:extLst xmlns:a="http://schemas.openxmlformats.org/drawingml/2006/main">
              <a:ext uri="{FF2B5EF4-FFF2-40B4-BE49-F238E27FC236}">
                <a16:creationId xmlns:a16="http://schemas.microsoft.com/office/drawing/2014/main" id="{D8771949-AC44-4ECB-8DFE-F3DB9BED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Exercise brief and suggested Codex prompt</a:t>
            </a:r>
          </a:p>
        </p:txBody>
      </p:sp>
      <p:sp>
        <p:nvSpPr>
          <p:cNvPr id="8" name="c3-text-335">
            <a:extLst xmlns:a="http://schemas.openxmlformats.org/drawingml/2006/main">
              <a:ext uri="{FF2B5EF4-FFF2-40B4-BE49-F238E27FC236}">
                <a16:creationId xmlns:a16="http://schemas.microsoft.com/office/drawing/2014/main" id="{434E3E9D-4AC0-46BB-953C-591E58BA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969290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59">
            <a:extLst xmlns:a="http://schemas.openxmlformats.org/drawingml/2006/main">
              <a:ext uri="{FF2B5EF4-FFF2-40B4-BE49-F238E27FC236}">
                <a16:creationId xmlns:a16="http://schemas.microsoft.com/office/drawing/2014/main" id="{E0974ACE-83A1-499F-A0B8-BD538BDA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0">
            <a:extLst xmlns:a="http://schemas.openxmlformats.org/drawingml/2006/main">
              <a:ext uri="{FF2B5EF4-FFF2-40B4-BE49-F238E27FC236}">
                <a16:creationId xmlns:a16="http://schemas.microsoft.com/office/drawing/2014/main" id="{6F782892-9DBF-4140-ABB1-9A15FD76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Useful Prompt for Codex</a:t>
            </a:r>
          </a:p>
        </p:txBody>
      </p:sp>
      <p:sp>
        <p:nvSpPr>
          <p:cNvPr id="3" name="c3-text-261">
            <a:extLst xmlns:a="http://schemas.openxmlformats.org/drawingml/2006/main">
              <a:ext uri="{FF2B5EF4-FFF2-40B4-BE49-F238E27FC236}">
                <a16:creationId xmlns:a16="http://schemas.microsoft.com/office/drawing/2014/main" id="{F8474D69-8283-4DC4-BEA8-4EA9F62A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62">
            <a:extLst xmlns:a="http://schemas.openxmlformats.org/drawingml/2006/main">
              <a:ext uri="{FF2B5EF4-FFF2-40B4-BE49-F238E27FC236}">
                <a16:creationId xmlns:a16="http://schemas.microsoft.com/office/drawing/2014/main" id="{C50049AF-6DB5-45A1-A553-392CB8A8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4384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63">
            <a:extLst xmlns:a="http://schemas.openxmlformats.org/drawingml/2006/main">
              <a:ext uri="{FF2B5EF4-FFF2-40B4-BE49-F238E27FC236}">
                <a16:creationId xmlns:a16="http://schemas.microsoft.com/office/drawing/2014/main" id="{E2F9934B-7A53-40D9-836B-04A75C8C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Read the avatar agent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the whiteboard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contract.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Explain how memory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ModelReply currently work.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Add an OpenWeather current-weather tool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a tool loop.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Keep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response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(text)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Download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upload the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condition icon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the board.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Read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OPENWEATHER_API_KEY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the environment.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Use mocked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HTTP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tests; show the diff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explain it.</a:t>
            </a:r>
          </a:p>
        </p:txBody>
      </p:sp>
      <p:sp>
        <p:nvSpPr>
          <p:cNvPr id="6" name="c3-text-264">
            <a:extLst xmlns:a="http://schemas.openxmlformats.org/drawingml/2006/main">
              <a:ext uri="{FF2B5EF4-FFF2-40B4-BE49-F238E27FC236}">
                <a16:creationId xmlns:a16="http://schemas.microsoft.com/office/drawing/2014/main" id="{E9205D7B-B6D9-4FC4-92D0-A21F9090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Provide the full brief. Ask for a plan, then implement and inspect each step.</a:t>
            </a:r>
          </a:p>
        </p:txBody>
      </p:sp>
      <p:sp>
        <p:nvSpPr>
          <p:cNvPr id="7" name="c3-text-336">
            <a:extLst xmlns:a="http://schemas.openxmlformats.org/drawingml/2006/main">
              <a:ext uri="{FF2B5EF4-FFF2-40B4-BE49-F238E27FC236}">
                <a16:creationId xmlns:a16="http://schemas.microsoft.com/office/drawing/2014/main" id="{A29283A7-2FC2-423F-A1A9-11A8FDD8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1049300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65">
            <a:extLst xmlns:a="http://schemas.openxmlformats.org/drawingml/2006/main">
              <a:ext uri="{FF2B5EF4-FFF2-40B4-BE49-F238E27FC236}">
                <a16:creationId xmlns:a16="http://schemas.microsoft.com/office/drawing/2014/main" id="{4E0AA618-CDF0-40A9-B7D7-F5FC10E7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6">
            <a:extLst xmlns:a="http://schemas.openxmlformats.org/drawingml/2006/main">
              <a:ext uri="{FF2B5EF4-FFF2-40B4-BE49-F238E27FC236}">
                <a16:creationId xmlns:a16="http://schemas.microsoft.com/office/drawing/2014/main" id="{A1063328-771E-4438-B9AC-BE1F06B4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Agent: Acceptance Checks</a:t>
            </a:r>
          </a:p>
        </p:txBody>
      </p:sp>
      <p:sp>
        <p:nvSpPr>
          <p:cNvPr id="3" name="c3-text-267">
            <a:extLst xmlns:a="http://schemas.openxmlformats.org/drawingml/2006/main">
              <a:ext uri="{FF2B5EF4-FFF2-40B4-BE49-F238E27FC236}">
                <a16:creationId xmlns:a16="http://schemas.microsoft.com/office/drawing/2014/main" id="{B0ACD430-5D95-4B16-862B-432D5AE2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68">
            <a:extLst xmlns:a="http://schemas.openxmlformats.org/drawingml/2006/main">
              <a:ext uri="{FF2B5EF4-FFF2-40B4-BE49-F238E27FC236}">
                <a16:creationId xmlns:a16="http://schemas.microsoft.com/office/drawing/2014/main" id="{BE7279C5-8775-47F5-B65D-CB54634B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Rome, IT: real observation, units and a matching board image.</a:t>
            </a:r>
          </a:p>
        </p:txBody>
      </p:sp>
      <p:sp>
        <p:nvSpPr>
          <p:cNvPr id="5" name="c3-text-269">
            <a:extLst xmlns:a="http://schemas.openxmlformats.org/drawingml/2006/main">
              <a:ext uri="{FF2B5EF4-FFF2-40B4-BE49-F238E27FC236}">
                <a16:creationId xmlns:a16="http://schemas.microsoft.com/office/drawing/2014/main" id="{9E044532-3C1D-463A-98FD-B4D5B402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792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about Milan? Uses the conversation context.</a:t>
            </a:r>
          </a:p>
        </p:txBody>
      </p:sp>
      <p:sp>
        <p:nvSpPr>
          <p:cNvPr id="6" name="c3-text-270">
            <a:extLst xmlns:a="http://schemas.openxmlformats.org/drawingml/2006/main">
              <a:ext uri="{FF2B5EF4-FFF2-40B4-BE49-F238E27FC236}">
                <a16:creationId xmlns:a16="http://schemas.microsoft.com/office/drawing/2014/main" id="{E30B2C92-CD97-4EFF-97AD-E21DA712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Missing city or API failure: asks or explains; no invented weather.</a:t>
            </a:r>
          </a:p>
        </p:txBody>
      </p:sp>
      <p:sp>
        <p:nvSpPr>
          <p:cNvPr id="7" name="c3-text-271">
            <a:extLst xmlns:a="http://schemas.openxmlformats.org/drawingml/2006/main">
              <a:ext uri="{FF2B5EF4-FFF2-40B4-BE49-F238E27FC236}">
                <a16:creationId xmlns:a16="http://schemas.microsoft.com/office/drawing/2014/main" id="{37897930-BC7A-4E29-90A8-0529EEDF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Clear conversation: previous details disappear. Keys stay local.</a:t>
            </a:r>
          </a:p>
        </p:txBody>
      </p:sp>
      <p:sp>
        <p:nvSpPr>
          <p:cNvPr id="8" name="c3-text-337">
            <a:extLst xmlns:a="http://schemas.openxmlformats.org/drawingml/2006/main">
              <a:ext uri="{FF2B5EF4-FFF2-40B4-BE49-F238E27FC236}">
                <a16:creationId xmlns:a16="http://schemas.microsoft.com/office/drawing/2014/main" id="{A42FAD5C-BE12-466D-BF5B-CAFF0AA7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7982194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272">
            <a:extLst xmlns:a="http://schemas.openxmlformats.org/drawingml/2006/main">
              <a:ext uri="{FF2B5EF4-FFF2-40B4-BE49-F238E27FC236}">
                <a16:creationId xmlns:a16="http://schemas.microsoft.com/office/drawing/2014/main" id="{3CA1353F-077F-4E57-9297-62352782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3">
            <a:extLst xmlns:a="http://schemas.openxmlformats.org/drawingml/2006/main">
              <a:ext uri="{FF2B5EF4-FFF2-40B4-BE49-F238E27FC236}">
                <a16:creationId xmlns:a16="http://schemas.microsoft.com/office/drawing/2014/main" id="{28D6637C-431E-45BF-9039-804CEC92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274">
            <a:extLst xmlns:a="http://schemas.openxmlformats.org/drawingml/2006/main">
              <a:ext uri="{FF2B5EF4-FFF2-40B4-BE49-F238E27FC236}">
                <a16:creationId xmlns:a16="http://schemas.microsoft.com/office/drawing/2014/main" id="{41B9EEAD-523C-43EE-9279-4186DCD7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75">
            <a:hlinkClick xmlns:r="http://schemas.openxmlformats.org/officeDocument/2006/relationships" xmlns:a="http://schemas.openxmlformats.org/drawingml/2006/main" r:id="R4a56e2cb27ae43cc"/>
            <a:extLst xmlns:a="http://schemas.openxmlformats.org/drawingml/2006/main">
              <a:ext uri="{FF2B5EF4-FFF2-40B4-BE49-F238E27FC236}">
                <a16:creationId xmlns:a16="http://schemas.microsoft.com/office/drawing/2014/main" id="{9EF2FF20-FA31-40B1-BFFB-C725229B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 persistence</a:t>
            </a:r>
          </a:p>
        </p:txBody>
      </p:sp>
      <p:sp>
        <p:nvSpPr>
          <p:cNvPr id="5" name="c3-text-276">
            <a:hlinkClick xmlns:r="http://schemas.openxmlformats.org/officeDocument/2006/relationships" xmlns:a="http://schemas.openxmlformats.org/drawingml/2006/main" r:id="Rb77e2bfe62c84342"/>
            <a:extLst xmlns:a="http://schemas.openxmlformats.org/drawingml/2006/main">
              <a:ext uri="{FF2B5EF4-FFF2-40B4-BE49-F238E27FC236}">
                <a16:creationId xmlns:a16="http://schemas.microsoft.com/office/drawing/2014/main" id="{BE17550A-F48B-494D-A0BC-5BA5D891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Checkpoints, threads and deleting a thread</a:t>
            </a:r>
          </a:p>
        </p:txBody>
      </p:sp>
      <p:sp>
        <p:nvSpPr>
          <p:cNvPr id="6" name="c3-shape-277">
            <a:extLst xmlns:a="http://schemas.openxmlformats.org/drawingml/2006/main">
              <a:ext uri="{FF2B5EF4-FFF2-40B4-BE49-F238E27FC236}">
                <a16:creationId xmlns:a16="http://schemas.microsoft.com/office/drawing/2014/main" id="{AF1804AE-7D7F-4503-9701-2296D815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278">
            <a:hlinkClick xmlns:r="http://schemas.openxmlformats.org/officeDocument/2006/relationships" xmlns:a="http://schemas.openxmlformats.org/drawingml/2006/main" r:id="R23e08e367b254ed1"/>
            <a:extLst xmlns:a="http://schemas.openxmlformats.org/drawingml/2006/main">
              <a:ext uri="{FF2B5EF4-FFF2-40B4-BE49-F238E27FC236}">
                <a16:creationId xmlns:a16="http://schemas.microsoft.com/office/drawing/2014/main" id="{309C68A4-A8CE-478A-AE6F-1714850A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 structured output</a:t>
            </a:r>
          </a:p>
        </p:txBody>
      </p:sp>
      <p:sp>
        <p:nvSpPr>
          <p:cNvPr id="8" name="c3-text-279">
            <a:hlinkClick xmlns:r="http://schemas.openxmlformats.org/officeDocument/2006/relationships" xmlns:a="http://schemas.openxmlformats.org/drawingml/2006/main" r:id="Ra8da6fa627984e17"/>
            <a:extLst xmlns:a="http://schemas.openxmlformats.org/drawingml/2006/main">
              <a:ext uri="{FF2B5EF4-FFF2-40B4-BE49-F238E27FC236}">
                <a16:creationId xmlns:a16="http://schemas.microsoft.com/office/drawing/2014/main" id="{EEE3F7F1-14B6-432D-9298-13E0BDDE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with_structured_output and its methods</a:t>
            </a:r>
          </a:p>
        </p:txBody>
      </p:sp>
      <p:sp>
        <p:nvSpPr>
          <p:cNvPr id="9" name="c3-shape-280">
            <a:extLst xmlns:a="http://schemas.openxmlformats.org/drawingml/2006/main">
              <a:ext uri="{FF2B5EF4-FFF2-40B4-BE49-F238E27FC236}">
                <a16:creationId xmlns:a16="http://schemas.microsoft.com/office/drawing/2014/main" id="{89A668EB-6B7B-47B3-A1FF-553FECAB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281">
            <a:hlinkClick xmlns:r="http://schemas.openxmlformats.org/officeDocument/2006/relationships" xmlns:a="http://schemas.openxmlformats.org/drawingml/2006/main" r:id="R95051458062a4801"/>
            <a:extLst xmlns:a="http://schemas.openxmlformats.org/drawingml/2006/main">
              <a:ext uri="{FF2B5EF4-FFF2-40B4-BE49-F238E27FC236}">
                <a16:creationId xmlns:a16="http://schemas.microsoft.com/office/drawing/2014/main" id="{555561DB-61D0-4437-98EA-0A999880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Chat prompt templates</a:t>
            </a:r>
          </a:p>
        </p:txBody>
      </p:sp>
      <p:sp>
        <p:nvSpPr>
          <p:cNvPr id="11" name="c3-text-282">
            <a:hlinkClick xmlns:r="http://schemas.openxmlformats.org/officeDocument/2006/relationships" xmlns:a="http://schemas.openxmlformats.org/drawingml/2006/main" r:id="Re51544d34319451b"/>
            <a:extLst xmlns:a="http://schemas.openxmlformats.org/drawingml/2006/main">
              <a:ext uri="{FF2B5EF4-FFF2-40B4-BE49-F238E27FC236}">
                <a16:creationId xmlns:a16="http://schemas.microsoft.com/office/drawing/2014/main" id="{13107E8D-556D-45F7-88E5-84E6D54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templates and message placeholders</a:t>
            </a:r>
          </a:p>
        </p:txBody>
      </p:sp>
      <p:sp>
        <p:nvSpPr>
          <p:cNvPr id="12" name="c3-shape-283">
            <a:extLst xmlns:a="http://schemas.openxmlformats.org/drawingml/2006/main">
              <a:ext uri="{FF2B5EF4-FFF2-40B4-BE49-F238E27FC236}">
                <a16:creationId xmlns:a16="http://schemas.microsoft.com/office/drawing/2014/main" id="{5F758102-66EC-43FF-BF71-704E2DA2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284">
            <a:hlinkClick xmlns:r="http://schemas.openxmlformats.org/officeDocument/2006/relationships" xmlns:a="http://schemas.openxmlformats.org/drawingml/2006/main" r:id="R33a889be6f7140ad"/>
            <a:extLst xmlns:a="http://schemas.openxmlformats.org/drawingml/2006/main">
              <a:ext uri="{FF2B5EF4-FFF2-40B4-BE49-F238E27FC236}">
                <a16:creationId xmlns:a16="http://schemas.microsoft.com/office/drawing/2014/main" id="{E27A2858-7DF9-4854-B945-F06FB825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LangGraph tool loop</a:t>
            </a:r>
          </a:p>
        </p:txBody>
      </p:sp>
      <p:sp>
        <p:nvSpPr>
          <p:cNvPr id="14" name="c3-text-285">
            <a:hlinkClick xmlns:r="http://schemas.openxmlformats.org/officeDocument/2006/relationships" xmlns:a="http://schemas.openxmlformats.org/drawingml/2006/main" r:id="Rdea2f9a359e442ed"/>
            <a:extLst xmlns:a="http://schemas.openxmlformats.org/drawingml/2006/main">
              <a:ext uri="{FF2B5EF4-FFF2-40B4-BE49-F238E27FC236}">
                <a16:creationId xmlns:a16="http://schemas.microsoft.com/office/drawing/2014/main" id="{3E2DA959-115D-4CA2-A0B4-95ABA00B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decisions, tools and tool results</a:t>
            </a:r>
          </a:p>
        </p:txBody>
      </p:sp>
      <p:sp>
        <p:nvSpPr>
          <p:cNvPr id="15" name="c3-text-286">
            <a:hlinkClick xmlns:r="http://schemas.openxmlformats.org/officeDocument/2006/relationships" xmlns:a="http://schemas.openxmlformats.org/drawingml/2006/main" r:id="R24461bbc7c214b9c"/>
            <a:extLst xmlns:a="http://schemas.openxmlformats.org/drawingml/2006/main">
              <a:ext uri="{FF2B5EF4-FFF2-40B4-BE49-F238E27FC236}">
                <a16:creationId xmlns:a16="http://schemas.microsoft.com/office/drawing/2014/main" id="{4BE93E67-04E3-41F5-B81F-E18B6CD7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Codex quickstart</a:t>
            </a:r>
          </a:p>
        </p:txBody>
      </p:sp>
      <p:sp>
        <p:nvSpPr>
          <p:cNvPr id="16" name="c3-text-287">
            <a:hlinkClick xmlns:r="http://schemas.openxmlformats.org/officeDocument/2006/relationships" xmlns:a="http://schemas.openxmlformats.org/drawingml/2006/main" r:id="R72b1525befcb4960"/>
            <a:extLst xmlns:a="http://schemas.openxmlformats.org/drawingml/2006/main">
              <a:ext uri="{FF2B5EF4-FFF2-40B4-BE49-F238E27FC236}">
                <a16:creationId xmlns:a16="http://schemas.microsoft.com/office/drawing/2014/main" id="{791B216A-7FEF-44B1-A379-8A04F0A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Desktop installation and ChatGPT sign-in</a:t>
            </a:r>
          </a:p>
        </p:txBody>
      </p:sp>
      <p:sp>
        <p:nvSpPr>
          <p:cNvPr id="17" name="c3-shape-288">
            <a:extLst xmlns:a="http://schemas.openxmlformats.org/drawingml/2006/main">
              <a:ext uri="{FF2B5EF4-FFF2-40B4-BE49-F238E27FC236}">
                <a16:creationId xmlns:a16="http://schemas.microsoft.com/office/drawing/2014/main" id="{77AB7804-C9F5-4FC4-9514-A1E6FFEB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289">
            <a:hlinkClick xmlns:r="http://schemas.openxmlformats.org/officeDocument/2006/relationships" xmlns:a="http://schemas.openxmlformats.org/drawingml/2006/main" r:id="R304dcc68d7f349a0"/>
            <a:extLst xmlns:a="http://schemas.openxmlformats.org/drawingml/2006/main">
              <a:ext uri="{FF2B5EF4-FFF2-40B4-BE49-F238E27FC236}">
                <a16:creationId xmlns:a16="http://schemas.microsoft.com/office/drawing/2014/main" id="{3BDC87CF-C34A-4591-9ABF-88509492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Claude Code</a:t>
            </a:r>
          </a:p>
        </p:txBody>
      </p:sp>
      <p:sp>
        <p:nvSpPr>
          <p:cNvPr id="19" name="c3-text-290">
            <a:hlinkClick xmlns:r="http://schemas.openxmlformats.org/officeDocument/2006/relationships" xmlns:a="http://schemas.openxmlformats.org/drawingml/2006/main" r:id="R1c32f6d36e8449fc"/>
            <a:extLst xmlns:a="http://schemas.openxmlformats.org/drawingml/2006/main">
              <a:ext uri="{FF2B5EF4-FFF2-40B4-BE49-F238E27FC236}">
                <a16:creationId xmlns:a16="http://schemas.microsoft.com/office/drawing/2014/main" id="{02866FB4-2DED-41CA-B1C0-B58CDD32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 overview</a:t>
            </a:r>
          </a:p>
        </p:txBody>
      </p:sp>
      <p:sp>
        <p:nvSpPr>
          <p:cNvPr id="20" name="c3-shape-291">
            <a:extLst xmlns:a="http://schemas.openxmlformats.org/drawingml/2006/main">
              <a:ext uri="{FF2B5EF4-FFF2-40B4-BE49-F238E27FC236}">
                <a16:creationId xmlns:a16="http://schemas.microsoft.com/office/drawing/2014/main" id="{77639516-5AB2-420A-8220-FA868F84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292">
            <a:hlinkClick xmlns:r="http://schemas.openxmlformats.org/officeDocument/2006/relationships" xmlns:a="http://schemas.openxmlformats.org/drawingml/2006/main" r:id="R071b65f89d104b80"/>
            <a:extLst xmlns:a="http://schemas.openxmlformats.org/drawingml/2006/main">
              <a:ext uri="{FF2B5EF4-FFF2-40B4-BE49-F238E27FC236}">
                <a16:creationId xmlns:a16="http://schemas.microsoft.com/office/drawing/2014/main" id="{CEB400C6-4DB3-474F-9629-D6D78AF3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OpenWeather current weather</a:t>
            </a:r>
          </a:p>
        </p:txBody>
      </p:sp>
      <p:sp>
        <p:nvSpPr>
          <p:cNvPr id="22" name="c3-text-293">
            <a:hlinkClick xmlns:r="http://schemas.openxmlformats.org/officeDocument/2006/relationships" xmlns:a="http://schemas.openxmlformats.org/drawingml/2006/main" r:id="R5444c547246d419e"/>
            <a:extLst xmlns:a="http://schemas.openxmlformats.org/drawingml/2006/main">
              <a:ext uri="{FF2B5EF4-FFF2-40B4-BE49-F238E27FC236}">
                <a16:creationId xmlns:a16="http://schemas.microsoft.com/office/drawing/2014/main" id="{6A61EB12-1F2F-4B03-A435-8A4B2B9C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conditions and metric units</a:t>
            </a:r>
          </a:p>
        </p:txBody>
      </p:sp>
      <p:sp>
        <p:nvSpPr>
          <p:cNvPr id="23" name="c3-shape-294">
            <a:extLst xmlns:a="http://schemas.openxmlformats.org/drawingml/2006/main">
              <a:ext uri="{FF2B5EF4-FFF2-40B4-BE49-F238E27FC236}">
                <a16:creationId xmlns:a16="http://schemas.microsoft.com/office/drawing/2014/main" id="{D10C20F9-7208-422A-94D7-196E8F6E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295">
            <a:hlinkClick xmlns:r="http://schemas.openxmlformats.org/officeDocument/2006/relationships" xmlns:a="http://schemas.openxmlformats.org/drawingml/2006/main" r:id="Rdd1399fbc67a4536"/>
            <a:extLst xmlns:a="http://schemas.openxmlformats.org/drawingml/2006/main">
              <a:ext uri="{FF2B5EF4-FFF2-40B4-BE49-F238E27FC236}">
                <a16:creationId xmlns:a16="http://schemas.microsoft.com/office/drawing/2014/main" id="{0FACFC0E-0D5C-489D-9767-2878B690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OpenWeather geocoding</a:t>
            </a:r>
          </a:p>
        </p:txBody>
      </p:sp>
      <p:sp>
        <p:nvSpPr>
          <p:cNvPr id="25" name="c3-text-296">
            <a:hlinkClick xmlns:r="http://schemas.openxmlformats.org/officeDocument/2006/relationships" xmlns:a="http://schemas.openxmlformats.org/drawingml/2006/main" r:id="Rb4f0cb51752e4929"/>
            <a:extLst xmlns:a="http://schemas.openxmlformats.org/drawingml/2006/main">
              <a:ext uri="{FF2B5EF4-FFF2-40B4-BE49-F238E27FC236}">
                <a16:creationId xmlns:a16="http://schemas.microsoft.com/office/drawing/2014/main" id="{7AFD1878-D02A-4B3C-BA21-F7986C12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City names to coordinates</a:t>
            </a:r>
          </a:p>
        </p:txBody>
      </p:sp>
      <p:sp>
        <p:nvSpPr>
          <p:cNvPr id="26" name="c3-text-338">
            <a:extLst xmlns:a="http://schemas.openxmlformats.org/drawingml/2006/main">
              <a:ext uri="{FF2B5EF4-FFF2-40B4-BE49-F238E27FC236}">
                <a16:creationId xmlns:a16="http://schemas.microsoft.com/office/drawing/2014/main" id="{C3DD65B3-727B-4ACF-9FEC-67A59EB8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31125847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297">
            <a:extLst xmlns:a="http://schemas.openxmlformats.org/drawingml/2006/main">
              <a:ext uri="{FF2B5EF4-FFF2-40B4-BE49-F238E27FC236}">
                <a16:creationId xmlns:a16="http://schemas.microsoft.com/office/drawing/2014/main" id="{A2BF9C56-2B6D-4987-BA84-EC7EBD08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98">
            <a:extLst xmlns:a="http://schemas.openxmlformats.org/drawingml/2006/main">
              <a:ext uri="{FF2B5EF4-FFF2-40B4-BE49-F238E27FC236}">
                <a16:creationId xmlns:a16="http://schemas.microsoft.com/office/drawing/2014/main" id="{2FACC501-B4A8-4564-8099-D3BD5D68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 (continued)</a:t>
            </a:r>
          </a:p>
        </p:txBody>
      </p:sp>
      <p:sp>
        <p:nvSpPr>
          <p:cNvPr id="3" name="c3-text-299">
            <a:extLst xmlns:a="http://schemas.openxmlformats.org/drawingml/2006/main">
              <a:ext uri="{FF2B5EF4-FFF2-40B4-BE49-F238E27FC236}">
                <a16:creationId xmlns:a16="http://schemas.microsoft.com/office/drawing/2014/main" id="{7A9A5F8A-37F1-491F-81DE-6CD411AC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00">
            <a:hlinkClick xmlns:r="http://schemas.openxmlformats.org/officeDocument/2006/relationships" xmlns:a="http://schemas.openxmlformats.org/drawingml/2006/main" r:id="R2afc31127cde44d7"/>
            <a:extLst xmlns:a="http://schemas.openxmlformats.org/drawingml/2006/main">
              <a:ext uri="{FF2B5EF4-FFF2-40B4-BE49-F238E27FC236}">
                <a16:creationId xmlns:a16="http://schemas.microsoft.com/office/drawing/2014/main" id="{6554411F-6B1C-418D-8E3E-7E0CAF59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OpenWeather icons</a:t>
            </a:r>
          </a:p>
        </p:txBody>
      </p:sp>
      <p:sp>
        <p:nvSpPr>
          <p:cNvPr id="5" name="c3-text-301">
            <a:hlinkClick xmlns:r="http://schemas.openxmlformats.org/officeDocument/2006/relationships" xmlns:a="http://schemas.openxmlformats.org/drawingml/2006/main" r:id="R6e5f68e7d8c84d94"/>
            <a:extLst xmlns:a="http://schemas.openxmlformats.org/drawingml/2006/main">
              <a:ext uri="{FF2B5EF4-FFF2-40B4-BE49-F238E27FC236}">
                <a16:creationId xmlns:a16="http://schemas.microsoft.com/office/drawing/2014/main" id="{F2151F68-3C08-4DD8-8D38-E6D90419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codes and condition icons</a:t>
            </a:r>
          </a:p>
        </p:txBody>
      </p:sp>
      <p:sp>
        <p:nvSpPr>
          <p:cNvPr id="6" name="c3-shape-302">
            <a:extLst xmlns:a="http://schemas.openxmlformats.org/drawingml/2006/main">
              <a:ext uri="{FF2B5EF4-FFF2-40B4-BE49-F238E27FC236}">
                <a16:creationId xmlns:a16="http://schemas.microsoft.com/office/drawing/2014/main" id="{0F42B79D-28B3-4149-87FB-25A0F947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03">
            <a:hlinkClick xmlns:r="http://schemas.openxmlformats.org/officeDocument/2006/relationships" xmlns:a="http://schemas.openxmlformats.org/drawingml/2006/main" r:id="Re5ce6d8e6e3f412d"/>
            <a:extLst xmlns:a="http://schemas.openxmlformats.org/drawingml/2006/main">
              <a:ext uri="{FF2B5EF4-FFF2-40B4-BE49-F238E27FC236}">
                <a16:creationId xmlns:a16="http://schemas.microsoft.com/office/drawing/2014/main" id="{9FFF92C9-91CF-49E4-A6E8-46249676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Codex plans</a:t>
            </a:r>
          </a:p>
        </p:txBody>
      </p:sp>
      <p:sp>
        <p:nvSpPr>
          <p:cNvPr id="8" name="c3-text-304">
            <a:hlinkClick xmlns:r="http://schemas.openxmlformats.org/officeDocument/2006/relationships" xmlns:a="http://schemas.openxmlformats.org/drawingml/2006/main" r:id="Rd2ed65562ba14b39"/>
            <a:extLst xmlns:a="http://schemas.openxmlformats.org/drawingml/2006/main">
              <a:ext uri="{FF2B5EF4-FFF2-40B4-BE49-F238E27FC236}">
                <a16:creationId xmlns:a16="http://schemas.microsoft.com/office/drawing/2014/main" id="{E2369844-D40C-4FF4-BFDB-DBC0CC7B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Availability and included usage</a:t>
            </a:r>
          </a:p>
        </p:txBody>
      </p:sp>
      <p:sp>
        <p:nvSpPr>
          <p:cNvPr id="9" name="c3-shape-305">
            <a:extLst xmlns:a="http://schemas.openxmlformats.org/drawingml/2006/main">
              <a:ext uri="{FF2B5EF4-FFF2-40B4-BE49-F238E27FC236}">
                <a16:creationId xmlns:a16="http://schemas.microsoft.com/office/drawing/2014/main" id="{329B3332-81D6-41B3-BCFA-55176874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06">
            <a:hlinkClick xmlns:r="http://schemas.openxmlformats.org/officeDocument/2006/relationships" xmlns:a="http://schemas.openxmlformats.org/drawingml/2006/main" r:id="R28936f43ad2545a2"/>
            <a:extLst xmlns:a="http://schemas.openxmlformats.org/drawingml/2006/main">
              <a:ext uri="{FF2B5EF4-FFF2-40B4-BE49-F238E27FC236}">
                <a16:creationId xmlns:a16="http://schemas.microsoft.com/office/drawing/2014/main" id="{31091634-A797-4DB3-A87C-36CE6FC4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[11] OpenWeather account and keys</a:t>
            </a:r>
          </a:p>
        </p:txBody>
      </p:sp>
      <p:sp>
        <p:nvSpPr>
          <p:cNvPr id="11" name="c3-text-307">
            <a:hlinkClick xmlns:r="http://schemas.openxmlformats.org/officeDocument/2006/relationships" xmlns:a="http://schemas.openxmlformats.org/drawingml/2006/main" r:id="Rbd91486e8af04e7a"/>
            <a:extLst xmlns:a="http://schemas.openxmlformats.org/drawingml/2006/main">
              <a:ext uri="{FF2B5EF4-FFF2-40B4-BE49-F238E27FC236}">
                <a16:creationId xmlns:a16="http://schemas.microsoft.com/office/drawing/2014/main" id="{9BB73F8B-A249-4C15-AF6B-B51941AF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Registration, email verification and activation</a:t>
            </a:r>
          </a:p>
        </p:txBody>
      </p:sp>
      <p:sp>
        <p:nvSpPr>
          <p:cNvPr id="12" name="c3-shape-308">
            <a:extLst xmlns:a="http://schemas.openxmlformats.org/drawingml/2006/main">
              <a:ext uri="{FF2B5EF4-FFF2-40B4-BE49-F238E27FC236}">
                <a16:creationId xmlns:a16="http://schemas.microsoft.com/office/drawing/2014/main" id="{479B8F9C-36B8-493B-AA3F-363F0AB8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09">
            <a:hlinkClick xmlns:r="http://schemas.openxmlformats.org/officeDocument/2006/relationships" xmlns:a="http://schemas.openxmlformats.org/drawingml/2006/main" r:id="Rd0b555e2f5e64650"/>
            <a:extLst xmlns:a="http://schemas.openxmlformats.org/drawingml/2006/main">
              <a:ext uri="{FF2B5EF4-FFF2-40B4-BE49-F238E27FC236}">
                <a16:creationId xmlns:a16="http://schemas.microsoft.com/office/drawing/2014/main" id="{AB67518C-B094-43E8-9650-F6BDA818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[12] OpenWeather free access</a:t>
            </a:r>
          </a:p>
        </p:txBody>
      </p:sp>
      <p:sp>
        <p:nvSpPr>
          <p:cNvPr id="14" name="c3-text-310">
            <a:hlinkClick xmlns:r="http://schemas.openxmlformats.org/officeDocument/2006/relationships" xmlns:a="http://schemas.openxmlformats.org/drawingml/2006/main" r:id="Rc675c1806a294c84"/>
            <a:extLst xmlns:a="http://schemas.openxmlformats.org/drawingml/2006/main">
              <a:ext uri="{FF2B5EF4-FFF2-40B4-BE49-F238E27FC236}">
                <a16:creationId xmlns:a16="http://schemas.microsoft.com/office/drawing/2014/main" id="{0921DD79-8676-4018-AD28-DFA84A9D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Weather and Geocoding availability</a:t>
            </a:r>
          </a:p>
        </p:txBody>
      </p:sp>
      <p:sp>
        <p:nvSpPr>
          <p:cNvPr id="15" name="c3-text-339">
            <a:extLst xmlns:a="http://schemas.openxmlformats.org/drawingml/2006/main">
              <a:ext uri="{FF2B5EF4-FFF2-40B4-BE49-F238E27FC236}">
                <a16:creationId xmlns:a16="http://schemas.microsoft.com/office/drawing/2014/main" id="{430063F5-368D-457C-8CE0-DD6B3739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72158109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2026-10-30T11:47:30.3300000Z</dcterms:created>
  <dcterms:modified xsi:type="dcterms:W3CDTF">2026-10-30T11:47:30.3300000Z</dcterms:modified>
</coreProperties>
</file>