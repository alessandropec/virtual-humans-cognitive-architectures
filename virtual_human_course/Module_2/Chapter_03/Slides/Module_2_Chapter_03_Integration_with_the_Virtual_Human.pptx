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jpeg" ContentType="image/jpeg"/>
  <ns0:Default Extension="png" ContentType="image/png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0.xml" ContentType="application/vnd.openxmlformats-officedocument.presentationml.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c3bb3a33464403" /><Relationship Type="http://schemas.openxmlformats.org/officeDocument/2006/relationships/extended-properties" Target="/docProps/app.xml" Id="Rb966f62cb9f8404e" /><Relationship Type="http://schemas.openxmlformats.org/officeDocument/2006/relationships/officeDocument" Target="/ppt/presentation.xml" Id="R94957065a9c543b6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9045587b18db4e59"/>
  </ns0:sldMasterIdLst>
  <ns0:sldIdLst>
    <ns0:sldId id="256" ns1:id="R9b87cbb3ad7849a8"/>
    <ns0:sldId id="257" ns1:id="R88f34a728b564784"/>
    <ns0:sldId id="258" ns1:id="Rb99860c0597d41ae"/>
    <ns0:sldId id="259" ns1:id="R7d361a7e64464f3b"/>
    <ns0:sldId id="260" ns1:id="R0b18972b62484279"/>
    <ns0:sldId id="261" ns1:id="R7369716e59314b5a"/>
    <ns0:sldId id="262" ns1:id="Rc266cf7faae248b5"/>
    <ns0:sldId id="263" ns1:id="R07cdbcccb50541ba"/>
    <ns0:sldId id="264" ns1:id="Ra0e0f6ff3b4c4e46"/>
    <ns0:sldId id="265" ns1:id="Rc758cdb5a6914c9f"/>
    <ns0:sldId id="266" ns1:id="Ref602a4fa8bf414c"/>
    <ns0:sldId id="267" ns1:id="R96a04198dbbd4def"/>
    <ns0:sldId id="268" ns1:id="Rf8e05e60dbb042d4"/>
    <ns0:sldId id="269" ns1:id="R42e2827534694fa5"/>
    <ns0:sldId id="270" ns1:id="R16ca10ad30904437"/>
    <ns0:sldId id="271" ns1:id="R3500a27546524af4"/>
    <ns0:sldId id="272" ns1:id="R070c8ccfe64046e2"/>
    <ns0:sldId id="273" ns1:id="R88b83751731045bf"/>
    <ns0:sldId id="274" ns1:id="Refbd580c519a49c8"/>
    <ns0:sldId id="275" ns1:id="Re001637d70794bb8"/>
    <ns0:sldId id="276" ns1:id="Ra40ab7317b3b46ce"/>
    <ns0:sldId id="277" ns1:id="R6711db30faef4824"/>
    <ns0:sldId id="278" ns1:id="R6008b6ccc82d4be2"/>
    <ns0:sldId id="279" ns1:id="Rfdaf17273dc24780"/>
    <ns0:sldId id="280" ns1:id="R47a5ea7ac0904949"/>
    <ns0:sldId id="281" ns1:id="R7d456dc2b9f041d1"/>
    <ns0:sldId id="282" ns1:id="Rf01d30a3f695433d"/>
    <ns0:sldId id="283" ns1:id="R580aed109a6642cb"/>
    <ns0:sldId id="284" ns1:id="R61886c3fc9314349"/>
    <ns0:sldId id="285" ns1:id="R93ffa63a0f284886"/>
  </ns0:sldIdLst>
  <ns0:sldSz cx="9144000" cy="51435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dd27d2dbd472450c" /><ns0:Relationship Type="http://schemas.openxmlformats.org/officeDocument/2006/relationships/slideMaster" Target="/ppt/slideMasters/slideMaster1.xml" Id="R9045587b18db4e59" /><ns0:Relationship Type="http://schemas.openxmlformats.org/officeDocument/2006/relationships/presProps" Target="/ppt/presProps.xml" Id="Rf286a711c3dd447e" /><ns0:Relationship Type="http://schemas.openxmlformats.org/officeDocument/2006/relationships/viewProps" Target="/ppt/viewProps.xml" Id="R53157fbc417940db" /><ns0:Relationship Type="http://schemas.openxmlformats.org/officeDocument/2006/relationships/tableStyles" Target="/ppt/tableStyles.xml" Id="R29116f4add854c82" /><ns0:Relationship Type="http://schemas.openxmlformats.org/officeDocument/2006/relationships/slide" Target="/ppt/slides/slide1.xml" Id="R9b87cbb3ad7849a8" /><ns0:Relationship Type="http://schemas.openxmlformats.org/officeDocument/2006/relationships/slide" Target="/ppt/slides/slide2.xml" Id="R88f34a728b564784" /><ns0:Relationship Type="http://schemas.openxmlformats.org/officeDocument/2006/relationships/slide" Target="/ppt/slides/slide3.xml" Id="Rb99860c0597d41ae" /><ns0:Relationship Type="http://schemas.openxmlformats.org/officeDocument/2006/relationships/slide" Target="/ppt/slides/slide4.xml" Id="R7d361a7e64464f3b" /><ns0:Relationship Type="http://schemas.openxmlformats.org/officeDocument/2006/relationships/slide" Target="/ppt/slides/slide5.xml" Id="R0b18972b62484279" /><ns0:Relationship Type="http://schemas.openxmlformats.org/officeDocument/2006/relationships/slide" Target="/ppt/slides/slide6.xml" Id="R7369716e59314b5a" /><ns0:Relationship Type="http://schemas.openxmlformats.org/officeDocument/2006/relationships/slide" Target="/ppt/slides/slide7.xml" Id="Rc266cf7faae248b5" /><ns0:Relationship Type="http://schemas.openxmlformats.org/officeDocument/2006/relationships/slide" Target="/ppt/slides/slide8.xml" Id="R07cdbcccb50541ba" /><ns0:Relationship Type="http://schemas.openxmlformats.org/officeDocument/2006/relationships/slide" Target="/ppt/slides/slide9.xml" Id="Ra0e0f6ff3b4c4e46" /><ns0:Relationship Type="http://schemas.openxmlformats.org/officeDocument/2006/relationships/slide" Target="/ppt/slides/slide10.xml" Id="Rc758cdb5a6914c9f" /><ns0:Relationship Type="http://schemas.openxmlformats.org/officeDocument/2006/relationships/slide" Target="/ppt/slides/slide11.xml" Id="Ref602a4fa8bf414c" /><ns0:Relationship Type="http://schemas.openxmlformats.org/officeDocument/2006/relationships/slide" Target="/ppt/slides/slide12.xml" Id="R96a04198dbbd4def" /><ns0:Relationship Type="http://schemas.openxmlformats.org/officeDocument/2006/relationships/slide" Target="/ppt/slides/slide13.xml" Id="Rf8e05e60dbb042d4" /><ns0:Relationship Type="http://schemas.openxmlformats.org/officeDocument/2006/relationships/slide" Target="/ppt/slides/slide14.xml" Id="R42e2827534694fa5" /><ns0:Relationship Type="http://schemas.openxmlformats.org/officeDocument/2006/relationships/slide" Target="/ppt/slides/slide15.xml" Id="R16ca10ad30904437" /><ns0:Relationship Type="http://schemas.openxmlformats.org/officeDocument/2006/relationships/slide" Target="/ppt/slides/slide16.xml" Id="R3500a27546524af4" /><ns0:Relationship Type="http://schemas.openxmlformats.org/officeDocument/2006/relationships/slide" Target="/ppt/slides/slide17.xml" Id="R070c8ccfe64046e2" /><ns0:Relationship Type="http://schemas.openxmlformats.org/officeDocument/2006/relationships/slide" Target="/ppt/slides/slide18.xml" Id="R88b83751731045bf" /><ns0:Relationship Type="http://schemas.openxmlformats.org/officeDocument/2006/relationships/slide" Target="/ppt/slides/slide19.xml" Id="Refbd580c519a49c8" /><ns0:Relationship Type="http://schemas.openxmlformats.org/officeDocument/2006/relationships/slide" Target="/ppt/slides/slide20.xml" Id="Re001637d70794bb8" /><ns0:Relationship Type="http://schemas.openxmlformats.org/officeDocument/2006/relationships/slide" Target="/ppt/slides/slide21.xml" Id="Ra40ab7317b3b46ce" /><ns0:Relationship Type="http://schemas.openxmlformats.org/officeDocument/2006/relationships/slide" Target="/ppt/slides/slide22.xml" Id="R6711db30faef4824" /><ns0:Relationship Type="http://schemas.openxmlformats.org/officeDocument/2006/relationships/slide" Target="/ppt/slides/slide23.xml" Id="R6008b6ccc82d4be2" /><ns0:Relationship Type="http://schemas.openxmlformats.org/officeDocument/2006/relationships/slide" Target="/ppt/slides/slide24.xml" Id="Rfdaf17273dc24780" /><ns0:Relationship Type="http://schemas.openxmlformats.org/officeDocument/2006/relationships/slide" Target="/ppt/slides/slide25.xml" Id="R47a5ea7ac0904949" /><ns0:Relationship Type="http://schemas.openxmlformats.org/officeDocument/2006/relationships/slide" Target="/ppt/slides/slide26.xml" Id="R7d456dc2b9f041d1" /><ns0:Relationship Type="http://schemas.openxmlformats.org/officeDocument/2006/relationships/slide" Target="/ppt/slides/slide27.xml" Id="Rf01d30a3f695433d" /><ns0:Relationship Type="http://schemas.openxmlformats.org/officeDocument/2006/relationships/slide" Target="/ppt/slides/slide28.xml" Id="R580aed109a6642cb" /><ns0:Relationship Type="http://schemas.openxmlformats.org/officeDocument/2006/relationships/slide" Target="/ppt/slides/slide29.xml" Id="R61886c3fc9314349" /><ns0:Relationship Type="http://schemas.openxmlformats.org/officeDocument/2006/relationships/slide" Target="/ppt/slides/slide30.xml" Id="R93ffa63a0f284886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d9978965746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88c1a3b944c72" /><Relationship Type="http://schemas.openxmlformats.org/officeDocument/2006/relationships/image" Target="/ppt/media/image.jpeg" Id="R022e9b8dc33349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644ccfa0846f4" /><Relationship Type="http://schemas.openxmlformats.org/officeDocument/2006/relationships/image" Target="/ppt/media/image.png" Id="R323fed1f35a741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53eb00ceed42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af8ecc86a42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9f0b1f87242a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64641dbd947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d30643fb940f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e9b8dc333499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5FC7451-64D3-4CB8-9AA0-48C8D9DA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DF34BA1-73E7-4752-8D70-4FEFC7FA2B5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_P2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fed1f35a7419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79BB4D8-5B9D-4F65-BBDB-8D681C9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3FC60A-EA91-4AC7-BC18-270D3086658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SECTION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660B54-203F-42EC-A5A3-F2DC5C93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C66AC75-C800-41C1-BA5A-9761923D22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450B48-B37E-42BD-8A40-552BD5F2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5E3C3A-CD83-4BD1-8F19-7D30E26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ACBE0D7-4493-47F3-A3B0-8926F89D6AD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CONTENT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AF5B2E-D90D-402D-998C-27509820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VIRTUAL HUMANS FOUNDATIONS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270CFE-C9FB-4344-8B2C-69291004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9532946-C1F9-48AE-995E-50C10B84284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CODE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CB2DEA-1F6F-40AE-B1E2-0531D34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HANDS-ON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CA723F-1C94-47D6-8CBD-26D79347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2A5C3D1-AC51-4DA6-AEE4-466D7F7C1DA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STATEM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0ACBF4-7074-4ED0-A09E-3755A1AD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1A20153-E490-422E-8D29-B810FEAC614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becc7617a3408c" /><Relationship Type="http://schemas.openxmlformats.org/officeDocument/2006/relationships/slideLayout" Target="/ppt/slideLayouts/slideLayout1.xml" Id="R82a4ea87cfd84ea4" /><Relationship Type="http://schemas.openxmlformats.org/officeDocument/2006/relationships/slideLayout" Target="/ppt/slideLayouts/slideLayout2.xml" Id="R3100fb4832314215" /><Relationship Type="http://schemas.openxmlformats.org/officeDocument/2006/relationships/slideLayout" Target="/ppt/slideLayouts/slideLayout3.xml" Id="Rcd0eb26230ec4bee" /><Relationship Type="http://schemas.openxmlformats.org/officeDocument/2006/relationships/slideLayout" Target="/ppt/slideLayouts/slideLayout4.xml" Id="R91b4fbd8bfea4aa6" /><Relationship Type="http://schemas.openxmlformats.org/officeDocument/2006/relationships/slideLayout" Target="/ppt/slideLayouts/slideLayout5.xml" Id="R884ae245988c47ed" /><Relationship Type="http://schemas.openxmlformats.org/officeDocument/2006/relationships/slideLayout" Target="/ppt/slideLayouts/slideLayout6.xml" Id="Rd4cb3034f85146ff" /><Relationship Type="http://schemas.openxmlformats.org/officeDocument/2006/relationships/slideLayout" Target="/ppt/slideLayouts/slideLayout7.xml" Id="Rfeda93fdd8d24222" /><Relationship Type="http://schemas.openxmlformats.org/officeDocument/2006/relationships/slideLayout" Target="/ppt/slideLayouts/slideLayout8.xml" Id="Rd8c8a9d77c8842d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F40BB06-55D8-4F61-8DB4-8F5ED2A813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>
                <a:solidFill>
                  <a:srgbClr val="FFFFFF"/>
                </a:solidFill>
              </a:rPr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a4ea87cfd84ea4"/>
    <p:sldLayoutId xmlns:r="http://schemas.openxmlformats.org/officeDocument/2006/relationships" id="2147483650" r:id="R3100fb4832314215"/>
    <p:sldLayoutId xmlns:r="http://schemas.openxmlformats.org/officeDocument/2006/relationships" id="2147483651" r:id="Rcd0eb26230ec4bee"/>
    <p:sldLayoutId xmlns:r="http://schemas.openxmlformats.org/officeDocument/2006/relationships" id="2147483652" r:id="R91b4fbd8bfea4aa6"/>
    <p:sldLayoutId xmlns:r="http://schemas.openxmlformats.org/officeDocument/2006/relationships" id="2147483653" r:id="R884ae245988c47ed"/>
    <p:sldLayoutId xmlns:r="http://schemas.openxmlformats.org/officeDocument/2006/relationships" id="2147483654" r:id="Rd4cb3034f85146ff"/>
    <p:sldLayoutId xmlns:r="http://schemas.openxmlformats.org/officeDocument/2006/relationships" id="2147483655" r:id="Rfeda93fdd8d24222"/>
    <p:sldLayoutId xmlns:r="http://schemas.openxmlformats.org/officeDocument/2006/relationships" id="2147483656" r:id="Rd8c8a9d77c8842d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3.xml" Id="R20e8b0aa59f440c8" /><ns0:Relationship Type="http://schemas.openxmlformats.org/officeDocument/2006/relationships/image" Target="/ppt/media/image2.png" Id="R922c885a86074b81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3fc6b89a4ec4f12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932dd9573514828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5a7ce14cd644a46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c6ffc1f53a04792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edf37ff91f34759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79899bf10ac4a40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2af2427ad4f4203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564e287f6724b6d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679e0efd0994c53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f55adf80e474ec2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d4242fc44064dc2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7f1665a61ac4240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682f761dd9c4326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02c697322bd4089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7adda44ee684115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15b5bc879734639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cc641df8009412b" /><ns0:Relationship Type="http://schemas.openxmlformats.org/officeDocument/2006/relationships/hyperlink" Target="https://home.openweathermap.org/users/sign_up" TargetMode="External" Id="R700acb241c874853" /><ns0:Relationship Type="http://schemas.openxmlformats.org/officeDocument/2006/relationships/hyperlink" Target="https://home.openweathermap.org/api_keys" TargetMode="External" Id="R0140a672fc7040e5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ac848640372462b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45baa9e645f464d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6ceef2155cd4477" /><ns0:Relationship Type="http://schemas.openxmlformats.org/officeDocument/2006/relationships/hyperlink" Target="https://learn.chatgpt.com/docs/quickstart" TargetMode="External" Id="Rc8c5108329544df3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1123c8a8e4048ac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764cc9e727743e9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caff390a53a433e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59802c998794434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5ff2e00318e4fe4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a56183fa4bb46e8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7b9e92af8c94957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477e16c34e94341" /><ns0:Relationship Type="http://schemas.openxmlformats.org/officeDocument/2006/relationships/hyperlink" Target="https://docs.langchain.com/oss/python/langgraph/persistence" TargetMode="External" Id="R26961adb443e4ef0" /><ns0:Relationship Type="http://schemas.openxmlformats.org/officeDocument/2006/relationships/hyperlink" Target="https://docs.langchain.com/oss/python/langgraph/persistence" TargetMode="External" Id="Ra3708a828b1a4e3a" /><ns0:Relationship Type="http://schemas.openxmlformats.org/officeDocument/2006/relationships/hyperlink" Target="https://reference.langchain.com/python/langchain-ollama/chat_models/ChatOllama/with_structured_output" TargetMode="External" Id="R8bc7a9ca83f04ef6" /><ns0:Relationship Type="http://schemas.openxmlformats.org/officeDocument/2006/relationships/hyperlink" Target="https://reference.langchain.com/python/langchain-ollama/chat_models/ChatOllama/with_structured_output" TargetMode="External" Id="Rdf6932e1ab414fd8" /><ns0:Relationship Type="http://schemas.openxmlformats.org/officeDocument/2006/relationships/hyperlink" Target="https://reference.langchain.com/python/langchain-core/prompts/chat/ChatPromptTemplate" TargetMode="External" Id="R84ab4c8d2aa54c7c" /><ns0:Relationship Type="http://schemas.openxmlformats.org/officeDocument/2006/relationships/hyperlink" Target="https://reference.langchain.com/python/langchain-core/prompts/chat/ChatPromptTemplate" TargetMode="External" Id="Rf24da2ae2a314d8d" /><ns0:Relationship Type="http://schemas.openxmlformats.org/officeDocument/2006/relationships/hyperlink" Target="https://docs.langchain.com/oss/python/langgraph/workflows-agents" TargetMode="External" Id="R7343094ada3d4418" /><ns0:Relationship Type="http://schemas.openxmlformats.org/officeDocument/2006/relationships/hyperlink" Target="https://docs.langchain.com/oss/python/langgraph/workflows-agents" TargetMode="External" Id="Rf0fce4653ed1490c" /><ns0:Relationship Type="http://schemas.openxmlformats.org/officeDocument/2006/relationships/hyperlink" Target="https://learn.chatgpt.com/docs/quickstart" TargetMode="External" Id="Rae7acd5097a94570" /><ns0:Relationship Type="http://schemas.openxmlformats.org/officeDocument/2006/relationships/hyperlink" Target="https://learn.chatgpt.com/docs/quickstart" TargetMode="External" Id="R28c8422fda774554" /><ns0:Relationship Type="http://schemas.openxmlformats.org/officeDocument/2006/relationships/hyperlink" Target="https://code.claude.com/docs/en/overview" TargetMode="External" Id="R78c13416c1724713" /><ns0:Relationship Type="http://schemas.openxmlformats.org/officeDocument/2006/relationships/hyperlink" Target="https://code.claude.com/docs/en/overview" TargetMode="External" Id="Ra2f8e6ba7c9440a9" /><ns0:Relationship Type="http://schemas.openxmlformats.org/officeDocument/2006/relationships/hyperlink" Target="https://openweathermap.org/api/current" TargetMode="External" Id="R1f32416101a342f5" /><ns0:Relationship Type="http://schemas.openxmlformats.org/officeDocument/2006/relationships/hyperlink" Target="https://openweathermap.org/api/current" TargetMode="External" Id="R10714949962248ee" /><ns0:Relationship Type="http://schemas.openxmlformats.org/officeDocument/2006/relationships/hyperlink" Target="https://openweathermap.org/api/geocoding-api" TargetMode="External" Id="Rb39cdbdf268c40b7" /><ns0:Relationship Type="http://schemas.openxmlformats.org/officeDocument/2006/relationships/hyperlink" Target="https://openweathermap.org/api/geocoding-api" TargetMode="External" Id="R2ae80565482c4610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480fe58bfdb48d6" /><ns0:Relationship Type="http://schemas.openxmlformats.org/officeDocument/2006/relationships/hyperlink" Target="https://openweathermap.org/api/weather-conditions" TargetMode="External" Id="R58d3b0f7d54241bb" /><ns0:Relationship Type="http://schemas.openxmlformats.org/officeDocument/2006/relationships/hyperlink" Target="https://openweathermap.org/api/weather-conditions" TargetMode="External" Id="Rf37a7b9adbc3469a" /><ns0:Relationship Type="http://schemas.openxmlformats.org/officeDocument/2006/relationships/hyperlink" Target="https://openweathermap.org/faq" TargetMode="External" Id="Rd06688da2c27461a" /><ns0:Relationship Type="http://schemas.openxmlformats.org/officeDocument/2006/relationships/hyperlink" Target="https://openweathermap.org/faq" TargetMode="External" Id="Re155524c8a3147f1" /><ns0:Relationship Type="http://schemas.openxmlformats.org/officeDocument/2006/relationships/hyperlink" Target="https://openweathermap.org/price" TargetMode="External" Id="Rc373a62047ca4bdc" /><ns0:Relationship Type="http://schemas.openxmlformats.org/officeDocument/2006/relationships/hyperlink" Target="https://openweathermap.org/price" TargetMode="External" Id="R35d6641e8c22437d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3E2CA0-25C4-4FBC-91B7-70ECAD48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Alessandro Emmanuel Pecora · 30 October 2026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671F37A-9C3B-4F2D-951B-FB8AADDF2E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c885a86074b8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m0-text-1">
            <a:extLst xmlns:a="http://schemas.openxmlformats.org/drawingml/2006/main">
              <a:ext uri="{FF2B5EF4-FFF2-40B4-BE49-F238E27FC236}">
                <a16:creationId xmlns:a16="http://schemas.microsoft.com/office/drawing/2014/main" id="{42240BCB-CB11-468E-AB0E-9B00F39E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Module 2 - Chapter 03</a:t>
            </a:r>
          </a:p>
          <a:p xmlns:a="http://schemas.openxmlformats.org/drawingml/2006/main"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Integration with the Virtual Human</a:t>
            </a:r>
          </a:p>
        </p:txBody>
      </p:sp>
      <p:sp>
        <p:nvSpPr>
          <p:cNvPr id="29" name="m1-text-266">
            <a:extLst xmlns:a="http://schemas.openxmlformats.org/drawingml/2006/main">
              <a:ext uri="{FF2B5EF4-FFF2-40B4-BE49-F238E27FC236}">
                <a16:creationId xmlns:a16="http://schemas.microsoft.com/office/drawing/2014/main" id="{3BB0F476-8304-4F09-BB14-952D406D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1" name="c2-text-33">
            <a:extLst xmlns:a="http://schemas.openxmlformats.org/drawingml/2006/main">
              <a:ext uri="{FF2B5EF4-FFF2-40B4-BE49-F238E27FC236}">
                <a16:creationId xmlns:a16="http://schemas.microsoft.com/office/drawing/2014/main" id="{BDE23DF7-EB72-4801-8530-87C0CD0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3" name="c2-text-151">
            <a:extLst xmlns:a="http://schemas.openxmlformats.org/drawingml/2006/main">
              <a:ext uri="{FF2B5EF4-FFF2-40B4-BE49-F238E27FC236}">
                <a16:creationId xmlns:a16="http://schemas.microsoft.com/office/drawing/2014/main" id="{6AFF5EB8-9E72-4719-9542-1566CA77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5" name="c2-text-197">
            <a:extLst xmlns:a="http://schemas.openxmlformats.org/drawingml/2006/main">
              <a:ext uri="{FF2B5EF4-FFF2-40B4-BE49-F238E27FC236}">
                <a16:creationId xmlns:a16="http://schemas.microsoft.com/office/drawing/2014/main" id="{873E902F-219A-4954-B177-DD955470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7" name="c2-text-223">
            <a:extLst xmlns:a="http://schemas.openxmlformats.org/drawingml/2006/main">
              <a:ext uri="{FF2B5EF4-FFF2-40B4-BE49-F238E27FC236}">
                <a16:creationId xmlns:a16="http://schemas.microsoft.com/office/drawing/2014/main" id="{A305475C-F33A-453B-BD1E-35E07D3E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9" name="c2-text-217">
            <a:extLst xmlns:a="http://schemas.openxmlformats.org/drawingml/2006/main">
              <a:ext uri="{FF2B5EF4-FFF2-40B4-BE49-F238E27FC236}">
                <a16:creationId xmlns:a16="http://schemas.microsoft.com/office/drawing/2014/main" id="{7B5494E3-495E-4E40-A97B-845CBC97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1" name="c2-text-198">
            <a:extLst xmlns:a="http://schemas.openxmlformats.org/drawingml/2006/main">
              <a:ext uri="{FF2B5EF4-FFF2-40B4-BE49-F238E27FC236}">
                <a16:creationId xmlns:a16="http://schemas.microsoft.com/office/drawing/2014/main" id="{70AC672E-C96B-41A3-B850-987365D0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3" name="c2-text-211">
            <a:extLst xmlns:a="http://schemas.openxmlformats.org/drawingml/2006/main">
              <a:ext uri="{FF2B5EF4-FFF2-40B4-BE49-F238E27FC236}">
                <a16:creationId xmlns:a16="http://schemas.microsoft.com/office/drawing/2014/main" id="{DCB5F5CB-2D5B-422D-B5DF-6E628156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5" name="c2-text-220">
            <a:extLst xmlns:a="http://schemas.openxmlformats.org/drawingml/2006/main">
              <a:ext uri="{FF2B5EF4-FFF2-40B4-BE49-F238E27FC236}">
                <a16:creationId xmlns:a16="http://schemas.microsoft.com/office/drawing/2014/main" id="{E51B7192-FD18-487B-8BD5-C7554404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7" name="c2-text-265">
            <a:extLst xmlns:a="http://schemas.openxmlformats.org/drawingml/2006/main">
              <a:ext uri="{FF2B5EF4-FFF2-40B4-BE49-F238E27FC236}">
                <a16:creationId xmlns:a16="http://schemas.microsoft.com/office/drawing/2014/main" id="{DDB11875-B60B-4CD9-87A5-5274469B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9" name="c2-text-282">
            <a:extLst xmlns:a="http://schemas.openxmlformats.org/drawingml/2006/main">
              <a:ext uri="{FF2B5EF4-FFF2-40B4-BE49-F238E27FC236}">
                <a16:creationId xmlns:a16="http://schemas.microsoft.com/office/drawing/2014/main" id="{F5485890-4DD9-408B-B0E0-2577FD1A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1" name="c2-text-275">
            <a:extLst xmlns:a="http://schemas.openxmlformats.org/drawingml/2006/main">
              <a:ext uri="{FF2B5EF4-FFF2-40B4-BE49-F238E27FC236}">
                <a16:creationId xmlns:a16="http://schemas.microsoft.com/office/drawing/2014/main" id="{2FADCB92-2930-4079-9725-B8A8EC75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3" name="c3-text-309">
            <a:extLst xmlns:a="http://schemas.openxmlformats.org/drawingml/2006/main">
              <a:ext uri="{FF2B5EF4-FFF2-40B4-BE49-F238E27FC236}">
                <a16:creationId xmlns:a16="http://schemas.microsoft.com/office/drawing/2014/main" id="{660D9B60-4885-4B9A-BAD0-4600EB7B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48615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3-text-1">
            <a:extLst xmlns:a="http://schemas.openxmlformats.org/drawingml/2006/main">
              <a:ext uri="{FF2B5EF4-FFF2-40B4-BE49-F238E27FC236}">
                <a16:creationId xmlns:a16="http://schemas.microsoft.com/office/drawing/2014/main" id="{75E82D30-1395-46B4-84F6-A8A82D90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">
            <a:extLst xmlns:a="http://schemas.openxmlformats.org/drawingml/2006/main">
              <a:ext uri="{FF2B5EF4-FFF2-40B4-BE49-F238E27FC236}">
                <a16:creationId xmlns:a16="http://schemas.microsoft.com/office/drawing/2014/main" id="{7B7A91F1-807E-4628-976C-495E56F9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Avatar Loop</a:t>
            </a:r>
          </a:p>
        </p:txBody>
      </p:sp>
      <p:sp>
        <p:nvSpPr>
          <p:cNvPr id="3" name="c3-text-3">
            <a:extLst xmlns:a="http://schemas.openxmlformats.org/drawingml/2006/main">
              <a:ext uri="{FF2B5EF4-FFF2-40B4-BE49-F238E27FC236}">
                <a16:creationId xmlns:a16="http://schemas.microsoft.com/office/drawing/2014/main" id="{0F14D7AD-781A-4566-9C76-5D4BF961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4">
            <a:extLst xmlns:a="http://schemas.openxmlformats.org/drawingml/2006/main">
              <a:ext uri="{FF2B5EF4-FFF2-40B4-BE49-F238E27FC236}">
                <a16:creationId xmlns:a16="http://schemas.microsoft.com/office/drawing/2014/main" id="{00C629C2-0E67-41E6-AAA7-ED575311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5" name="c3-text-5">
            <a:extLst xmlns:a="http://schemas.openxmlformats.org/drawingml/2006/main">
              <a:ext uri="{FF2B5EF4-FFF2-40B4-BE49-F238E27FC236}">
                <a16:creationId xmlns:a16="http://schemas.microsoft.com/office/drawing/2014/main" id="{79BB6DEE-891D-4894-B07A-522D8434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Browser</a:t>
            </a:r>
          </a:p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voice or text</a:t>
            </a:r>
          </a:p>
        </p:txBody>
      </p:sp>
      <p:sp>
        <p:nvSpPr>
          <p:cNvPr id="6" name="c3-shape-6">
            <a:extLst xmlns:a="http://schemas.openxmlformats.org/drawingml/2006/main">
              <a:ext uri="{FF2B5EF4-FFF2-40B4-BE49-F238E27FC236}">
                <a16:creationId xmlns:a16="http://schemas.microsoft.com/office/drawing/2014/main" id="{FAFEBF8E-9F14-4681-88A4-51A74352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47875"/>
            <a:ext cx="1714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7" name="c3-shape-7">
            <a:extLst xmlns:a="http://schemas.openxmlformats.org/drawingml/2006/main">
              <a:ext uri="{FF2B5EF4-FFF2-40B4-BE49-F238E27FC236}">
                <a16:creationId xmlns:a16="http://schemas.microsoft.com/office/drawing/2014/main" id="{84776253-3F21-4020-A8E7-F5F0D44D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9545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8" name="c3-text-8">
            <a:extLst xmlns:a="http://schemas.openxmlformats.org/drawingml/2006/main">
              <a:ext uri="{FF2B5EF4-FFF2-40B4-BE49-F238E27FC236}">
                <a16:creationId xmlns:a16="http://schemas.microsoft.com/office/drawing/2014/main" id="{F359791B-55FF-4510-AB54-7C6524E4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Embodiment</a:t>
            </a:r>
          </a:p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server</a:t>
            </a:r>
          </a:p>
        </p:txBody>
      </p:sp>
      <p:sp>
        <p:nvSpPr>
          <p:cNvPr id="9" name="c3-shape-9">
            <a:extLst xmlns:a="http://schemas.openxmlformats.org/drawingml/2006/main">
              <a:ext uri="{FF2B5EF4-FFF2-40B4-BE49-F238E27FC236}">
                <a16:creationId xmlns:a16="http://schemas.microsoft.com/office/drawing/2014/main" id="{17F046F8-A78A-4171-B87E-A13FE844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1714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shape-10">
            <a:extLst xmlns:a="http://schemas.openxmlformats.org/drawingml/2006/main">
              <a:ext uri="{FF2B5EF4-FFF2-40B4-BE49-F238E27FC236}">
                <a16:creationId xmlns:a16="http://schemas.microsoft.com/office/drawing/2014/main" id="{129B2D72-A613-4A2C-BC40-25645A54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1" name="c3-text-11">
            <a:extLst xmlns:a="http://schemas.openxmlformats.org/drawingml/2006/main">
              <a:ext uri="{FF2B5EF4-FFF2-40B4-BE49-F238E27FC236}">
                <a16:creationId xmlns:a16="http://schemas.microsoft.com/office/drawing/2014/main" id="{A64A08FF-4C08-46EE-937A-7EC3E96E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7165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Cognitive server</a:t>
            </a:r>
          </a:p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response(text)</a:t>
            </a:r>
          </a:p>
        </p:txBody>
      </p:sp>
      <p:sp>
        <p:nvSpPr>
          <p:cNvPr id="12" name="c3-shape-12">
            <a:extLst xmlns:a="http://schemas.openxmlformats.org/drawingml/2006/main">
              <a:ext uri="{FF2B5EF4-FFF2-40B4-BE49-F238E27FC236}">
                <a16:creationId xmlns:a16="http://schemas.microsoft.com/office/drawing/2014/main" id="{484EA26E-EAB8-4477-9AD8-24498101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1714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3" name="c3-shape-13">
            <a:extLst xmlns:a="http://schemas.openxmlformats.org/drawingml/2006/main">
              <a:ext uri="{FF2B5EF4-FFF2-40B4-BE49-F238E27FC236}">
                <a16:creationId xmlns:a16="http://schemas.microsoft.com/office/drawing/2014/main" id="{E5928EDF-600B-4065-9B97-150EF3E0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4" name="c3-text-14">
            <a:extLst xmlns:a="http://schemas.openxmlformats.org/drawingml/2006/main">
              <a:ext uri="{FF2B5EF4-FFF2-40B4-BE49-F238E27FC236}">
                <a16:creationId xmlns:a16="http://schemas.microsoft.com/office/drawing/2014/main" id="{D188FA71-95D7-4796-AE2D-4335C867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7165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LangGraph</a:t>
            </a:r>
          </a:p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15" name="c3-shape-15">
            <a:extLst xmlns:a="http://schemas.openxmlformats.org/drawingml/2006/main">
              <a:ext uri="{FF2B5EF4-FFF2-40B4-BE49-F238E27FC236}">
                <a16:creationId xmlns:a16="http://schemas.microsoft.com/office/drawing/2014/main" id="{DE458AC3-6967-45E2-8F37-1176D23A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7924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6" name="c3-text-16">
            <a:extLst xmlns:a="http://schemas.openxmlformats.org/drawingml/2006/main">
              <a:ext uri="{FF2B5EF4-FFF2-40B4-BE49-F238E27FC236}">
                <a16:creationId xmlns:a16="http://schemas.microsoft.com/office/drawing/2014/main" id="{092EAD84-E641-4C0B-A85E-190ADDE4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769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AgentReply: speech_text, emotion, expression, gesture</a:t>
            </a:r>
          </a:p>
        </p:txBody>
      </p:sp>
      <p:sp>
        <p:nvSpPr>
          <p:cNvPr id="17" name="c3-text-17">
            <a:extLst xmlns:a="http://schemas.openxmlformats.org/drawingml/2006/main">
              <a:ext uri="{FF2B5EF4-FFF2-40B4-BE49-F238E27FC236}">
                <a16:creationId xmlns:a16="http://schemas.microsoft.com/office/drawing/2014/main" id="{86C335CF-32A3-43A7-9EA8-4F35C8A9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92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The reply travels back: the avatar speaks, moves and changes expression.</a:t>
            </a:r>
          </a:p>
        </p:txBody>
      </p:sp>
      <p:sp>
        <p:nvSpPr>
          <p:cNvPr id="18" name="c3-text-310">
            <a:extLst xmlns:a="http://schemas.openxmlformats.org/drawingml/2006/main">
              <a:ext uri="{FF2B5EF4-FFF2-40B4-BE49-F238E27FC236}">
                <a16:creationId xmlns:a16="http://schemas.microsoft.com/office/drawing/2014/main" id="{CDB436B5-A401-4FF2-97CD-CC03761C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78295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3-text-18">
            <a:extLst xmlns:a="http://schemas.openxmlformats.org/drawingml/2006/main">
              <a:ext uri="{FF2B5EF4-FFF2-40B4-BE49-F238E27FC236}">
                <a16:creationId xmlns:a16="http://schemas.microsoft.com/office/drawing/2014/main" id="{FE93E042-DF55-4E8E-B52D-64724C7D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9">
            <a:extLst xmlns:a="http://schemas.openxmlformats.org/drawingml/2006/main">
              <a:ext uri="{FF2B5EF4-FFF2-40B4-BE49-F238E27FC236}">
                <a16:creationId xmlns:a16="http://schemas.microsoft.com/office/drawing/2014/main" id="{B59B2BF3-43C5-4B64-A55A-AA81AD47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What Stays the Same</a:t>
            </a:r>
          </a:p>
        </p:txBody>
      </p:sp>
      <p:sp>
        <p:nvSpPr>
          <p:cNvPr id="3" name="c3-text-20">
            <a:extLst xmlns:a="http://schemas.openxmlformats.org/drawingml/2006/main">
              <a:ext uri="{FF2B5EF4-FFF2-40B4-BE49-F238E27FC236}">
                <a16:creationId xmlns:a16="http://schemas.microsoft.com/office/drawing/2014/main" id="{07BF7E77-6195-4925-8002-EEAC37C0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21">
            <a:extLst xmlns:a="http://schemas.openxmlformats.org/drawingml/2006/main">
              <a:ext uri="{FF2B5EF4-FFF2-40B4-BE49-F238E27FC236}">
                <a16:creationId xmlns:a16="http://schemas.microsoft.com/office/drawing/2014/main" id="{2E12A6BA-9592-4CDF-BECE-6592BDC9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5146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22">
            <a:extLst xmlns:a="http://schemas.openxmlformats.org/drawingml/2006/main">
              <a:ext uri="{FF2B5EF4-FFF2-40B4-BE49-F238E27FC236}">
                <a16:creationId xmlns:a16="http://schemas.microsoft.com/office/drawing/2014/main" id="{53A5A7C4-6B6A-4AE1-AD6A-5743ADD1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23">
            <a:extLst xmlns:a="http://schemas.openxmlformats.org/drawingml/2006/main">
              <a:ext uri="{FF2B5EF4-FFF2-40B4-BE49-F238E27FC236}">
                <a16:creationId xmlns:a16="http://schemas.microsoft.com/office/drawing/2014/main" id="{31C2F474-6AC2-407D-BF03-C3E5509B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Frontend</a:t>
            </a:r>
          </a:p>
        </p:txBody>
      </p:sp>
      <p:sp>
        <p:nvSpPr>
          <p:cNvPr id="7" name="c3-text-24">
            <a:extLst xmlns:a="http://schemas.openxmlformats.org/drawingml/2006/main">
              <a:ext uri="{FF2B5EF4-FFF2-40B4-BE49-F238E27FC236}">
                <a16:creationId xmlns:a16="http://schemas.microsoft.com/office/drawing/2014/main" id="{C3992B19-7C25-4023-8F99-06DB0E70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2133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Sends only text.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Plays the reply.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Unchanged.</a:t>
            </a:r>
          </a:p>
        </p:txBody>
      </p:sp>
      <p:sp>
        <p:nvSpPr>
          <p:cNvPr id="8" name="c3-shape-25">
            <a:extLst xmlns:a="http://schemas.openxmlformats.org/drawingml/2006/main">
              <a:ext uri="{FF2B5EF4-FFF2-40B4-BE49-F238E27FC236}">
                <a16:creationId xmlns:a16="http://schemas.microsoft.com/office/drawing/2014/main" id="{E49E45CC-A8CA-41E3-8522-D9AC4203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25146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26">
            <a:extLst xmlns:a="http://schemas.openxmlformats.org/drawingml/2006/main">
              <a:ext uri="{FF2B5EF4-FFF2-40B4-BE49-F238E27FC236}">
                <a16:creationId xmlns:a16="http://schemas.microsoft.com/office/drawing/2014/main" id="{89E251E1-C86D-4F7C-99CA-7A7F678A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27">
            <a:extLst xmlns:a="http://schemas.openxmlformats.org/drawingml/2006/main">
              <a:ext uri="{FF2B5EF4-FFF2-40B4-BE49-F238E27FC236}">
                <a16:creationId xmlns:a16="http://schemas.microsoft.com/office/drawing/2014/main" id="{EC4BFC31-EED3-42FB-83EC-8EE94F36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764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Contract</a:t>
            </a:r>
          </a:p>
        </p:txBody>
      </p:sp>
      <p:sp>
        <p:nvSpPr>
          <p:cNvPr id="11" name="c3-text-28">
            <a:extLst xmlns:a="http://schemas.openxmlformats.org/drawingml/2006/main">
              <a:ext uri="{FF2B5EF4-FFF2-40B4-BE49-F238E27FC236}">
                <a16:creationId xmlns:a16="http://schemas.microsoft.com/office/drawing/2014/main" id="{E0B7AEE9-1406-45AB-AA7E-7FEA45FC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19325"/>
            <a:ext cx="2133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response(text)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→ AgentReply</a:t>
            </a:r>
          </a:p>
        </p:txBody>
      </p:sp>
      <p:sp>
        <p:nvSpPr>
          <p:cNvPr id="12" name="c3-shape-29">
            <a:extLst xmlns:a="http://schemas.openxmlformats.org/drawingml/2006/main">
              <a:ext uri="{FF2B5EF4-FFF2-40B4-BE49-F238E27FC236}">
                <a16:creationId xmlns:a16="http://schemas.microsoft.com/office/drawing/2014/main" id="{77EC85F7-EE2C-4755-BC00-56B48FFD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25146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shape-30">
            <a:extLst xmlns:a="http://schemas.openxmlformats.org/drawingml/2006/main">
              <a:ext uri="{FF2B5EF4-FFF2-40B4-BE49-F238E27FC236}">
                <a16:creationId xmlns:a16="http://schemas.microsoft.com/office/drawing/2014/main" id="{9667A105-152D-4670-8BCC-D9FEF895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4" name="c3-text-31">
            <a:extLst xmlns:a="http://schemas.openxmlformats.org/drawingml/2006/main">
              <a:ext uri="{FF2B5EF4-FFF2-40B4-BE49-F238E27FC236}">
                <a16:creationId xmlns:a16="http://schemas.microsoft.com/office/drawing/2014/main" id="{26180DA8-5F28-46C4-AA1C-47CBE011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764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Server routes</a:t>
            </a:r>
          </a:p>
        </p:txBody>
      </p:sp>
      <p:sp>
        <p:nvSpPr>
          <p:cNvPr id="15" name="c3-text-32">
            <a:extLst xmlns:a="http://schemas.openxmlformats.org/drawingml/2006/main">
              <a:ext uri="{FF2B5EF4-FFF2-40B4-BE49-F238E27FC236}">
                <a16:creationId xmlns:a16="http://schemas.microsoft.com/office/drawing/2014/main" id="{F8E18BEC-29BF-439C-8586-723E482A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19325"/>
            <a:ext cx="2133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/agent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/conversation/clear</a:t>
            </a:r>
          </a:p>
        </p:txBody>
      </p:sp>
      <p:sp>
        <p:nvSpPr>
          <p:cNvPr id="16" name="c3-shape-33">
            <a:extLst xmlns:a="http://schemas.openxmlformats.org/drawingml/2006/main">
              <a:ext uri="{FF2B5EF4-FFF2-40B4-BE49-F238E27FC236}">
                <a16:creationId xmlns:a16="http://schemas.microsoft.com/office/drawing/2014/main" id="{6F4DEBE0-DA63-4654-B743-636B1334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7" name="c3-text-34">
            <a:extLst xmlns:a="http://schemas.openxmlformats.org/drawingml/2006/main">
              <a:ext uri="{FF2B5EF4-FFF2-40B4-BE49-F238E27FC236}">
                <a16:creationId xmlns:a16="http://schemas.microsoft.com/office/drawing/2014/main" id="{2D2FB5BE-C1F7-48C6-8FCE-3F9042B0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Memory is a backend decision: select another agent import.</a:t>
            </a:r>
          </a:p>
        </p:txBody>
      </p:sp>
      <p:sp>
        <p:nvSpPr>
          <p:cNvPr id="18" name="c3-text-311">
            <a:extLst xmlns:a="http://schemas.openxmlformats.org/drawingml/2006/main">
              <a:ext uri="{FF2B5EF4-FFF2-40B4-BE49-F238E27FC236}">
                <a16:creationId xmlns:a16="http://schemas.microsoft.com/office/drawing/2014/main" id="{5C1A6D4E-F164-45C8-9194-08665B83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21985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3-text-35">
            <a:extLst xmlns:a="http://schemas.openxmlformats.org/drawingml/2006/main">
              <a:ext uri="{FF2B5EF4-FFF2-40B4-BE49-F238E27FC236}">
                <a16:creationId xmlns:a16="http://schemas.microsoft.com/office/drawing/2014/main" id="{786AFEC3-7029-425E-85EC-C1A4D2F2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36">
            <a:extLst xmlns:a="http://schemas.openxmlformats.org/drawingml/2006/main">
              <a:ext uri="{FF2B5EF4-FFF2-40B4-BE49-F238E27FC236}">
                <a16:creationId xmlns:a16="http://schemas.microsoft.com/office/drawing/2014/main" id="{44FA2275-15EA-40CB-9D5B-CC667638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Graph Behind response() [1]</a:t>
            </a:r>
          </a:p>
        </p:txBody>
      </p:sp>
      <p:sp>
        <p:nvSpPr>
          <p:cNvPr id="3" name="c3-text-37">
            <a:extLst xmlns:a="http://schemas.openxmlformats.org/drawingml/2006/main">
              <a:ext uri="{FF2B5EF4-FFF2-40B4-BE49-F238E27FC236}">
                <a16:creationId xmlns:a16="http://schemas.microsoft.com/office/drawing/2014/main" id="{9BEF847A-E3F8-4C99-9045-E84DB257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38">
            <a:extLst xmlns:a="http://schemas.openxmlformats.org/drawingml/2006/main">
              <a:ext uri="{FF2B5EF4-FFF2-40B4-BE49-F238E27FC236}">
                <a16:creationId xmlns:a16="http://schemas.microsoft.com/office/drawing/2014/main" id="{22668950-8AB2-4BAA-939F-CB0A5524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text-39">
            <a:extLst xmlns:a="http://schemas.openxmlformats.org/drawingml/2006/main">
              <a:ext uri="{FF2B5EF4-FFF2-40B4-BE49-F238E27FC236}">
                <a16:creationId xmlns:a16="http://schemas.microsoft.com/office/drawing/2014/main" id="{A496B603-B96D-4DA1-AABB-86FB3DCD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START</a:t>
            </a:r>
          </a:p>
        </p:txBody>
      </p:sp>
      <p:sp>
        <p:nvSpPr>
          <p:cNvPr id="6" name="c3-shape-40">
            <a:extLst xmlns:a="http://schemas.openxmlformats.org/drawingml/2006/main">
              <a:ext uri="{FF2B5EF4-FFF2-40B4-BE49-F238E27FC236}">
                <a16:creationId xmlns:a16="http://schemas.microsoft.com/office/drawing/2014/main" id="{DFFEA9E3-98BC-4CCE-A087-07AC5B92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24050"/>
            <a:ext cx="2667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7" name="c3-shape-41">
            <a:extLst xmlns:a="http://schemas.openxmlformats.org/drawingml/2006/main">
              <a:ext uri="{FF2B5EF4-FFF2-40B4-BE49-F238E27FC236}">
                <a16:creationId xmlns:a16="http://schemas.microsoft.com/office/drawing/2014/main" id="{6667AAFD-55EA-4B19-B47F-278208D6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57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8" name="c3-text-42">
            <a:extLst xmlns:a="http://schemas.openxmlformats.org/drawingml/2006/main">
              <a:ext uri="{FF2B5EF4-FFF2-40B4-BE49-F238E27FC236}">
                <a16:creationId xmlns:a16="http://schemas.microsoft.com/office/drawing/2014/main" id="{B56BF250-5AE9-4A2E-95B9-377A760A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respond</a:t>
            </a:r>
          </a:p>
        </p:txBody>
      </p:sp>
      <p:sp>
        <p:nvSpPr>
          <p:cNvPr id="9" name="c3-shape-43">
            <a:extLst xmlns:a="http://schemas.openxmlformats.org/drawingml/2006/main">
              <a:ext uri="{FF2B5EF4-FFF2-40B4-BE49-F238E27FC236}">
                <a16:creationId xmlns:a16="http://schemas.microsoft.com/office/drawing/2014/main" id="{B26E98BC-AD89-4580-843A-80074A03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24050"/>
            <a:ext cx="2667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shape-44">
            <a:extLst xmlns:a="http://schemas.openxmlformats.org/drawingml/2006/main">
              <a:ext uri="{FF2B5EF4-FFF2-40B4-BE49-F238E27FC236}">
                <a16:creationId xmlns:a16="http://schemas.microsoft.com/office/drawing/2014/main" id="{63F0F29F-C711-48C2-82FC-7140A8F7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764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1" name="c3-text-45">
            <a:extLst xmlns:a="http://schemas.openxmlformats.org/drawingml/2006/main">
              <a:ext uri="{FF2B5EF4-FFF2-40B4-BE49-F238E27FC236}">
                <a16:creationId xmlns:a16="http://schemas.microsoft.com/office/drawing/2014/main" id="{D2F8567B-3AB3-4185-ABD6-82929721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5260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END</a:t>
            </a:r>
          </a:p>
        </p:txBody>
      </p:sp>
      <p:sp>
        <p:nvSpPr>
          <p:cNvPr id="12" name="c3-shape-46">
            <a:extLst xmlns:a="http://schemas.openxmlformats.org/drawingml/2006/main">
              <a:ext uri="{FF2B5EF4-FFF2-40B4-BE49-F238E27FC236}">
                <a16:creationId xmlns:a16="http://schemas.microsoft.com/office/drawing/2014/main" id="{807EB786-3AC4-423B-A56A-DBB8FFF4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6572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3" name="c3-text-47">
            <a:extLst xmlns:a="http://schemas.openxmlformats.org/drawingml/2006/main">
              <a:ext uri="{FF2B5EF4-FFF2-40B4-BE49-F238E27FC236}">
                <a16:creationId xmlns:a16="http://schemas.microsoft.com/office/drawing/2014/main" id="{F4FB0FCC-9B74-4B1D-AD26-A018CF8A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InMemorySaver checkpointer · thread_id = "avatar"</a:t>
            </a:r>
          </a:p>
        </p:txBody>
      </p:sp>
      <p:sp>
        <p:nvSpPr>
          <p:cNvPr id="14" name="c3-text-48">
            <a:extLst xmlns:a="http://schemas.openxmlformats.org/drawingml/2006/main">
              <a:ext uri="{FF2B5EF4-FFF2-40B4-BE49-F238E27FC236}">
                <a16:creationId xmlns:a16="http://schemas.microsoft.com/office/drawing/2014/main" id="{EE5447C5-AF92-43AF-92FA-CA5B23EC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respond: prompt template + recent messages → ModelReply</a:t>
            </a:r>
          </a:p>
        </p:txBody>
      </p:sp>
      <p:sp>
        <p:nvSpPr>
          <p:cNvPr id="15" name="c3-text-312">
            <a:extLst xmlns:a="http://schemas.openxmlformats.org/drawingml/2006/main">
              <a:ext uri="{FF2B5EF4-FFF2-40B4-BE49-F238E27FC236}">
                <a16:creationId xmlns:a16="http://schemas.microsoft.com/office/drawing/2014/main" id="{D202472F-A74D-446D-B26E-9BB29933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43740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49">
            <a:extLst xmlns:a="http://schemas.openxmlformats.org/drawingml/2006/main">
              <a:ext uri="{FF2B5EF4-FFF2-40B4-BE49-F238E27FC236}">
                <a16:creationId xmlns:a16="http://schemas.microsoft.com/office/drawing/2014/main" id="{EEB3D7F1-3571-4612-B9A0-A1435AEB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50">
            <a:extLst xmlns:a="http://schemas.openxmlformats.org/drawingml/2006/main">
              <a:ext uri="{FF2B5EF4-FFF2-40B4-BE49-F238E27FC236}">
                <a16:creationId xmlns:a16="http://schemas.microsoft.com/office/drawing/2014/main" id="{7CFBC8A8-5CC4-484A-8ED9-D75E7E98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State: Messages and Reply [2]</a:t>
            </a:r>
          </a:p>
        </p:txBody>
      </p:sp>
      <p:sp>
        <p:nvSpPr>
          <p:cNvPr id="3" name="c3-text-51">
            <a:extLst xmlns:a="http://schemas.openxmlformats.org/drawingml/2006/main">
              <a:ext uri="{FF2B5EF4-FFF2-40B4-BE49-F238E27FC236}">
                <a16:creationId xmlns:a16="http://schemas.microsoft.com/office/drawing/2014/main" id="{C773E329-0784-47CB-A7EC-B9885E22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52">
            <a:extLst xmlns:a="http://schemas.openxmlformats.org/drawingml/2006/main">
              <a:ext uri="{FF2B5EF4-FFF2-40B4-BE49-F238E27FC236}">
                <a16:creationId xmlns:a16="http://schemas.microsoft.com/office/drawing/2014/main" id="{AACF5364-DCCC-4CA0-B999-4E311251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53">
            <a:extLst xmlns:a="http://schemas.openxmlformats.org/drawingml/2006/main">
              <a:ext uri="{FF2B5EF4-FFF2-40B4-BE49-F238E27FC236}">
                <a16:creationId xmlns:a16="http://schemas.microsoft.com/office/drawing/2014/main" id="{393DCF8D-39A6-458C-B70F-AAA2B0D4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8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AvatarState</a:t>
            </a:r>
            <a:r>
              <a:rPr sz="18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(MessagesState):</a:t>
            </a:r>
          </a:p>
          <a:p xmlns:a="http://schemas.openxmlformats.org/drawingml/2006/main">
            <a:pPr>
              <a:defRPr sz="18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reply: dict</a:t>
            </a:r>
          </a:p>
        </p:txBody>
      </p:sp>
      <p:sp>
        <p:nvSpPr>
          <p:cNvPr id="6" name="c3-shape-54">
            <a:extLst xmlns:a="http://schemas.openxmlformats.org/drawingml/2006/main">
              <a:ext uri="{FF2B5EF4-FFF2-40B4-BE49-F238E27FC236}">
                <a16:creationId xmlns:a16="http://schemas.microsoft.com/office/drawing/2014/main" id="{0FA9A0F2-11DB-4577-A0A2-3CDF2BC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771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shape-55">
            <a:extLst xmlns:a="http://schemas.openxmlformats.org/drawingml/2006/main">
              <a:ext uri="{FF2B5EF4-FFF2-40B4-BE49-F238E27FC236}">
                <a16:creationId xmlns:a16="http://schemas.microsoft.com/office/drawing/2014/main" id="{EB74EFA0-E9DD-479B-A046-41AF453E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8" name="c3-text-56">
            <a:extLst xmlns:a="http://schemas.openxmlformats.org/drawingml/2006/main">
              <a:ext uri="{FF2B5EF4-FFF2-40B4-BE49-F238E27FC236}">
                <a16:creationId xmlns:a16="http://schemas.microsoft.com/office/drawing/2014/main" id="{D77513D6-F3B4-4C4C-8985-8231EC5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messages</a:t>
            </a:r>
          </a:p>
        </p:txBody>
      </p:sp>
      <p:sp>
        <p:nvSpPr>
          <p:cNvPr id="9" name="c3-text-57">
            <a:extLst xmlns:a="http://schemas.openxmlformats.org/drawingml/2006/main">
              <a:ext uri="{FF2B5EF4-FFF2-40B4-BE49-F238E27FC236}">
                <a16:creationId xmlns:a16="http://schemas.microsoft.com/office/drawing/2014/main" id="{E5F6E622-057C-452D-AE34-54AE2102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conversation, appended by the reducer.</a:t>
            </a:r>
          </a:p>
          <a:p xmlns:a="http://schemas.openxmlformats.org/drawingml/2006/main">
            <a:pPr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Only the spoken text is stored.</a:t>
            </a:r>
          </a:p>
        </p:txBody>
      </p:sp>
      <p:sp>
        <p:nvSpPr>
          <p:cNvPr id="10" name="c3-shape-58">
            <a:extLst xmlns:a="http://schemas.openxmlformats.org/drawingml/2006/main">
              <a:ext uri="{FF2B5EF4-FFF2-40B4-BE49-F238E27FC236}">
                <a16:creationId xmlns:a16="http://schemas.microsoft.com/office/drawing/2014/main" id="{C3115B16-4A73-4A99-843B-52F81728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3771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1" name="c3-shape-59">
            <a:extLst xmlns:a="http://schemas.openxmlformats.org/drawingml/2006/main">
              <a:ext uri="{FF2B5EF4-FFF2-40B4-BE49-F238E27FC236}">
                <a16:creationId xmlns:a16="http://schemas.microsoft.com/office/drawing/2014/main" id="{595E3FB5-8C7C-4EA3-8B95-B255344D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432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2" name="c3-text-60">
            <a:extLst xmlns:a="http://schemas.openxmlformats.org/drawingml/2006/main">
              <a:ext uri="{FF2B5EF4-FFF2-40B4-BE49-F238E27FC236}">
                <a16:creationId xmlns:a16="http://schemas.microsoft.com/office/drawing/2014/main" id="{A0EE8694-FF5D-49E2-80B5-05CBAD57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384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reply</a:t>
            </a:r>
          </a:p>
        </p:txBody>
      </p:sp>
      <p:sp>
        <p:nvSpPr>
          <p:cNvPr id="13" name="c3-text-61">
            <a:extLst xmlns:a="http://schemas.openxmlformats.org/drawingml/2006/main">
              <a:ext uri="{FF2B5EF4-FFF2-40B4-BE49-F238E27FC236}">
                <a16:creationId xmlns:a16="http://schemas.microsoft.com/office/drawing/2014/main" id="{296E1BD2-4854-4751-A5AF-171F014F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latest ModelReply for the avatar:</a:t>
            </a:r>
          </a:p>
          <a:p xmlns:a="http://schemas.openxmlformats.org/drawingml/2006/main">
            <a:pPr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emotion, expression, gesture.</a:t>
            </a:r>
          </a:p>
        </p:txBody>
      </p:sp>
      <p:sp>
        <p:nvSpPr>
          <p:cNvPr id="14" name="c3-text-313">
            <a:extLst xmlns:a="http://schemas.openxmlformats.org/drawingml/2006/main">
              <a:ext uri="{FF2B5EF4-FFF2-40B4-BE49-F238E27FC236}">
                <a16:creationId xmlns:a16="http://schemas.microsoft.com/office/drawing/2014/main" id="{F9474FEB-72F4-4AE5-A6D6-588F8E96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71686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62">
            <a:extLst xmlns:a="http://schemas.openxmlformats.org/drawingml/2006/main">
              <a:ext uri="{FF2B5EF4-FFF2-40B4-BE49-F238E27FC236}">
                <a16:creationId xmlns:a16="http://schemas.microsoft.com/office/drawing/2014/main" id="{842A8594-FA29-4E22-AE6E-6B261092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63">
            <a:extLst xmlns:a="http://schemas.openxmlformats.org/drawingml/2006/main">
              <a:ext uri="{FF2B5EF4-FFF2-40B4-BE49-F238E27FC236}">
                <a16:creationId xmlns:a16="http://schemas.microsoft.com/office/drawing/2014/main" id="{FF1FBF04-06D9-4BDA-BDD6-5170800B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Prompt Templates and Message History [3]</a:t>
            </a:r>
          </a:p>
        </p:txBody>
      </p:sp>
      <p:sp>
        <p:nvSpPr>
          <p:cNvPr id="3" name="c3-text-64">
            <a:extLst xmlns:a="http://schemas.openxmlformats.org/drawingml/2006/main">
              <a:ext uri="{FF2B5EF4-FFF2-40B4-BE49-F238E27FC236}">
                <a16:creationId xmlns:a16="http://schemas.microsoft.com/office/drawing/2014/main" id="{43E5C11B-443B-49A0-9B04-85CA082B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65">
            <a:extLst xmlns:a="http://schemas.openxmlformats.org/drawingml/2006/main">
              <a:ext uri="{FF2B5EF4-FFF2-40B4-BE49-F238E27FC236}">
                <a16:creationId xmlns:a16="http://schemas.microsoft.com/office/drawing/2014/main" id="{4EEFA1AC-ED4D-4017-8AC9-D13DFA94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66">
            <a:extLst xmlns:a="http://schemas.openxmlformats.org/drawingml/2006/main">
              <a:ext uri="{FF2B5EF4-FFF2-40B4-BE49-F238E27FC236}">
                <a16:creationId xmlns:a16="http://schemas.microsoft.com/office/drawing/2014/main" id="{65DE386E-B59E-417F-95EB-00B942DA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prompt = ChatPromptTemplate.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from_messages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([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SystemMessagePromptTemplate.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from_template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"You are a virtual human. Time: {current_time}."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),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MessagesPlaceholder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),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])</a:t>
            </a:r>
          </a:p>
        </p:txBody>
      </p:sp>
      <p:sp>
        <p:nvSpPr>
          <p:cNvPr id="6" name="c3-text-67">
            <a:extLst xmlns:a="http://schemas.openxmlformats.org/drawingml/2006/main">
              <a:ext uri="{FF2B5EF4-FFF2-40B4-BE49-F238E27FC236}">
                <a16:creationId xmlns:a16="http://schemas.microsoft.com/office/drawing/2014/main" id="{7370197E-EA35-4F4A-8418-DD92BBE3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792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system template fills variables. The placeholder keeps message roles.</a:t>
            </a:r>
          </a:p>
        </p:txBody>
      </p:sp>
      <p:sp>
        <p:nvSpPr>
          <p:cNvPr id="7" name="c3-text-314">
            <a:extLst xmlns:a="http://schemas.openxmlformats.org/drawingml/2006/main">
              <a:ext uri="{FF2B5EF4-FFF2-40B4-BE49-F238E27FC236}">
                <a16:creationId xmlns:a16="http://schemas.microsoft.com/office/drawing/2014/main" id="{55BDED2F-AEEA-4FF2-A86B-442EB267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499046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68">
            <a:extLst xmlns:a="http://schemas.openxmlformats.org/drawingml/2006/main">
              <a:ext uri="{FF2B5EF4-FFF2-40B4-BE49-F238E27FC236}">
                <a16:creationId xmlns:a16="http://schemas.microsoft.com/office/drawing/2014/main" id="{4E471565-DAEB-47F7-BC19-48B415DD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69">
            <a:extLst xmlns:a="http://schemas.openxmlformats.org/drawingml/2006/main">
              <a:ext uri="{FF2B5EF4-FFF2-40B4-BE49-F238E27FC236}">
                <a16:creationId xmlns:a16="http://schemas.microsoft.com/office/drawing/2014/main" id="{05EFE84D-8EE7-44FB-9C0A-387BB91A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respond Node [2]</a:t>
            </a:r>
          </a:p>
        </p:txBody>
      </p:sp>
      <p:sp>
        <p:nvSpPr>
          <p:cNvPr id="3" name="c3-text-70">
            <a:extLst xmlns:a="http://schemas.openxmlformats.org/drawingml/2006/main">
              <a:ext uri="{FF2B5EF4-FFF2-40B4-BE49-F238E27FC236}">
                <a16:creationId xmlns:a16="http://schemas.microsoft.com/office/drawing/2014/main" id="{029CE715-7D96-4F62-BA48-E0BA3F63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71">
            <a:extLst xmlns:a="http://schemas.openxmlformats.org/drawingml/2006/main">
              <a:ext uri="{FF2B5EF4-FFF2-40B4-BE49-F238E27FC236}">
                <a16:creationId xmlns:a16="http://schemas.microsoft.com/office/drawing/2014/main" id="{03F53DEA-9AE8-41F3-A875-0D56EF32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72">
            <a:extLst xmlns:a="http://schemas.openxmlformats.org/drawingml/2006/main">
              <a:ext uri="{FF2B5EF4-FFF2-40B4-BE49-F238E27FC236}">
                <a16:creationId xmlns:a16="http://schemas.microsoft.com/office/drawing/2014/main" id="{9495FA86-7E24-4C65-A4C3-9EC97AFF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respond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(state: AvatarState):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answer = structured_client.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prompt.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format_messages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    current_time=current_time,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    messages=state[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][-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MAX_MESSAGES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:]))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{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AIMessage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(answer.speech_text)],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"reply"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answer.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model_dump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()}</a:t>
            </a:r>
          </a:p>
        </p:txBody>
      </p:sp>
      <p:sp>
        <p:nvSpPr>
          <p:cNvPr id="6" name="c3-shape-73">
            <a:extLst xmlns:a="http://schemas.openxmlformats.org/drawingml/2006/main">
              <a:ext uri="{FF2B5EF4-FFF2-40B4-BE49-F238E27FC236}">
                <a16:creationId xmlns:a16="http://schemas.microsoft.com/office/drawing/2014/main" id="{3146F8E5-6580-4FCB-B439-C4983D93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74">
            <a:extLst xmlns:a="http://schemas.openxmlformats.org/drawingml/2006/main">
              <a:ext uri="{FF2B5EF4-FFF2-40B4-BE49-F238E27FC236}">
                <a16:creationId xmlns:a16="http://schemas.microsoft.com/office/drawing/2014/main" id="{1E1E4719-7A12-43AC-8912-10E6073B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Structured output from Module 1 + rolling buffer from Chapter 02.</a:t>
            </a:r>
          </a:p>
        </p:txBody>
      </p:sp>
      <p:sp>
        <p:nvSpPr>
          <p:cNvPr id="8" name="c3-text-315">
            <a:extLst xmlns:a="http://schemas.openxmlformats.org/drawingml/2006/main">
              <a:ext uri="{FF2B5EF4-FFF2-40B4-BE49-F238E27FC236}">
                <a16:creationId xmlns:a16="http://schemas.microsoft.com/office/drawing/2014/main" id="{9F140942-B46F-497F-9A42-0EA07399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356802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75">
            <a:extLst xmlns:a="http://schemas.openxmlformats.org/drawingml/2006/main">
              <a:ext uri="{FF2B5EF4-FFF2-40B4-BE49-F238E27FC236}">
                <a16:creationId xmlns:a16="http://schemas.microsoft.com/office/drawing/2014/main" id="{18E2E0A1-0773-4FBC-B774-7C50EA43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76">
            <a:extLst xmlns:a="http://schemas.openxmlformats.org/drawingml/2006/main">
              <a:ext uri="{FF2B5EF4-FFF2-40B4-BE49-F238E27FC236}">
                <a16:creationId xmlns:a16="http://schemas.microsoft.com/office/drawing/2014/main" id="{BADEDDCC-3B86-4703-8928-7EE01655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Thread Lives in the Backend [1]</a:t>
            </a:r>
          </a:p>
        </p:txBody>
      </p:sp>
      <p:sp>
        <p:nvSpPr>
          <p:cNvPr id="3" name="c3-text-77">
            <a:extLst xmlns:a="http://schemas.openxmlformats.org/drawingml/2006/main">
              <a:ext uri="{FF2B5EF4-FFF2-40B4-BE49-F238E27FC236}">
                <a16:creationId xmlns:a16="http://schemas.microsoft.com/office/drawing/2014/main" id="{826C942F-C764-44EA-B306-069972DB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78">
            <a:extLst xmlns:a="http://schemas.openxmlformats.org/drawingml/2006/main">
              <a:ext uri="{FF2B5EF4-FFF2-40B4-BE49-F238E27FC236}">
                <a16:creationId xmlns:a16="http://schemas.microsoft.com/office/drawing/2014/main" id="{B074C8BA-0ACB-4B4D-BD66-778C7695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79">
            <a:extLst xmlns:a="http://schemas.openxmlformats.org/drawingml/2006/main">
              <a:ext uri="{FF2B5EF4-FFF2-40B4-BE49-F238E27FC236}">
                <a16:creationId xmlns:a16="http://schemas.microsoft.com/office/drawing/2014/main" id="{8A8F194F-4DD2-4B0B-99E7-44138141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THREAD_ID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"avatar"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config = {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"configurable"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{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"thread_id"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THREAD_ID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response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(text: str) -&gt; AgentReply: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result = graph.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({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HumanMessage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(text)]}, config)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AgentReply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(**result[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"reply"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])</a:t>
            </a:r>
          </a:p>
        </p:txBody>
      </p:sp>
      <p:sp>
        <p:nvSpPr>
          <p:cNvPr id="6" name="c3-shape-80">
            <a:extLst xmlns:a="http://schemas.openxmlformats.org/drawingml/2006/main">
              <a:ext uri="{FF2B5EF4-FFF2-40B4-BE49-F238E27FC236}">
                <a16:creationId xmlns:a16="http://schemas.microsoft.com/office/drawing/2014/main" id="{00FEFD6C-0748-4330-AECB-EFB35227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81">
            <a:extLst xmlns:a="http://schemas.openxmlformats.org/drawingml/2006/main">
              <a:ext uri="{FF2B5EF4-FFF2-40B4-BE49-F238E27FC236}">
                <a16:creationId xmlns:a16="http://schemas.microsoft.com/office/drawing/2014/main" id="{FE2A6E1A-870A-4F0F-9330-791C328D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browser sends only text; every request continues the same thread.</a:t>
            </a:r>
          </a:p>
        </p:txBody>
      </p:sp>
      <p:sp>
        <p:nvSpPr>
          <p:cNvPr id="8" name="c3-text-316">
            <a:extLst xmlns:a="http://schemas.openxmlformats.org/drawingml/2006/main">
              <a:ext uri="{FF2B5EF4-FFF2-40B4-BE49-F238E27FC236}">
                <a16:creationId xmlns:a16="http://schemas.microsoft.com/office/drawing/2014/main" id="{13A222C3-C947-4251-858C-E3A9925A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795265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3-text-82">
            <a:extLst xmlns:a="http://schemas.openxmlformats.org/drawingml/2006/main">
              <a:ext uri="{FF2B5EF4-FFF2-40B4-BE49-F238E27FC236}">
                <a16:creationId xmlns:a16="http://schemas.microsoft.com/office/drawing/2014/main" id="{945F1F66-8B07-4AAC-B2CE-82A1ECC4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83">
            <a:extLst xmlns:a="http://schemas.openxmlformats.org/drawingml/2006/main">
              <a:ext uri="{FF2B5EF4-FFF2-40B4-BE49-F238E27FC236}">
                <a16:creationId xmlns:a16="http://schemas.microsoft.com/office/drawing/2014/main" id="{CFFB37A4-C0D2-45FC-9A85-FE5E32F0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Clear Conversation [1]</a:t>
            </a:r>
          </a:p>
        </p:txBody>
      </p:sp>
      <p:sp>
        <p:nvSpPr>
          <p:cNvPr id="3" name="c3-text-84">
            <a:extLst xmlns:a="http://schemas.openxmlformats.org/drawingml/2006/main">
              <a:ext uri="{FF2B5EF4-FFF2-40B4-BE49-F238E27FC236}">
                <a16:creationId xmlns:a16="http://schemas.microsoft.com/office/drawing/2014/main" id="{D2D8C479-F6D7-4B39-90D2-B075FBAB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85">
            <a:extLst xmlns:a="http://schemas.openxmlformats.org/drawingml/2006/main">
              <a:ext uri="{FF2B5EF4-FFF2-40B4-BE49-F238E27FC236}">
                <a16:creationId xmlns:a16="http://schemas.microsoft.com/office/drawing/2014/main" id="{16C0B6B4-6E5B-4BB0-8226-3F478DF1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62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5" name="c3-text-86">
            <a:extLst xmlns:a="http://schemas.openxmlformats.org/drawingml/2006/main">
              <a:ext uri="{FF2B5EF4-FFF2-40B4-BE49-F238E27FC236}">
                <a16:creationId xmlns:a16="http://schemas.microsoft.com/office/drawing/2014/main" id="{1DC0F5F0-01F2-4277-AE19-A7144277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Clear button</a:t>
            </a:r>
          </a:p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(browser)</a:t>
            </a:r>
          </a:p>
        </p:txBody>
      </p:sp>
      <p:sp>
        <p:nvSpPr>
          <p:cNvPr id="6" name="c3-shape-87">
            <a:extLst xmlns:a="http://schemas.openxmlformats.org/drawingml/2006/main">
              <a:ext uri="{FF2B5EF4-FFF2-40B4-BE49-F238E27FC236}">
                <a16:creationId xmlns:a16="http://schemas.microsoft.com/office/drawing/2014/main" id="{8625489F-0F20-420B-8883-5FFC45BF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19300"/>
            <a:ext cx="95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7" name="c3-shape-88">
            <a:extLst xmlns:a="http://schemas.openxmlformats.org/drawingml/2006/main">
              <a:ext uri="{FF2B5EF4-FFF2-40B4-BE49-F238E27FC236}">
                <a16:creationId xmlns:a16="http://schemas.microsoft.com/office/drawing/2014/main" id="{7A759C5F-E8E8-4E73-9658-6222F5A5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1962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8" name="c3-text-89">
            <a:extLst xmlns:a="http://schemas.openxmlformats.org/drawingml/2006/main">
              <a:ext uri="{FF2B5EF4-FFF2-40B4-BE49-F238E27FC236}">
                <a16:creationId xmlns:a16="http://schemas.microsoft.com/office/drawing/2014/main" id="{179662A2-5310-43A4-A9A8-44127BF3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5260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/conversation/clear</a:t>
            </a:r>
          </a:p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(server)</a:t>
            </a:r>
          </a:p>
        </p:txBody>
      </p:sp>
      <p:sp>
        <p:nvSpPr>
          <p:cNvPr id="9" name="c3-shape-90">
            <a:extLst xmlns:a="http://schemas.openxmlformats.org/drawingml/2006/main">
              <a:ext uri="{FF2B5EF4-FFF2-40B4-BE49-F238E27FC236}">
                <a16:creationId xmlns:a16="http://schemas.microsoft.com/office/drawing/2014/main" id="{7E661FE7-8E9A-4EA1-BA87-2CA83FB6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19300"/>
            <a:ext cx="95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shape-91">
            <a:extLst xmlns:a="http://schemas.openxmlformats.org/drawingml/2006/main">
              <a:ext uri="{FF2B5EF4-FFF2-40B4-BE49-F238E27FC236}">
                <a16:creationId xmlns:a16="http://schemas.microsoft.com/office/drawing/2014/main" id="{A0564A30-6D0D-48E2-A007-10730629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1962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1" name="c3-text-92">
            <a:extLst xmlns:a="http://schemas.openxmlformats.org/drawingml/2006/main">
              <a:ext uri="{FF2B5EF4-FFF2-40B4-BE49-F238E27FC236}">
                <a16:creationId xmlns:a16="http://schemas.microsoft.com/office/drawing/2014/main" id="{FE4FBB14-9F2D-4105-86D0-EAE8E741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clear_conversation()</a:t>
            </a:r>
          </a:p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(agent)</a:t>
            </a:r>
          </a:p>
        </p:txBody>
      </p:sp>
      <p:sp>
        <p:nvSpPr>
          <p:cNvPr id="12" name="c3-shape-93">
            <a:extLst xmlns:a="http://schemas.openxmlformats.org/drawingml/2006/main">
              <a:ext uri="{FF2B5EF4-FFF2-40B4-BE49-F238E27FC236}">
                <a16:creationId xmlns:a16="http://schemas.microsoft.com/office/drawing/2014/main" id="{72EAA691-170A-4E07-86F6-DB94646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7924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13" name="c3-text-94">
            <a:extLst xmlns:a="http://schemas.openxmlformats.org/drawingml/2006/main">
              <a:ext uri="{FF2B5EF4-FFF2-40B4-BE49-F238E27FC236}">
                <a16:creationId xmlns:a16="http://schemas.microsoft.com/office/drawing/2014/main" id="{52C96451-7F43-47D0-834B-BE93E1E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758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clear_conversation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():</a:t>
            </a:r>
          </a:p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checkpointer.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delete_thread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7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THREAD_ID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4" name="c3-text-95">
            <a:extLst xmlns:a="http://schemas.openxmlformats.org/drawingml/2006/main">
              <a:ext uri="{FF2B5EF4-FFF2-40B4-BE49-F238E27FC236}">
                <a16:creationId xmlns:a16="http://schemas.microsoft.com/office/drawing/2014/main" id="{5F71308A-CF7A-48AF-B284-65DBC7F1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792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The next message starts an empty conversation.</a:t>
            </a:r>
          </a:p>
        </p:txBody>
      </p:sp>
      <p:sp>
        <p:nvSpPr>
          <p:cNvPr id="15" name="c3-text-317">
            <a:extLst xmlns:a="http://schemas.openxmlformats.org/drawingml/2006/main">
              <a:ext uri="{FF2B5EF4-FFF2-40B4-BE49-F238E27FC236}">
                <a16:creationId xmlns:a16="http://schemas.microsoft.com/office/drawing/2014/main" id="{5C526A2E-D91E-44DC-859F-6117425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694349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3-text-96">
            <a:extLst xmlns:a="http://schemas.openxmlformats.org/drawingml/2006/main">
              <a:ext uri="{FF2B5EF4-FFF2-40B4-BE49-F238E27FC236}">
                <a16:creationId xmlns:a16="http://schemas.microsoft.com/office/drawing/2014/main" id="{51265DCB-59D1-48C4-B9F8-551549D1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97">
            <a:extLst xmlns:a="http://schemas.openxmlformats.org/drawingml/2006/main">
              <a:ext uri="{FF2B5EF4-FFF2-40B4-BE49-F238E27FC236}">
                <a16:creationId xmlns:a16="http://schemas.microsoft.com/office/drawing/2014/main" id="{8D92E9F8-2216-420F-AF5B-4203EE55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Together: Clear Memory through the API</a:t>
            </a:r>
          </a:p>
        </p:txBody>
      </p:sp>
      <p:sp>
        <p:nvSpPr>
          <p:cNvPr id="3" name="c3-text-98">
            <a:extLst xmlns:a="http://schemas.openxmlformats.org/drawingml/2006/main">
              <a:ext uri="{FF2B5EF4-FFF2-40B4-BE49-F238E27FC236}">
                <a16:creationId xmlns:a16="http://schemas.microsoft.com/office/drawing/2014/main" id="{E3C4D7DA-4CA1-4666-BB4E-E3A5BBDF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99">
            <a:extLst xmlns:a="http://schemas.openxmlformats.org/drawingml/2006/main">
              <a:ext uri="{FF2B5EF4-FFF2-40B4-BE49-F238E27FC236}">
                <a16:creationId xmlns:a16="http://schemas.microsoft.com/office/drawing/2014/main" id="{8E900392-478C-4467-B6BD-92CA42F7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00">
            <a:extLst xmlns:a="http://schemas.openxmlformats.org/drawingml/2006/main">
              <a:ext uri="{FF2B5EF4-FFF2-40B4-BE49-F238E27FC236}">
                <a16:creationId xmlns:a16="http://schemas.microsoft.com/office/drawing/2014/main" id="{7F08916D-DD24-4781-B4DB-57AEE17F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@app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post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"/conversation/clear"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clear_conversation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():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selected_agent = sys.modules[response.__module__]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clear_agent_memory = 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getattr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selected_agent,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"clear_conversation"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None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callable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(clear_agent_memory):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clear_agent_memory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()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{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"ok"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3-text-318">
            <a:extLst xmlns:a="http://schemas.openxmlformats.org/drawingml/2006/main">
              <a:ext uri="{FF2B5EF4-FFF2-40B4-BE49-F238E27FC236}">
                <a16:creationId xmlns:a16="http://schemas.microsoft.com/office/drawing/2014/main" id="{FCBD9617-4820-49FA-A3A6-BC403402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6671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3-text-101">
            <a:extLst xmlns:a="http://schemas.openxmlformats.org/drawingml/2006/main">
              <a:ext uri="{FF2B5EF4-FFF2-40B4-BE49-F238E27FC236}">
                <a16:creationId xmlns:a16="http://schemas.microsoft.com/office/drawing/2014/main" id="{3CAC22D2-CACF-4563-84EB-60A286A9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02">
            <a:extLst xmlns:a="http://schemas.openxmlformats.org/drawingml/2006/main">
              <a:ext uri="{FF2B5EF4-FFF2-40B4-BE49-F238E27FC236}">
                <a16:creationId xmlns:a16="http://schemas.microsoft.com/office/drawing/2014/main" id="{E6269C87-E089-4247-BC3B-F39DBBFC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Always Answer</a:t>
            </a:r>
          </a:p>
        </p:txBody>
      </p:sp>
      <p:sp>
        <p:nvSpPr>
          <p:cNvPr id="3" name="c3-text-103">
            <a:extLst xmlns:a="http://schemas.openxmlformats.org/drawingml/2006/main">
              <a:ext uri="{FF2B5EF4-FFF2-40B4-BE49-F238E27FC236}">
                <a16:creationId xmlns:a16="http://schemas.microsoft.com/office/drawing/2014/main" id="{F78835BB-D4BB-4EE5-92ED-487E9444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104">
            <a:extLst xmlns:a="http://schemas.openxmlformats.org/drawingml/2006/main">
              <a:ext uri="{FF2B5EF4-FFF2-40B4-BE49-F238E27FC236}">
                <a16:creationId xmlns:a16="http://schemas.microsoft.com/office/drawing/2014/main" id="{22258AB1-A18E-43EF-9BD6-254B1EEF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5146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105">
            <a:extLst xmlns:a="http://schemas.openxmlformats.org/drawingml/2006/main">
              <a:ext uri="{FF2B5EF4-FFF2-40B4-BE49-F238E27FC236}">
                <a16:creationId xmlns:a16="http://schemas.microsoft.com/office/drawing/2014/main" id="{4879FBBA-F9C5-4426-8EA6-00C04598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106">
            <a:extLst xmlns:a="http://schemas.openxmlformats.org/drawingml/2006/main">
              <a:ext uri="{FF2B5EF4-FFF2-40B4-BE49-F238E27FC236}">
                <a16:creationId xmlns:a16="http://schemas.microsoft.com/office/drawing/2014/main" id="{A248AC83-D5C1-4583-A149-CAA70A9B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Model error or timeout</a:t>
            </a:r>
          </a:p>
        </p:txBody>
      </p:sp>
      <p:sp>
        <p:nvSpPr>
          <p:cNvPr id="7" name="c3-text-107">
            <a:extLst xmlns:a="http://schemas.openxmlformats.org/drawingml/2006/main">
              <a:ext uri="{FF2B5EF4-FFF2-40B4-BE49-F238E27FC236}">
                <a16:creationId xmlns:a16="http://schemas.microsoft.com/office/drawing/2014/main" id="{43C9FB5E-A434-4DD3-B3EB-FBC20B5C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2133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short apology and a shrug.</a:t>
            </a:r>
          </a:p>
        </p:txBody>
      </p:sp>
      <p:sp>
        <p:nvSpPr>
          <p:cNvPr id="8" name="c3-shape-108">
            <a:extLst xmlns:a="http://schemas.openxmlformats.org/drawingml/2006/main">
              <a:ext uri="{FF2B5EF4-FFF2-40B4-BE49-F238E27FC236}">
                <a16:creationId xmlns:a16="http://schemas.microsoft.com/office/drawing/2014/main" id="{0C5CE471-DCAF-4CAF-9340-B227374C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25146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109">
            <a:extLst xmlns:a="http://schemas.openxmlformats.org/drawingml/2006/main">
              <a:ext uri="{FF2B5EF4-FFF2-40B4-BE49-F238E27FC236}">
                <a16:creationId xmlns:a16="http://schemas.microsoft.com/office/drawing/2014/main" id="{9CA00873-C4F1-4BAF-BF0A-6E0FBBCB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10">
            <a:extLst xmlns:a="http://schemas.openxmlformats.org/drawingml/2006/main">
              <a:ext uri="{FF2B5EF4-FFF2-40B4-BE49-F238E27FC236}">
                <a16:creationId xmlns:a16="http://schemas.microsoft.com/office/drawing/2014/main" id="{825D896F-73AF-41A8-8FA8-7C911E6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764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No structured reply</a:t>
            </a:r>
          </a:p>
        </p:txBody>
      </p:sp>
      <p:sp>
        <p:nvSpPr>
          <p:cNvPr id="11" name="c3-text-111">
            <a:extLst xmlns:a="http://schemas.openxmlformats.org/drawingml/2006/main">
              <a:ext uri="{FF2B5EF4-FFF2-40B4-BE49-F238E27FC236}">
                <a16:creationId xmlns:a16="http://schemas.microsoft.com/office/drawing/2014/main" id="{61BA9CB1-D4AC-4422-B9FB-F97F30E2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19325"/>
            <a:ext cx="2133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same fallback reply.</a:t>
            </a:r>
          </a:p>
        </p:txBody>
      </p:sp>
      <p:sp>
        <p:nvSpPr>
          <p:cNvPr id="12" name="c3-shape-112">
            <a:extLst xmlns:a="http://schemas.openxmlformats.org/drawingml/2006/main">
              <a:ext uri="{FF2B5EF4-FFF2-40B4-BE49-F238E27FC236}">
                <a16:creationId xmlns:a16="http://schemas.microsoft.com/office/drawing/2014/main" id="{62F98031-CB86-4DAF-A258-7D2E36C1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25146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shape-113">
            <a:extLst xmlns:a="http://schemas.openxmlformats.org/drawingml/2006/main">
              <a:ext uri="{FF2B5EF4-FFF2-40B4-BE49-F238E27FC236}">
                <a16:creationId xmlns:a16="http://schemas.microsoft.com/office/drawing/2014/main" id="{511164D7-0111-475A-B078-31255DDB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4" name="c3-text-114">
            <a:extLst xmlns:a="http://schemas.openxmlformats.org/drawingml/2006/main">
              <a:ext uri="{FF2B5EF4-FFF2-40B4-BE49-F238E27FC236}">
                <a16:creationId xmlns:a16="http://schemas.microsoft.com/office/drawing/2014/main" id="{8E4AA3CD-8729-43FE-850C-5EAA2C1C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764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History in order</a:t>
            </a:r>
          </a:p>
        </p:txBody>
      </p:sp>
      <p:sp>
        <p:nvSpPr>
          <p:cNvPr id="15" name="c3-text-115">
            <a:extLst xmlns:a="http://schemas.openxmlformats.org/drawingml/2006/main">
              <a:ext uri="{FF2B5EF4-FFF2-40B4-BE49-F238E27FC236}">
                <a16:creationId xmlns:a16="http://schemas.microsoft.com/office/drawing/2014/main" id="{A7BBA961-74A9-4E97-A239-D4376736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19325"/>
            <a:ext cx="2133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Human and AI messages still alternate.</a:t>
            </a:r>
          </a:p>
        </p:txBody>
      </p:sp>
      <p:sp>
        <p:nvSpPr>
          <p:cNvPr id="16" name="c3-shape-116">
            <a:extLst xmlns:a="http://schemas.openxmlformats.org/drawingml/2006/main">
              <a:ext uri="{FF2B5EF4-FFF2-40B4-BE49-F238E27FC236}">
                <a16:creationId xmlns:a16="http://schemas.microsoft.com/office/drawing/2014/main" id="{700282C5-194F-4859-B931-D964C675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7" name="c3-text-117">
            <a:extLst xmlns:a="http://schemas.openxmlformats.org/drawingml/2006/main">
              <a:ext uri="{FF2B5EF4-FFF2-40B4-BE49-F238E27FC236}">
                <a16:creationId xmlns:a16="http://schemas.microsoft.com/office/drawing/2014/main" id="{DE29C1A9-46BF-480E-923F-48BE5585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failed call must not break the avatar or the saved conversation.</a:t>
            </a:r>
          </a:p>
        </p:txBody>
      </p:sp>
      <p:sp>
        <p:nvSpPr>
          <p:cNvPr id="18" name="c3-text-319">
            <a:extLst xmlns:a="http://schemas.openxmlformats.org/drawingml/2006/main">
              <a:ext uri="{FF2B5EF4-FFF2-40B4-BE49-F238E27FC236}">
                <a16:creationId xmlns:a16="http://schemas.microsoft.com/office/drawing/2014/main" id="{A25E9D34-4E36-495B-B2AB-D215930D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642438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118">
            <a:extLst xmlns:a="http://schemas.openxmlformats.org/drawingml/2006/main">
              <a:ext uri="{FF2B5EF4-FFF2-40B4-BE49-F238E27FC236}">
                <a16:creationId xmlns:a16="http://schemas.microsoft.com/office/drawing/2014/main" id="{9DAC8A85-14F6-4146-AF08-EC686F93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19">
            <a:extLst xmlns:a="http://schemas.openxmlformats.org/drawingml/2006/main">
              <a:ext uri="{FF2B5EF4-FFF2-40B4-BE49-F238E27FC236}">
                <a16:creationId xmlns:a16="http://schemas.microsoft.com/office/drawing/2014/main" id="{38140C4C-BC87-40A8-9104-15A6689B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Try It on the Avatar</a:t>
            </a:r>
          </a:p>
        </p:txBody>
      </p:sp>
      <p:sp>
        <p:nvSpPr>
          <p:cNvPr id="3" name="c3-text-120">
            <a:extLst xmlns:a="http://schemas.openxmlformats.org/drawingml/2006/main">
              <a:ext uri="{FF2B5EF4-FFF2-40B4-BE49-F238E27FC236}">
                <a16:creationId xmlns:a16="http://schemas.microsoft.com/office/drawing/2014/main" id="{A8EEBE47-92C4-4B97-B80D-EB0B47C5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121">
            <a:extLst xmlns:a="http://schemas.openxmlformats.org/drawingml/2006/main">
              <a:ext uri="{FF2B5EF4-FFF2-40B4-BE49-F238E27FC236}">
                <a16:creationId xmlns:a16="http://schemas.microsoft.com/office/drawing/2014/main" id="{22A087B3-4BFD-468D-B5AD-EFC2B7D7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771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122">
            <a:extLst xmlns:a="http://schemas.openxmlformats.org/drawingml/2006/main">
              <a:ext uri="{FF2B5EF4-FFF2-40B4-BE49-F238E27FC236}">
                <a16:creationId xmlns:a16="http://schemas.microsoft.com/office/drawing/2014/main" id="{37923DF9-B138-4277-96B4-F10F4266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123">
            <a:extLst xmlns:a="http://schemas.openxmlformats.org/drawingml/2006/main">
              <a:ext uri="{FF2B5EF4-FFF2-40B4-BE49-F238E27FC236}">
                <a16:creationId xmlns:a16="http://schemas.microsoft.com/office/drawing/2014/main" id="{4BA10FA2-1670-45AC-B770-225DADDE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Select the agent</a:t>
            </a:r>
          </a:p>
        </p:txBody>
      </p:sp>
      <p:sp>
        <p:nvSpPr>
          <p:cNvPr id="7" name="c3-text-124">
            <a:extLst xmlns:a="http://schemas.openxmlformats.org/drawingml/2006/main">
              <a:ext uri="{FF2B5EF4-FFF2-40B4-BE49-F238E27FC236}">
                <a16:creationId xmlns:a16="http://schemas.microsoft.com/office/drawing/2014/main" id="{D398A808-736B-4D87-A942-E8889BEE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3390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 vh_cognitive_server.py keep one import:</a:t>
            </a:r>
          </a:p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agents.Module_2.Chapter_03</a:t>
            </a:r>
          </a:p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.langgraph_avatar_agent</a:t>
            </a:r>
          </a:p>
        </p:txBody>
      </p:sp>
      <p:sp>
        <p:nvSpPr>
          <p:cNvPr id="8" name="c3-shape-125">
            <a:extLst xmlns:a="http://schemas.openxmlformats.org/drawingml/2006/main">
              <a:ext uri="{FF2B5EF4-FFF2-40B4-BE49-F238E27FC236}">
                <a16:creationId xmlns:a16="http://schemas.microsoft.com/office/drawing/2014/main" id="{FE680531-E952-4473-AEBD-9AAF1277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3771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126">
            <a:extLst xmlns:a="http://schemas.openxmlformats.org/drawingml/2006/main">
              <a:ext uri="{FF2B5EF4-FFF2-40B4-BE49-F238E27FC236}">
                <a16:creationId xmlns:a16="http://schemas.microsoft.com/office/drawing/2014/main" id="{C7A37CE0-8D88-425E-B1BC-54F0FE86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27">
            <a:extLst xmlns:a="http://schemas.openxmlformats.org/drawingml/2006/main">
              <a:ext uri="{FF2B5EF4-FFF2-40B4-BE49-F238E27FC236}">
                <a16:creationId xmlns:a16="http://schemas.microsoft.com/office/drawing/2014/main" id="{C24C18A5-665F-4269-B898-8F63C840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Test the memory</a:t>
            </a:r>
          </a:p>
        </p:txBody>
      </p:sp>
      <p:sp>
        <p:nvSpPr>
          <p:cNvPr id="11" name="c3-text-128">
            <a:extLst xmlns:a="http://schemas.openxmlformats.org/drawingml/2006/main">
              <a:ext uri="{FF2B5EF4-FFF2-40B4-BE49-F238E27FC236}">
                <a16:creationId xmlns:a16="http://schemas.microsoft.com/office/drawing/2014/main" id="{AB2370C4-92CF-43A9-9FD9-B72C4C9B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24075"/>
            <a:ext cx="3390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Tell your name and favourite colour.</a:t>
            </a:r>
          </a:p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Ask for both.</a:t>
            </a:r>
          </a:p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Clear the conversation and ask again.</a:t>
            </a:r>
          </a:p>
        </p:txBody>
      </p:sp>
      <p:sp>
        <p:nvSpPr>
          <p:cNvPr id="12" name="c3-shape-129">
            <a:extLst xmlns:a="http://schemas.openxmlformats.org/drawingml/2006/main">
              <a:ext uri="{FF2B5EF4-FFF2-40B4-BE49-F238E27FC236}">
                <a16:creationId xmlns:a16="http://schemas.microsoft.com/office/drawing/2014/main" id="{DEF1E839-A488-4ED7-B30F-E2CE0299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130">
            <a:extLst xmlns:a="http://schemas.openxmlformats.org/drawingml/2006/main">
              <a:ext uri="{FF2B5EF4-FFF2-40B4-BE49-F238E27FC236}">
                <a16:creationId xmlns:a16="http://schemas.microsoft.com/office/drawing/2014/main" id="{5D41BD65-9EEF-4B3D-A9EE-F4EF5977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Save, then restart the cognitive server in the avatar Settings.</a:t>
            </a:r>
          </a:p>
        </p:txBody>
      </p:sp>
      <p:sp>
        <p:nvSpPr>
          <p:cNvPr id="14" name="c3-text-320">
            <a:extLst xmlns:a="http://schemas.openxmlformats.org/drawingml/2006/main">
              <a:ext uri="{FF2B5EF4-FFF2-40B4-BE49-F238E27FC236}">
                <a16:creationId xmlns:a16="http://schemas.microsoft.com/office/drawing/2014/main" id="{6CE58F99-CAC5-4D95-9C67-9B2A49E6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490042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3-text-131">
            <a:extLst xmlns:a="http://schemas.openxmlformats.org/drawingml/2006/main">
              <a:ext uri="{FF2B5EF4-FFF2-40B4-BE49-F238E27FC236}">
                <a16:creationId xmlns:a16="http://schemas.microsoft.com/office/drawing/2014/main" id="{CDE6FB5B-6F6F-4613-B96D-FFA16DF7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32">
            <a:extLst xmlns:a="http://schemas.openxmlformats.org/drawingml/2006/main">
              <a:ext uri="{FF2B5EF4-FFF2-40B4-BE49-F238E27FC236}">
                <a16:creationId xmlns:a16="http://schemas.microsoft.com/office/drawing/2014/main" id="{AA6C05A7-FBAE-42E8-B2AC-181FE353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Your Turn</a:t>
            </a:r>
          </a:p>
        </p:txBody>
      </p:sp>
      <p:sp>
        <p:nvSpPr>
          <p:cNvPr id="3" name="c3-text-133">
            <a:extLst xmlns:a="http://schemas.openxmlformats.org/drawingml/2006/main">
              <a:ext uri="{FF2B5EF4-FFF2-40B4-BE49-F238E27FC236}">
                <a16:creationId xmlns:a16="http://schemas.microsoft.com/office/drawing/2014/main" id="{DA59DB70-1551-49EC-9349-C68463EF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134">
            <a:extLst xmlns:a="http://schemas.openxmlformats.org/drawingml/2006/main">
              <a:ext uri="{FF2B5EF4-FFF2-40B4-BE49-F238E27FC236}">
                <a16:creationId xmlns:a16="http://schemas.microsoft.com/office/drawing/2014/main" id="{36D1E619-5924-4337-A785-C58DECF7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5146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135">
            <a:extLst xmlns:a="http://schemas.openxmlformats.org/drawingml/2006/main">
              <a:ext uri="{FF2B5EF4-FFF2-40B4-BE49-F238E27FC236}">
                <a16:creationId xmlns:a16="http://schemas.microsoft.com/office/drawing/2014/main" id="{C4261830-8B6E-491E-9AB0-AFCFB6B3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136">
            <a:extLst xmlns:a="http://schemas.openxmlformats.org/drawingml/2006/main">
              <a:ext uri="{FF2B5EF4-FFF2-40B4-BE49-F238E27FC236}">
                <a16:creationId xmlns:a16="http://schemas.microsoft.com/office/drawing/2014/main" id="{BE1B3389-E941-47FB-B3AF-9FC24D34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Persona</a:t>
            </a:r>
          </a:p>
        </p:txBody>
      </p:sp>
      <p:sp>
        <p:nvSpPr>
          <p:cNvPr id="7" name="c3-text-137">
            <a:extLst xmlns:a="http://schemas.openxmlformats.org/drawingml/2006/main">
              <a:ext uri="{FF2B5EF4-FFF2-40B4-BE49-F238E27FC236}">
                <a16:creationId xmlns:a16="http://schemas.microsoft.com/office/drawing/2014/main" id="{C659F584-49FB-4F9E-BFE2-B922882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2133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Change the system instruction: a museum guide with its own name.</a:t>
            </a:r>
          </a:p>
        </p:txBody>
      </p:sp>
      <p:sp>
        <p:nvSpPr>
          <p:cNvPr id="8" name="c3-shape-138">
            <a:extLst xmlns:a="http://schemas.openxmlformats.org/drawingml/2006/main">
              <a:ext uri="{FF2B5EF4-FFF2-40B4-BE49-F238E27FC236}">
                <a16:creationId xmlns:a16="http://schemas.microsoft.com/office/drawing/2014/main" id="{EC018A45-E249-4430-9CBF-92E437AA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24000"/>
            <a:ext cx="25146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139">
            <a:extLst xmlns:a="http://schemas.openxmlformats.org/drawingml/2006/main">
              <a:ext uri="{FF2B5EF4-FFF2-40B4-BE49-F238E27FC236}">
                <a16:creationId xmlns:a16="http://schemas.microsoft.com/office/drawing/2014/main" id="{F9CEAE83-CB41-4ABE-B78C-E3191FAD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40">
            <a:extLst xmlns:a="http://schemas.openxmlformats.org/drawingml/2006/main">
              <a:ext uri="{FF2B5EF4-FFF2-40B4-BE49-F238E27FC236}">
                <a16:creationId xmlns:a16="http://schemas.microsoft.com/office/drawing/2014/main" id="{3F0D50BF-98C2-4FDE-936A-93B07962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811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Buffer</a:t>
            </a:r>
          </a:p>
        </p:txBody>
      </p:sp>
      <p:sp>
        <p:nvSpPr>
          <p:cNvPr id="11" name="c3-text-141">
            <a:extLst xmlns:a="http://schemas.openxmlformats.org/drawingml/2006/main">
              <a:ext uri="{FF2B5EF4-FFF2-40B4-BE49-F238E27FC236}">
                <a16:creationId xmlns:a16="http://schemas.microsoft.com/office/drawing/2014/main" id="{0D693C75-F5D0-4316-BAD0-B91C45E4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24075"/>
            <a:ext cx="2133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Set MAX_MESSAGES = 4.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When does the avatar forget?</a:t>
            </a:r>
          </a:p>
        </p:txBody>
      </p:sp>
      <p:sp>
        <p:nvSpPr>
          <p:cNvPr id="12" name="c3-shape-142">
            <a:extLst xmlns:a="http://schemas.openxmlformats.org/drawingml/2006/main">
              <a:ext uri="{FF2B5EF4-FFF2-40B4-BE49-F238E27FC236}">
                <a16:creationId xmlns:a16="http://schemas.microsoft.com/office/drawing/2014/main" id="{6B26D12C-57E5-44C7-8CA6-DEA2FF07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25146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shape-143">
            <a:extLst xmlns:a="http://schemas.openxmlformats.org/drawingml/2006/main">
              <a:ext uri="{FF2B5EF4-FFF2-40B4-BE49-F238E27FC236}">
                <a16:creationId xmlns:a16="http://schemas.microsoft.com/office/drawing/2014/main" id="{A6FED281-8314-4F4A-BDB0-E5311885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4" name="c3-text-144">
            <a:extLst xmlns:a="http://schemas.openxmlformats.org/drawingml/2006/main">
              <a:ext uri="{FF2B5EF4-FFF2-40B4-BE49-F238E27FC236}">
                <a16:creationId xmlns:a16="http://schemas.microsoft.com/office/drawing/2014/main" id="{F0BAE611-96AB-4C18-A628-07CE1FC2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811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Optional</a:t>
            </a:r>
          </a:p>
        </p:txBody>
      </p:sp>
      <p:sp>
        <p:nvSpPr>
          <p:cNvPr id="15" name="c3-text-145">
            <a:extLst xmlns:a="http://schemas.openxmlformats.org/drawingml/2006/main">
              <a:ext uri="{FF2B5EF4-FFF2-40B4-BE49-F238E27FC236}">
                <a16:creationId xmlns:a16="http://schemas.microsoft.com/office/drawing/2014/main" id="{04D37263-5FE3-4527-8A07-875CCA5A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2133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Return a different gesture when greeting and when saying goodbye.</a:t>
            </a:r>
          </a:p>
        </p:txBody>
      </p:sp>
      <p:sp>
        <p:nvSpPr>
          <p:cNvPr id="16" name="c3-shape-146">
            <a:extLst xmlns:a="http://schemas.openxmlformats.org/drawingml/2006/main">
              <a:ext uri="{FF2B5EF4-FFF2-40B4-BE49-F238E27FC236}">
                <a16:creationId xmlns:a16="http://schemas.microsoft.com/office/drawing/2014/main" id="{775A8498-08AB-4D49-AA6B-DB529250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7" name="c3-text-147">
            <a:extLst xmlns:a="http://schemas.openxmlformats.org/drawingml/2006/main">
              <a:ext uri="{FF2B5EF4-FFF2-40B4-BE49-F238E27FC236}">
                <a16:creationId xmlns:a16="http://schemas.microsoft.com/office/drawing/2014/main" id="{FE3B5A73-8152-432A-9736-76C23553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Edit the agent file, save and restart the cognitive server each time.</a:t>
            </a:r>
          </a:p>
        </p:txBody>
      </p:sp>
      <p:sp>
        <p:nvSpPr>
          <p:cNvPr id="18" name="c3-text-321">
            <a:extLst xmlns:a="http://schemas.openxmlformats.org/drawingml/2006/main">
              <a:ext uri="{FF2B5EF4-FFF2-40B4-BE49-F238E27FC236}">
                <a16:creationId xmlns:a16="http://schemas.microsoft.com/office/drawing/2014/main" id="{B0A89B6C-CDFC-470E-8198-5904439B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65951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3-text-148">
            <a:extLst xmlns:a="http://schemas.openxmlformats.org/drawingml/2006/main">
              <a:ext uri="{FF2B5EF4-FFF2-40B4-BE49-F238E27FC236}">
                <a16:creationId xmlns:a16="http://schemas.microsoft.com/office/drawing/2014/main" id="{99328313-ED47-4E37-A05B-69782B8F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49">
            <a:extLst xmlns:a="http://schemas.openxmlformats.org/drawingml/2006/main">
              <a:ext uri="{FF2B5EF4-FFF2-40B4-BE49-F238E27FC236}">
                <a16:creationId xmlns:a16="http://schemas.microsoft.com/office/drawing/2014/main" id="{B6B9623F-3351-48B7-B120-0358FFE2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Module 2 Recap [1] [2]</a:t>
            </a:r>
          </a:p>
        </p:txBody>
      </p:sp>
      <p:sp>
        <p:nvSpPr>
          <p:cNvPr id="3" name="c3-text-150">
            <a:extLst xmlns:a="http://schemas.openxmlformats.org/drawingml/2006/main">
              <a:ext uri="{FF2B5EF4-FFF2-40B4-BE49-F238E27FC236}">
                <a16:creationId xmlns:a16="http://schemas.microsoft.com/office/drawing/2014/main" id="{52B8AE82-4034-4F5E-983D-EA055E08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151">
            <a:extLst xmlns:a="http://schemas.openxmlformats.org/drawingml/2006/main">
              <a:ext uri="{FF2B5EF4-FFF2-40B4-BE49-F238E27FC236}">
                <a16:creationId xmlns:a16="http://schemas.microsoft.com/office/drawing/2014/main" id="{3DB2D7F1-271A-456D-B240-3319EB27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514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152">
            <a:extLst xmlns:a="http://schemas.openxmlformats.org/drawingml/2006/main">
              <a:ext uri="{FF2B5EF4-FFF2-40B4-BE49-F238E27FC236}">
                <a16:creationId xmlns:a16="http://schemas.microsoft.com/office/drawing/2014/main" id="{43A1076F-58A2-4B55-AF32-D404BFA6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153">
            <a:extLst xmlns:a="http://schemas.openxmlformats.org/drawingml/2006/main">
              <a:ext uri="{FF2B5EF4-FFF2-40B4-BE49-F238E27FC236}">
                <a16:creationId xmlns:a16="http://schemas.microsoft.com/office/drawing/2014/main" id="{0B43CC6D-7A4B-40D4-8159-EC425100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Chapter 01</a:t>
            </a:r>
          </a:p>
        </p:txBody>
      </p:sp>
      <p:sp>
        <p:nvSpPr>
          <p:cNvPr id="7" name="c3-text-154">
            <a:extLst xmlns:a="http://schemas.openxmlformats.org/drawingml/2006/main">
              <a:ext uri="{FF2B5EF4-FFF2-40B4-BE49-F238E27FC236}">
                <a16:creationId xmlns:a16="http://schemas.microsoft.com/office/drawing/2014/main" id="{AD21073E-22A4-4EEE-9017-65EB9D4B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2133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Graphs: state, nodes, edges.</a:t>
            </a:r>
          </a:p>
        </p:txBody>
      </p:sp>
      <p:sp>
        <p:nvSpPr>
          <p:cNvPr id="8" name="c3-shape-155">
            <a:extLst xmlns:a="http://schemas.openxmlformats.org/drawingml/2006/main">
              <a:ext uri="{FF2B5EF4-FFF2-40B4-BE49-F238E27FC236}">
                <a16:creationId xmlns:a16="http://schemas.microsoft.com/office/drawing/2014/main" id="{10F89FFA-6417-4B71-A37C-CC57B286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2514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156">
            <a:extLst xmlns:a="http://schemas.openxmlformats.org/drawingml/2006/main">
              <a:ext uri="{FF2B5EF4-FFF2-40B4-BE49-F238E27FC236}">
                <a16:creationId xmlns:a16="http://schemas.microsoft.com/office/drawing/2014/main" id="{8EF87CC5-5A06-4197-B05B-83BA2453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57">
            <a:extLst xmlns:a="http://schemas.openxmlformats.org/drawingml/2006/main">
              <a:ext uri="{FF2B5EF4-FFF2-40B4-BE49-F238E27FC236}">
                <a16:creationId xmlns:a16="http://schemas.microsoft.com/office/drawing/2014/main" id="{0C73901F-ADC0-4174-A71C-0B01CD6E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764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Chapter 02</a:t>
            </a:r>
          </a:p>
        </p:txBody>
      </p:sp>
      <p:sp>
        <p:nvSpPr>
          <p:cNvPr id="11" name="c3-text-158">
            <a:extLst xmlns:a="http://schemas.openxmlformats.org/drawingml/2006/main">
              <a:ext uri="{FF2B5EF4-FFF2-40B4-BE49-F238E27FC236}">
                <a16:creationId xmlns:a16="http://schemas.microsoft.com/office/drawing/2014/main" id="{EC0F88E0-DFCC-4FAA-9895-6915E646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19325"/>
            <a:ext cx="2133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Messages, reducers, checkpointer and threads.</a:t>
            </a:r>
          </a:p>
        </p:txBody>
      </p:sp>
      <p:sp>
        <p:nvSpPr>
          <p:cNvPr id="12" name="c3-shape-159">
            <a:extLst xmlns:a="http://schemas.openxmlformats.org/drawingml/2006/main">
              <a:ext uri="{FF2B5EF4-FFF2-40B4-BE49-F238E27FC236}">
                <a16:creationId xmlns:a16="http://schemas.microsoft.com/office/drawing/2014/main" id="{9DDFDC0E-ED43-471A-9D3A-5B10D9E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2514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shape-160">
            <a:extLst xmlns:a="http://schemas.openxmlformats.org/drawingml/2006/main">
              <a:ext uri="{FF2B5EF4-FFF2-40B4-BE49-F238E27FC236}">
                <a16:creationId xmlns:a16="http://schemas.microsoft.com/office/drawing/2014/main" id="{DBDB65CF-4917-4C0D-B488-365AB3FD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4" name="c3-text-161">
            <a:extLst xmlns:a="http://schemas.openxmlformats.org/drawingml/2006/main">
              <a:ext uri="{FF2B5EF4-FFF2-40B4-BE49-F238E27FC236}">
                <a16:creationId xmlns:a16="http://schemas.microsoft.com/office/drawing/2014/main" id="{EA78A52E-1CC2-497A-81B1-BA243202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764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Chapter 03</a:t>
            </a:r>
          </a:p>
        </p:txBody>
      </p:sp>
      <p:sp>
        <p:nvSpPr>
          <p:cNvPr id="15" name="c3-text-162">
            <a:extLst xmlns:a="http://schemas.openxmlformats.org/drawingml/2006/main">
              <a:ext uri="{FF2B5EF4-FFF2-40B4-BE49-F238E27FC236}">
                <a16:creationId xmlns:a16="http://schemas.microsoft.com/office/drawing/2014/main" id="{27CD181E-FF27-4B6E-987C-B30AF80B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19325"/>
            <a:ext cx="2133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avatar remembers the conversation.</a:t>
            </a:r>
          </a:p>
        </p:txBody>
      </p:sp>
      <p:sp>
        <p:nvSpPr>
          <p:cNvPr id="16" name="c3-shape-163">
            <a:extLst xmlns:a="http://schemas.openxmlformats.org/drawingml/2006/main">
              <a:ext uri="{FF2B5EF4-FFF2-40B4-BE49-F238E27FC236}">
                <a16:creationId xmlns:a16="http://schemas.microsoft.com/office/drawing/2014/main" id="{A09D6C1F-5DBC-49B7-AFDB-41FFCEFF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7" name="c3-text-164">
            <a:extLst xmlns:a="http://schemas.openxmlformats.org/drawingml/2006/main">
              <a:ext uri="{FF2B5EF4-FFF2-40B4-BE49-F238E27FC236}">
                <a16:creationId xmlns:a16="http://schemas.microsoft.com/office/drawing/2014/main" id="{C0E39CE0-BF8B-4653-BF64-CC2B06BC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Final lab: tools, coding agents and a weather presenter.</a:t>
            </a:r>
          </a:p>
        </p:txBody>
      </p:sp>
      <p:sp>
        <p:nvSpPr>
          <p:cNvPr id="18" name="c3-text-322">
            <a:extLst xmlns:a="http://schemas.openxmlformats.org/drawingml/2006/main">
              <a:ext uri="{FF2B5EF4-FFF2-40B4-BE49-F238E27FC236}">
                <a16:creationId xmlns:a16="http://schemas.microsoft.com/office/drawing/2014/main" id="{619F4FDF-1D62-4541-962B-E4421018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797196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165">
            <a:extLst xmlns:a="http://schemas.openxmlformats.org/drawingml/2006/main">
              <a:ext uri="{FF2B5EF4-FFF2-40B4-BE49-F238E27FC236}">
                <a16:creationId xmlns:a16="http://schemas.microsoft.com/office/drawing/2014/main" id="{74087D5D-835E-4DBF-ABA8-F5A550B7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66">
            <a:extLst xmlns:a="http://schemas.openxmlformats.org/drawingml/2006/main">
              <a:ext uri="{FF2B5EF4-FFF2-40B4-BE49-F238E27FC236}">
                <a16:creationId xmlns:a16="http://schemas.microsoft.com/office/drawing/2014/main" id="{74A24560-5CF1-4533-8CB7-FFC58E17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Tools: Actions Outside the Model [4]</a:t>
            </a:r>
          </a:p>
        </p:txBody>
      </p:sp>
      <p:sp>
        <p:nvSpPr>
          <p:cNvPr id="3" name="c3-text-167">
            <a:extLst xmlns:a="http://schemas.openxmlformats.org/drawingml/2006/main">
              <a:ext uri="{FF2B5EF4-FFF2-40B4-BE49-F238E27FC236}">
                <a16:creationId xmlns:a16="http://schemas.microsoft.com/office/drawing/2014/main" id="{EDE0B4EC-C790-41E8-BC69-82EEEF4A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168">
            <a:extLst xmlns:a="http://schemas.openxmlformats.org/drawingml/2006/main">
              <a:ext uri="{FF2B5EF4-FFF2-40B4-BE49-F238E27FC236}">
                <a16:creationId xmlns:a16="http://schemas.microsoft.com/office/drawing/2014/main" id="{C6922525-BDBE-4187-B16B-7DED1B9F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92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tool lets an agent retrieve data or perform an action.</a:t>
            </a:r>
          </a:p>
        </p:txBody>
      </p:sp>
      <p:sp>
        <p:nvSpPr>
          <p:cNvPr id="5" name="c3-text-169">
            <a:extLst xmlns:a="http://schemas.openxmlformats.org/drawingml/2006/main">
              <a:ext uri="{FF2B5EF4-FFF2-40B4-BE49-F238E27FC236}">
                <a16:creationId xmlns:a16="http://schemas.microsoft.com/office/drawing/2014/main" id="{9702B361-A74F-492C-A2EE-A0350EB5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92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model chooses an available tool and supplies its inputs.</a:t>
            </a:r>
          </a:p>
        </p:txBody>
      </p:sp>
      <p:sp>
        <p:nvSpPr>
          <p:cNvPr id="6" name="c3-text-170">
            <a:extLst xmlns:a="http://schemas.openxmlformats.org/drawingml/2006/main">
              <a:ext uri="{FF2B5EF4-FFF2-40B4-BE49-F238E27FC236}">
                <a16:creationId xmlns:a16="http://schemas.microsoft.com/office/drawing/2014/main" id="{E5F36BE4-D720-449F-AF87-EDAC97A0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792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The program runs the tool and returns its result to the model.</a:t>
            </a:r>
          </a:p>
        </p:txBody>
      </p:sp>
      <p:sp>
        <p:nvSpPr>
          <p:cNvPr id="7" name="c3-text-323">
            <a:extLst xmlns:a="http://schemas.openxmlformats.org/drawingml/2006/main">
              <a:ext uri="{FF2B5EF4-FFF2-40B4-BE49-F238E27FC236}">
                <a16:creationId xmlns:a16="http://schemas.microsoft.com/office/drawing/2014/main" id="{4742ECE8-E8AD-41BB-90FE-6BFB030E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756363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3-text-171">
            <a:extLst xmlns:a="http://schemas.openxmlformats.org/drawingml/2006/main">
              <a:ext uri="{FF2B5EF4-FFF2-40B4-BE49-F238E27FC236}">
                <a16:creationId xmlns:a16="http://schemas.microsoft.com/office/drawing/2014/main" id="{6019EE5C-44D4-4385-B891-927EC518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72">
            <a:extLst xmlns:a="http://schemas.openxmlformats.org/drawingml/2006/main">
              <a:ext uri="{FF2B5EF4-FFF2-40B4-BE49-F238E27FC236}">
                <a16:creationId xmlns:a16="http://schemas.microsoft.com/office/drawing/2014/main" id="{18D349D7-B7EB-467D-9845-9EFF4B8A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Tool Loop [4]</a:t>
            </a:r>
          </a:p>
        </p:txBody>
      </p:sp>
      <p:sp>
        <p:nvSpPr>
          <p:cNvPr id="3" name="c3-text-173">
            <a:extLst xmlns:a="http://schemas.openxmlformats.org/drawingml/2006/main">
              <a:ext uri="{FF2B5EF4-FFF2-40B4-BE49-F238E27FC236}">
                <a16:creationId xmlns:a16="http://schemas.microsoft.com/office/drawing/2014/main" id="{5291AE6C-BB6A-401F-BBE8-B6DE98BB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174">
            <a:extLst xmlns:a="http://schemas.openxmlformats.org/drawingml/2006/main">
              <a:ext uri="{FF2B5EF4-FFF2-40B4-BE49-F238E27FC236}">
                <a16:creationId xmlns:a16="http://schemas.microsoft.com/office/drawing/2014/main" id="{7268DCF5-F986-4417-B342-554A579F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219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text-175">
            <a:extLst xmlns:a="http://schemas.openxmlformats.org/drawingml/2006/main">
              <a:ext uri="{FF2B5EF4-FFF2-40B4-BE49-F238E27FC236}">
                <a16:creationId xmlns:a16="http://schemas.microsoft.com/office/drawing/2014/main" id="{12859D52-4F90-44F0-B2BB-0E56582D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99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START</a:t>
            </a:r>
          </a:p>
        </p:txBody>
      </p:sp>
      <p:sp>
        <p:nvSpPr>
          <p:cNvPr id="6" name="c3-shape-176">
            <a:extLst xmlns:a="http://schemas.openxmlformats.org/drawingml/2006/main">
              <a:ext uri="{FF2B5EF4-FFF2-40B4-BE49-F238E27FC236}">
                <a16:creationId xmlns:a16="http://schemas.microsoft.com/office/drawing/2014/main" id="{1D9BEF35-DD0B-45F4-8518-83A18D0D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9550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7" name="c3-shape-177">
            <a:extLst xmlns:a="http://schemas.openxmlformats.org/drawingml/2006/main">
              <a:ext uri="{FF2B5EF4-FFF2-40B4-BE49-F238E27FC236}">
                <a16:creationId xmlns:a16="http://schemas.microsoft.com/office/drawing/2014/main" id="{98F0A9E5-D691-4355-B409-AFF1A4F9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85950"/>
            <a:ext cx="2095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8" name="c3-text-178">
            <a:extLst xmlns:a="http://schemas.openxmlformats.org/drawingml/2006/main">
              <a:ext uri="{FF2B5EF4-FFF2-40B4-BE49-F238E27FC236}">
                <a16:creationId xmlns:a16="http://schemas.microsoft.com/office/drawing/2014/main" id="{DA3B26F7-8368-4BA6-8BA8-2EDDE836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621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assistant</a:t>
            </a:r>
          </a:p>
        </p:txBody>
      </p:sp>
      <p:sp>
        <p:nvSpPr>
          <p:cNvPr id="9" name="c3-shape-179">
            <a:extLst xmlns:a="http://schemas.openxmlformats.org/drawingml/2006/main">
              <a:ext uri="{FF2B5EF4-FFF2-40B4-BE49-F238E27FC236}">
                <a16:creationId xmlns:a16="http://schemas.microsoft.com/office/drawing/2014/main" id="{584F7772-103E-4A02-A4EE-1682BEE6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9550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shape-180">
            <a:extLst xmlns:a="http://schemas.openxmlformats.org/drawingml/2006/main">
              <a:ext uri="{FF2B5EF4-FFF2-40B4-BE49-F238E27FC236}">
                <a16:creationId xmlns:a16="http://schemas.microsoft.com/office/drawing/2014/main" id="{6C170663-0761-4D1A-BBE5-6AAC4C50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85950"/>
            <a:ext cx="1905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1" name="c3-text-181">
            <a:extLst xmlns:a="http://schemas.openxmlformats.org/drawingml/2006/main">
              <a:ext uri="{FF2B5EF4-FFF2-40B4-BE49-F238E27FC236}">
                <a16:creationId xmlns:a16="http://schemas.microsoft.com/office/drawing/2014/main" id="{4D905D96-3C30-41A5-8A51-0B10B4AC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621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tools</a:t>
            </a:r>
          </a:p>
        </p:txBody>
      </p:sp>
      <p:sp>
        <p:nvSpPr>
          <p:cNvPr id="12" name="c3-text-182">
            <a:extLst xmlns:a="http://schemas.openxmlformats.org/drawingml/2006/main">
              <a:ext uri="{FF2B5EF4-FFF2-40B4-BE49-F238E27FC236}">
                <a16:creationId xmlns:a16="http://schemas.microsoft.com/office/drawing/2014/main" id="{9D3CFC7D-9AE9-4B48-BCBD-C1AD1D1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09725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tool requested</a:t>
            </a:r>
          </a:p>
        </p:txBody>
      </p:sp>
      <p:sp>
        <p:nvSpPr>
          <p:cNvPr id="13" name="c3-shape-183">
            <a:extLst xmlns:a="http://schemas.openxmlformats.org/drawingml/2006/main">
              <a:ext uri="{FF2B5EF4-FFF2-40B4-BE49-F238E27FC236}">
                <a16:creationId xmlns:a16="http://schemas.microsoft.com/office/drawing/2014/main" id="{322854E2-3920-46B6-B30B-426DF8F4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38500"/>
            <a:ext cx="2095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4" name="c3-text-184">
            <a:extLst xmlns:a="http://schemas.openxmlformats.org/drawingml/2006/main">
              <a:ext uri="{FF2B5EF4-FFF2-40B4-BE49-F238E27FC236}">
                <a16:creationId xmlns:a16="http://schemas.microsoft.com/office/drawing/2014/main" id="{B0607065-5072-4881-BAA1-B88F38E9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147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final reply</a:t>
            </a:r>
          </a:p>
        </p:txBody>
      </p:sp>
      <p:sp>
        <p:nvSpPr>
          <p:cNvPr id="15" name="c3-shape-185">
            <a:extLst xmlns:a="http://schemas.openxmlformats.org/drawingml/2006/main">
              <a:ext uri="{FF2B5EF4-FFF2-40B4-BE49-F238E27FC236}">
                <a16:creationId xmlns:a16="http://schemas.microsoft.com/office/drawing/2014/main" id="{0D07F45E-441F-402D-8488-5586E1E9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4805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6" name="c3-shape-186">
            <a:extLst xmlns:a="http://schemas.openxmlformats.org/drawingml/2006/main">
              <a:ext uri="{FF2B5EF4-FFF2-40B4-BE49-F238E27FC236}">
                <a16:creationId xmlns:a16="http://schemas.microsoft.com/office/drawing/2014/main" id="{EDC8D76C-A267-4719-BA8A-E4D974AA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1905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7" name="c3-text-187">
            <a:extLst xmlns:a="http://schemas.openxmlformats.org/drawingml/2006/main">
              <a:ext uri="{FF2B5EF4-FFF2-40B4-BE49-F238E27FC236}">
                <a16:creationId xmlns:a16="http://schemas.microsoft.com/office/drawing/2014/main" id="{13BBB929-9979-459D-8498-B42DFD10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147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END</a:t>
            </a:r>
          </a:p>
        </p:txBody>
      </p:sp>
      <p:sp>
        <p:nvSpPr>
          <p:cNvPr id="18" name="c3-shape-188">
            <a:extLst xmlns:a="http://schemas.openxmlformats.org/drawingml/2006/main">
              <a:ext uri="{FF2B5EF4-FFF2-40B4-BE49-F238E27FC236}">
                <a16:creationId xmlns:a16="http://schemas.microsoft.com/office/drawing/2014/main" id="{F897472A-A373-462B-8F17-C90147C1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142875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9" name="c3-text-189">
            <a:extLst xmlns:a="http://schemas.openxmlformats.org/drawingml/2006/main">
              <a:ext uri="{FF2B5EF4-FFF2-40B4-BE49-F238E27FC236}">
                <a16:creationId xmlns:a16="http://schemas.microsoft.com/office/drawing/2014/main" id="{1E537ECD-58D2-4993-B929-53AA965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336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ready to answer</a:t>
            </a:r>
          </a:p>
        </p:txBody>
      </p:sp>
      <p:sp>
        <p:nvSpPr>
          <p:cNvPr id="20" name="c3-shape-190">
            <a:extLst xmlns:a="http://schemas.openxmlformats.org/drawingml/2006/main">
              <a:ext uri="{FF2B5EF4-FFF2-40B4-BE49-F238E27FC236}">
                <a16:creationId xmlns:a16="http://schemas.microsoft.com/office/drawing/2014/main" id="{E47B317B-C927-454E-974F-39BA834E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343025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1" name="c3-shape-191">
            <a:extLst xmlns:a="http://schemas.openxmlformats.org/drawingml/2006/main">
              <a:ext uri="{FF2B5EF4-FFF2-40B4-BE49-F238E27FC236}">
                <a16:creationId xmlns:a16="http://schemas.microsoft.com/office/drawing/2014/main" id="{FD88FD48-FC6A-4175-8730-C33CBF14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343025"/>
            <a:ext cx="2752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2" name="c3-shape-192">
            <a:extLst xmlns:a="http://schemas.openxmlformats.org/drawingml/2006/main">
              <a:ext uri="{FF2B5EF4-FFF2-40B4-BE49-F238E27FC236}">
                <a16:creationId xmlns:a16="http://schemas.microsoft.com/office/drawing/2014/main" id="{AB6D8262-F6DA-4573-944C-797CEB9F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43025"/>
            <a:ext cx="133350" cy="4667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3" name="c3-text-193">
            <a:extLst xmlns:a="http://schemas.openxmlformats.org/drawingml/2006/main">
              <a:ext uri="{FF2B5EF4-FFF2-40B4-BE49-F238E27FC236}">
                <a16:creationId xmlns:a16="http://schemas.microsoft.com/office/drawing/2014/main" id="{C8C95989-58F7-4B4A-99B1-0E1A96AD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57275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tool result: return to the model</a:t>
            </a:r>
          </a:p>
        </p:txBody>
      </p:sp>
      <p:sp>
        <p:nvSpPr>
          <p:cNvPr id="24" name="c3-text-194">
            <a:extLst xmlns:a="http://schemas.openxmlformats.org/drawingml/2006/main">
              <a:ext uri="{FF2B5EF4-FFF2-40B4-BE49-F238E27FC236}">
                <a16:creationId xmlns:a16="http://schemas.microsoft.com/office/drawing/2014/main" id="{06F51AFE-7CA8-4D6C-B87D-D0AC76D4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program returns the tool result to the model, which prepares the reply.</a:t>
            </a:r>
          </a:p>
        </p:txBody>
      </p:sp>
      <p:sp>
        <p:nvSpPr>
          <p:cNvPr id="25" name="c3-text-324">
            <a:extLst xmlns:a="http://schemas.openxmlformats.org/drawingml/2006/main">
              <a:ext uri="{FF2B5EF4-FFF2-40B4-BE49-F238E27FC236}">
                <a16:creationId xmlns:a16="http://schemas.microsoft.com/office/drawing/2014/main" id="{E8F267D3-CF21-434A-AF2C-AEA02AF2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324188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3-text-195">
            <a:extLst xmlns:a="http://schemas.openxmlformats.org/drawingml/2006/main">
              <a:ext uri="{FF2B5EF4-FFF2-40B4-BE49-F238E27FC236}">
                <a16:creationId xmlns:a16="http://schemas.microsoft.com/office/drawing/2014/main" id="{203665FE-5548-42B8-B22D-94CD6F8A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96">
            <a:extLst xmlns:a="http://schemas.openxmlformats.org/drawingml/2006/main">
              <a:ext uri="{FF2B5EF4-FFF2-40B4-BE49-F238E27FC236}">
                <a16:creationId xmlns:a16="http://schemas.microsoft.com/office/drawing/2014/main" id="{4DC060CA-D51D-454C-8E36-95350D0F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OpenWeather: Request and JSON [7]</a:t>
            </a:r>
          </a:p>
        </p:txBody>
      </p:sp>
      <p:sp>
        <p:nvSpPr>
          <p:cNvPr id="3" name="c3-text-197">
            <a:extLst xmlns:a="http://schemas.openxmlformats.org/drawingml/2006/main">
              <a:ext uri="{FF2B5EF4-FFF2-40B4-BE49-F238E27FC236}">
                <a16:creationId xmlns:a16="http://schemas.microsoft.com/office/drawing/2014/main" id="{9C6AC457-626D-47EE-B5E8-7A7941BC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198">
            <a:extLst xmlns:a="http://schemas.openxmlformats.org/drawingml/2006/main">
              <a:ext uri="{FF2B5EF4-FFF2-40B4-BE49-F238E27FC236}">
                <a16:creationId xmlns:a16="http://schemas.microsoft.com/office/drawing/2014/main" id="{4A34CC17-357D-4AEE-853C-C76CFD6A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924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99">
            <a:extLst xmlns:a="http://schemas.openxmlformats.org/drawingml/2006/main">
              <a:ext uri="{FF2B5EF4-FFF2-40B4-BE49-F238E27FC236}">
                <a16:creationId xmlns:a16="http://schemas.microsoft.com/office/drawing/2014/main" id="{CA696BA0-6F58-4029-8F33-AF995F1C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28775"/>
            <a:ext cx="758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https://api.openweathermap.org/data/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/weather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?lat=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41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90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&amp;lon=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12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50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&amp;appid=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YOUR_KEY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&amp;units=metric</a:t>
            </a:r>
          </a:p>
        </p:txBody>
      </p:sp>
      <p:sp>
        <p:nvSpPr>
          <p:cNvPr id="6" name="c3-text-200">
            <a:extLst xmlns:a="http://schemas.openxmlformats.org/drawingml/2006/main">
              <a:ext uri="{FF2B5EF4-FFF2-40B4-BE49-F238E27FC236}">
                <a16:creationId xmlns:a16="http://schemas.microsoft.com/office/drawing/2014/main" id="{6A7519F0-8275-47A2-AF11-046CC6C1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792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JSON response contains the observation:</a:t>
            </a:r>
          </a:p>
        </p:txBody>
      </p:sp>
      <p:sp>
        <p:nvSpPr>
          <p:cNvPr id="7" name="c3-shape-201">
            <a:extLst xmlns:a="http://schemas.openxmlformats.org/drawingml/2006/main">
              <a:ext uri="{FF2B5EF4-FFF2-40B4-BE49-F238E27FC236}">
                <a16:creationId xmlns:a16="http://schemas.microsoft.com/office/drawing/2014/main" id="{091E2B02-058C-4706-A90E-02D2E7E1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79248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8" name="c3-text-202">
            <a:extLst xmlns:a="http://schemas.openxmlformats.org/drawingml/2006/main">
              <a:ext uri="{FF2B5EF4-FFF2-40B4-BE49-F238E27FC236}">
                <a16:creationId xmlns:a16="http://schemas.microsoft.com/office/drawing/2014/main" id="{9DE942A3-0150-45C9-83F3-2847694A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7581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"Rome"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"main"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{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"temp"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18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2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},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"weather"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[{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"description"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"clear sky"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}]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c3-text-325">
            <a:extLst xmlns:a="http://schemas.openxmlformats.org/drawingml/2006/main">
              <a:ext uri="{FF2B5EF4-FFF2-40B4-BE49-F238E27FC236}">
                <a16:creationId xmlns:a16="http://schemas.microsoft.com/office/drawing/2014/main" id="{82534A44-F731-4C49-ADFC-EFD848F8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73605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203">
            <a:extLst xmlns:a="http://schemas.openxmlformats.org/drawingml/2006/main">
              <a:ext uri="{FF2B5EF4-FFF2-40B4-BE49-F238E27FC236}">
                <a16:creationId xmlns:a16="http://schemas.microsoft.com/office/drawing/2014/main" id="{1A12218C-C883-4CB4-A773-53B42741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04">
            <a:extLst xmlns:a="http://schemas.openxmlformats.org/drawingml/2006/main">
              <a:ext uri="{FF2B5EF4-FFF2-40B4-BE49-F238E27FC236}">
                <a16:creationId xmlns:a16="http://schemas.microsoft.com/office/drawing/2014/main" id="{8605535B-3307-4BCE-B3D1-75161E32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Get an OpenWeather API Key [10] [11]</a:t>
            </a:r>
          </a:p>
        </p:txBody>
      </p:sp>
      <p:sp>
        <p:nvSpPr>
          <p:cNvPr id="3" name="c3-text-205">
            <a:extLst xmlns:a="http://schemas.openxmlformats.org/drawingml/2006/main">
              <a:ext uri="{FF2B5EF4-FFF2-40B4-BE49-F238E27FC236}">
                <a16:creationId xmlns:a16="http://schemas.microsoft.com/office/drawing/2014/main" id="{EC3D0853-DDB8-4C9A-BDFB-7DD9DB49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06">
            <a:hlinkClick xmlns:r="http://schemas.openxmlformats.org/officeDocument/2006/relationships" xmlns:a="http://schemas.openxmlformats.org/drawingml/2006/main" r:id="R700acb241c874853"/>
            <a:extLst xmlns:a="http://schemas.openxmlformats.org/drawingml/2006/main">
              <a:ext uri="{FF2B5EF4-FFF2-40B4-BE49-F238E27FC236}">
                <a16:creationId xmlns:a16="http://schemas.microsoft.com/office/drawing/2014/main" id="{CE98F11E-3478-4361-8A97-4CBC534E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1. Create an OpenWeather account</a:t>
            </a:r>
          </a:p>
        </p:txBody>
      </p:sp>
      <p:sp>
        <p:nvSpPr>
          <p:cNvPr id="5" name="c3-text-207">
            <a:extLst xmlns:a="http://schemas.openxmlformats.org/drawingml/2006/main">
              <a:ext uri="{FF2B5EF4-FFF2-40B4-BE49-F238E27FC236}">
                <a16:creationId xmlns:a16="http://schemas.microsoft.com/office/drawing/2014/main" id="{84CE2A72-6DBF-4835-9C61-861D379F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792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2. Confirm your email using the verification message.</a:t>
            </a:r>
          </a:p>
        </p:txBody>
      </p:sp>
      <p:sp>
        <p:nvSpPr>
          <p:cNvPr id="6" name="c3-text-208">
            <a:hlinkClick xmlns:r="http://schemas.openxmlformats.org/officeDocument/2006/relationships" xmlns:a="http://schemas.openxmlformats.org/drawingml/2006/main" r:id="R0140a672fc7040e5"/>
            <a:extLst xmlns:a="http://schemas.openxmlformats.org/drawingml/2006/main">
              <a:ext uri="{FF2B5EF4-FFF2-40B4-BE49-F238E27FC236}">
                <a16:creationId xmlns:a16="http://schemas.microsoft.com/office/drawing/2014/main" id="{B90C5ED4-5560-4016-8FC3-720D2F2B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792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3. Open API keys and copy your personal key (APPID)</a:t>
            </a:r>
          </a:p>
        </p:txBody>
      </p:sp>
      <p:sp>
        <p:nvSpPr>
          <p:cNvPr id="7" name="c3-text-209">
            <a:extLst xmlns:a="http://schemas.openxmlformats.org/drawingml/2006/main">
              <a:ext uri="{FF2B5EF4-FFF2-40B4-BE49-F238E27FC236}">
                <a16:creationId xmlns:a16="http://schemas.microsoft.com/office/drawing/2014/main" id="{6947C0CE-5CF9-4B5E-9976-AE1A2431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7924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Create it before class: automatic activation can take up to two hours.</a:t>
            </a:r>
          </a:p>
        </p:txBody>
      </p:sp>
      <p:sp>
        <p:nvSpPr>
          <p:cNvPr id="8" name="c3-text-326">
            <a:extLst xmlns:a="http://schemas.openxmlformats.org/drawingml/2006/main">
              <a:ext uri="{FF2B5EF4-FFF2-40B4-BE49-F238E27FC236}">
                <a16:creationId xmlns:a16="http://schemas.microsoft.com/office/drawing/2014/main" id="{81427726-C953-446A-92EA-618D56DA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929818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210">
            <a:extLst xmlns:a="http://schemas.openxmlformats.org/drawingml/2006/main">
              <a:ext uri="{FF2B5EF4-FFF2-40B4-BE49-F238E27FC236}">
                <a16:creationId xmlns:a16="http://schemas.microsoft.com/office/drawing/2014/main" id="{9A4C4ED3-F8B4-4B7C-94F9-E9338F18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11">
            <a:extLst xmlns:a="http://schemas.openxmlformats.org/drawingml/2006/main">
              <a:ext uri="{FF2B5EF4-FFF2-40B4-BE49-F238E27FC236}">
                <a16:creationId xmlns:a16="http://schemas.microsoft.com/office/drawing/2014/main" id="{BA90458C-88EA-46C7-BAE8-3F9EA830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Save Your API Key</a:t>
            </a:r>
          </a:p>
        </p:txBody>
      </p:sp>
      <p:sp>
        <p:nvSpPr>
          <p:cNvPr id="3" name="c3-text-212">
            <a:extLst xmlns:a="http://schemas.openxmlformats.org/drawingml/2006/main">
              <a:ext uri="{FF2B5EF4-FFF2-40B4-BE49-F238E27FC236}">
                <a16:creationId xmlns:a16="http://schemas.microsoft.com/office/drawing/2014/main" id="{AA79FAE8-C68F-46D4-BE64-5F72E379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13">
            <a:extLst xmlns:a="http://schemas.openxmlformats.org/drawingml/2006/main">
              <a:ext uri="{FF2B5EF4-FFF2-40B4-BE49-F238E27FC236}">
                <a16:creationId xmlns:a16="http://schemas.microsoft.com/office/drawing/2014/main" id="{87273C7D-8632-4796-94A8-67A44625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792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Save the key in a YAML file wherever you prefer.</a:t>
            </a:r>
          </a:p>
        </p:txBody>
      </p:sp>
      <p:sp>
        <p:nvSpPr>
          <p:cNvPr id="5" name="c3-shape-214">
            <a:extLst xmlns:a="http://schemas.openxmlformats.org/drawingml/2006/main">
              <a:ext uri="{FF2B5EF4-FFF2-40B4-BE49-F238E27FC236}">
                <a16:creationId xmlns:a16="http://schemas.microsoft.com/office/drawing/2014/main" id="{939CB703-6A1C-48E6-9942-F8DA648F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7924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6" name="c3-text-215">
            <a:extLst xmlns:a="http://schemas.openxmlformats.org/drawingml/2006/main">
              <a:ext uri="{FF2B5EF4-FFF2-40B4-BE49-F238E27FC236}">
                <a16:creationId xmlns:a16="http://schemas.microsoft.com/office/drawing/2014/main" id="{591DA5D9-4951-4D27-ADCF-B34C8218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758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api_key: </a:t>
            </a:r>
            <a:r>
              <a:rPr sz="187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"YOUR_OPENWEATHER_KEY"</a:t>
            </a:r>
          </a:p>
        </p:txBody>
      </p:sp>
      <p:sp>
        <p:nvSpPr>
          <p:cNvPr id="7" name="c3-text-216">
            <a:extLst xmlns:a="http://schemas.openxmlformats.org/drawingml/2006/main">
              <a:ext uri="{FF2B5EF4-FFF2-40B4-BE49-F238E27FC236}">
                <a16:creationId xmlns:a16="http://schemas.microsoft.com/office/drawing/2014/main" id="{9674AA66-47DD-4592-BCE8-438091E9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792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Tell Codex the file path so the weather agent can read it.</a:t>
            </a:r>
          </a:p>
        </p:txBody>
      </p:sp>
      <p:sp>
        <p:nvSpPr>
          <p:cNvPr id="8" name="c3-text-327">
            <a:extLst xmlns:a="http://schemas.openxmlformats.org/drawingml/2006/main">
              <a:ext uri="{FF2B5EF4-FFF2-40B4-BE49-F238E27FC236}">
                <a16:creationId xmlns:a16="http://schemas.microsoft.com/office/drawing/2014/main" id="{1A3FF6D0-35A1-42CC-9137-3C1F8B4A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278513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217">
            <a:extLst xmlns:a="http://schemas.openxmlformats.org/drawingml/2006/main">
              <a:ext uri="{FF2B5EF4-FFF2-40B4-BE49-F238E27FC236}">
                <a16:creationId xmlns:a16="http://schemas.microsoft.com/office/drawing/2014/main" id="{AB9AE90A-7C96-40FF-B8FC-64CF766E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18">
            <a:extLst xmlns:a="http://schemas.openxmlformats.org/drawingml/2006/main">
              <a:ext uri="{FF2B5EF4-FFF2-40B4-BE49-F238E27FC236}">
                <a16:creationId xmlns:a16="http://schemas.microsoft.com/office/drawing/2014/main" id="{E0D8AEE9-E5F1-42F2-85AA-88BD432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Coding Agents [5] [6]</a:t>
            </a:r>
          </a:p>
        </p:txBody>
      </p:sp>
      <p:sp>
        <p:nvSpPr>
          <p:cNvPr id="3" name="c3-text-219">
            <a:extLst xmlns:a="http://schemas.openxmlformats.org/drawingml/2006/main">
              <a:ext uri="{FF2B5EF4-FFF2-40B4-BE49-F238E27FC236}">
                <a16:creationId xmlns:a16="http://schemas.microsoft.com/office/drawing/2014/main" id="{2B7EF638-EB1D-45D7-A20F-F7729994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20">
            <a:extLst xmlns:a="http://schemas.openxmlformats.org/drawingml/2006/main">
              <a:ext uri="{FF2B5EF4-FFF2-40B4-BE49-F238E27FC236}">
                <a16:creationId xmlns:a16="http://schemas.microsoft.com/office/drawing/2014/main" id="{D1E87769-1426-4831-8A18-29B94170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92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Claude Code (Anthropic) and Codex (OpenAI)</a:t>
            </a:r>
          </a:p>
        </p:txBody>
      </p:sp>
      <p:sp>
        <p:nvSpPr>
          <p:cNvPr id="5" name="c3-text-221">
            <a:extLst xmlns:a="http://schemas.openxmlformats.org/drawingml/2006/main">
              <a:ext uri="{FF2B5EF4-FFF2-40B4-BE49-F238E27FC236}">
                <a16:creationId xmlns:a16="http://schemas.microsoft.com/office/drawing/2014/main" id="{723DAD53-AD0F-48D2-8219-CFFDE4D5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924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They read project files, write code and run it to check the result.</a:t>
            </a:r>
          </a:p>
        </p:txBody>
      </p:sp>
      <p:sp>
        <p:nvSpPr>
          <p:cNvPr id="6" name="c3-text-222">
            <a:extLst xmlns:a="http://schemas.openxmlformats.org/drawingml/2006/main">
              <a:ext uri="{FF2B5EF4-FFF2-40B4-BE49-F238E27FC236}">
                <a16:creationId xmlns:a16="http://schemas.microsoft.com/office/drawing/2014/main" id="{6AB9635A-E4BA-4A32-8682-0911C0E9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7924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Give a goal, inspect the changes, try the result and ask for improvements.</a:t>
            </a:r>
          </a:p>
        </p:txBody>
      </p:sp>
      <p:sp>
        <p:nvSpPr>
          <p:cNvPr id="7" name="c3-text-328">
            <a:extLst xmlns:a="http://schemas.openxmlformats.org/drawingml/2006/main">
              <a:ext uri="{FF2B5EF4-FFF2-40B4-BE49-F238E27FC236}">
                <a16:creationId xmlns:a16="http://schemas.microsoft.com/office/drawing/2014/main" id="{290CDBE6-0E14-4619-AE75-85A2588D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626261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223">
            <a:extLst xmlns:a="http://schemas.openxmlformats.org/drawingml/2006/main">
              <a:ext uri="{FF2B5EF4-FFF2-40B4-BE49-F238E27FC236}">
                <a16:creationId xmlns:a16="http://schemas.microsoft.com/office/drawing/2014/main" id="{91BC1B29-2F78-4DC3-B8C5-BF18CF97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24">
            <a:extLst xmlns:a="http://schemas.openxmlformats.org/drawingml/2006/main">
              <a:ext uri="{FF2B5EF4-FFF2-40B4-BE49-F238E27FC236}">
                <a16:creationId xmlns:a16="http://schemas.microsoft.com/office/drawing/2014/main" id="{B64B8420-5A66-4A18-821E-B53244B4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Codex: Installation and Setup [5]</a:t>
            </a:r>
          </a:p>
        </p:txBody>
      </p:sp>
      <p:sp>
        <p:nvSpPr>
          <p:cNvPr id="3" name="c3-text-225">
            <a:extLst xmlns:a="http://schemas.openxmlformats.org/drawingml/2006/main">
              <a:ext uri="{FF2B5EF4-FFF2-40B4-BE49-F238E27FC236}">
                <a16:creationId xmlns:a16="http://schemas.microsoft.com/office/drawing/2014/main" id="{306D0132-E551-4856-9A21-6BB2FE4F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26">
            <a:hlinkClick xmlns:r="http://schemas.openxmlformats.org/officeDocument/2006/relationships" xmlns:a="http://schemas.openxmlformats.org/drawingml/2006/main" r:id="Rc8c5108329544df3"/>
            <a:extLst xmlns:a="http://schemas.openxmlformats.org/drawingml/2006/main">
              <a:ext uri="{FF2B5EF4-FFF2-40B4-BE49-F238E27FC236}">
                <a16:creationId xmlns:a16="http://schemas.microsoft.com/office/drawing/2014/main" id="{1C4E7137-E89B-468F-8458-8AB286DF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92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95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1. Install the desktop app from the official quickstart</a:t>
            </a:r>
          </a:p>
        </p:txBody>
      </p:sp>
      <p:sp>
        <p:nvSpPr>
          <p:cNvPr id="5" name="c3-text-227">
            <a:extLst xmlns:a="http://schemas.openxmlformats.org/drawingml/2006/main">
              <a:ext uri="{FF2B5EF4-FFF2-40B4-BE49-F238E27FC236}">
                <a16:creationId xmlns:a16="http://schemas.microsoft.com/office/drawing/2014/main" id="{DEE530FE-9D56-4C6B-8B1B-82D79E89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924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2. Sign in with ChatGPT and open a new folder: codex-demo.</a:t>
            </a:r>
          </a:p>
        </p:txBody>
      </p:sp>
      <p:sp>
        <p:nvSpPr>
          <p:cNvPr id="6" name="c3-text-228">
            <a:extLst xmlns:a="http://schemas.openxmlformats.org/drawingml/2006/main">
              <a:ext uri="{FF2B5EF4-FFF2-40B4-BE49-F238E27FC236}">
                <a16:creationId xmlns:a16="http://schemas.microsoft.com/office/drawing/2014/main" id="{F9D74AE8-48BF-4DCC-8A58-BBBDD7C7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924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3. Try one small task before opening the course project.</a:t>
            </a:r>
          </a:p>
        </p:txBody>
      </p:sp>
      <p:sp>
        <p:nvSpPr>
          <p:cNvPr id="7" name="c3-text-329">
            <a:extLst xmlns:a="http://schemas.openxmlformats.org/drawingml/2006/main">
              <a:ext uri="{FF2B5EF4-FFF2-40B4-BE49-F238E27FC236}">
                <a16:creationId xmlns:a16="http://schemas.microsoft.com/office/drawing/2014/main" id="{D9A67468-7E69-4B15-9D20-346CA1EF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363345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229">
            <a:extLst xmlns:a="http://schemas.openxmlformats.org/drawingml/2006/main">
              <a:ext uri="{FF2B5EF4-FFF2-40B4-BE49-F238E27FC236}">
                <a16:creationId xmlns:a16="http://schemas.microsoft.com/office/drawing/2014/main" id="{818727E1-9A4E-4BE8-94C6-E5CBAFDD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30">
            <a:extLst xmlns:a="http://schemas.openxmlformats.org/drawingml/2006/main">
              <a:ext uri="{FF2B5EF4-FFF2-40B4-BE49-F238E27FC236}">
                <a16:creationId xmlns:a16="http://schemas.microsoft.com/office/drawing/2014/main" id="{722DD8B2-3B9E-485B-BE81-9CB7305C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Codex Demo: A Browser Game</a:t>
            </a:r>
          </a:p>
        </p:txBody>
      </p:sp>
      <p:sp>
        <p:nvSpPr>
          <p:cNvPr id="3" name="c3-text-231">
            <a:extLst xmlns:a="http://schemas.openxmlformats.org/drawingml/2006/main">
              <a:ext uri="{FF2B5EF4-FFF2-40B4-BE49-F238E27FC236}">
                <a16:creationId xmlns:a16="http://schemas.microsoft.com/office/drawing/2014/main" id="{11D7B945-6EED-4DFF-9D6E-2D946038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32">
            <a:extLst xmlns:a="http://schemas.openxmlformats.org/drawingml/2006/main">
              <a:ext uri="{FF2B5EF4-FFF2-40B4-BE49-F238E27FC236}">
                <a16:creationId xmlns:a16="http://schemas.microsoft.com/office/drawing/2014/main" id="{20A12B85-5BFB-4828-B3E1-D620E069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92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Ask Codex in the empty codex-demo folder:</a:t>
            </a:r>
          </a:p>
        </p:txBody>
      </p:sp>
      <p:sp>
        <p:nvSpPr>
          <p:cNvPr id="5" name="c3-text-233">
            <a:extLst xmlns:a="http://schemas.openxmlformats.org/drawingml/2006/main">
              <a:ext uri="{FF2B5EF4-FFF2-40B4-BE49-F238E27FC236}">
                <a16:creationId xmlns:a16="http://schemas.microsoft.com/office/drawing/2014/main" id="{EF5F6BD4-A2AC-439F-9E95-F4DFDA0A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79248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Create a simple, lightweight game in the style of {game style}.</a:t>
            </a:r>
          </a:p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Put HTML, CSS and JavaScript in one index.html file.</a:t>
            </a:r>
          </a:p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It should open directly in a browser.</a:t>
            </a:r>
          </a:p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Add clear controls, a score and a restart button.</a:t>
            </a:r>
          </a:p>
        </p:txBody>
      </p:sp>
      <p:sp>
        <p:nvSpPr>
          <p:cNvPr id="6" name="c3-text-234">
            <a:extLst xmlns:a="http://schemas.openxmlformats.org/drawingml/2006/main">
              <a:ext uri="{FF2B5EF4-FFF2-40B4-BE49-F238E27FC236}">
                <a16:creationId xmlns:a16="http://schemas.microsoft.com/office/drawing/2014/main" id="{585EB925-AAE1-4EF4-A98E-84BA19F0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Choose a style: Snake, Pong, a platformer or an endless runner.</a:t>
            </a:r>
          </a:p>
        </p:txBody>
      </p:sp>
      <p:sp>
        <p:nvSpPr>
          <p:cNvPr id="7" name="c3-text-330">
            <a:extLst xmlns:a="http://schemas.openxmlformats.org/drawingml/2006/main">
              <a:ext uri="{FF2B5EF4-FFF2-40B4-BE49-F238E27FC236}">
                <a16:creationId xmlns:a16="http://schemas.microsoft.com/office/drawing/2014/main" id="{CBD6FE18-5659-4F58-BD06-5E5512B1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279842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235">
            <a:extLst xmlns:a="http://schemas.openxmlformats.org/drawingml/2006/main">
              <a:ext uri="{FF2B5EF4-FFF2-40B4-BE49-F238E27FC236}">
                <a16:creationId xmlns:a16="http://schemas.microsoft.com/office/drawing/2014/main" id="{34F0299A-9888-4056-9B0D-0173977C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36">
            <a:extLst xmlns:a="http://schemas.openxmlformats.org/drawingml/2006/main">
              <a:ext uri="{FF2B5EF4-FFF2-40B4-BE49-F238E27FC236}">
                <a16:creationId xmlns:a16="http://schemas.microsoft.com/office/drawing/2014/main" id="{045036E5-2D08-407B-9A3F-589CCA83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Exercise 1: A Virtual Meteorologist</a:t>
            </a:r>
          </a:p>
        </p:txBody>
      </p:sp>
      <p:sp>
        <p:nvSpPr>
          <p:cNvPr id="3" name="c3-text-237">
            <a:extLst xmlns:a="http://schemas.openxmlformats.org/drawingml/2006/main">
              <a:ext uri="{FF2B5EF4-FFF2-40B4-BE49-F238E27FC236}">
                <a16:creationId xmlns:a16="http://schemas.microsoft.com/office/drawing/2014/main" id="{F4689CCB-B68C-4692-A3A6-F8D99113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38">
            <a:extLst xmlns:a="http://schemas.openxmlformats.org/drawingml/2006/main">
              <a:ext uri="{FF2B5EF4-FFF2-40B4-BE49-F238E27FC236}">
                <a16:creationId xmlns:a16="http://schemas.microsoft.com/office/drawing/2014/main" id="{6542BF2F-B78A-4779-A3FF-84F56061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92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Open the course project and start from langgraph_avatar_agent.py.</a:t>
            </a:r>
          </a:p>
        </p:txBody>
      </p:sp>
      <p:sp>
        <p:nvSpPr>
          <p:cNvPr id="5" name="c3-text-239">
            <a:extLst xmlns:a="http://schemas.openxmlformats.org/drawingml/2006/main">
              <a:ext uri="{FF2B5EF4-FFF2-40B4-BE49-F238E27FC236}">
                <a16:creationId xmlns:a16="http://schemas.microsoft.com/office/drawing/2014/main" id="{F385A88D-DE03-473B-B5D9-021C2AAE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7924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Use Codex to add current weather while keeping memory and animations.</a:t>
            </a:r>
          </a:p>
        </p:txBody>
      </p:sp>
      <p:sp>
        <p:nvSpPr>
          <p:cNvPr id="6" name="c3-text-240">
            <a:extLst xmlns:a="http://schemas.openxmlformats.org/drawingml/2006/main">
              <a:ext uri="{FF2B5EF4-FFF2-40B4-BE49-F238E27FC236}">
                <a16:creationId xmlns:a16="http://schemas.microsoft.com/office/drawing/2014/main" id="{E626EC1A-B681-4456-9B44-E66B1410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7924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First version: spoken replies and avatar behaviour. Leave the board unused.</a:t>
            </a:r>
          </a:p>
        </p:txBody>
      </p:sp>
      <p:sp>
        <p:nvSpPr>
          <p:cNvPr id="7" name="c3-text-331">
            <a:extLst xmlns:a="http://schemas.openxmlformats.org/drawingml/2006/main">
              <a:ext uri="{FF2B5EF4-FFF2-40B4-BE49-F238E27FC236}">
                <a16:creationId xmlns:a16="http://schemas.microsoft.com/office/drawing/2014/main" id="{E27102B6-7177-4218-B437-B4E180CA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848851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3-text-241">
            <a:extLst xmlns:a="http://schemas.openxmlformats.org/drawingml/2006/main">
              <a:ext uri="{FF2B5EF4-FFF2-40B4-BE49-F238E27FC236}">
                <a16:creationId xmlns:a16="http://schemas.microsoft.com/office/drawing/2014/main" id="{AEF626AA-23F3-4851-BE35-A770A5F9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42">
            <a:extLst xmlns:a="http://schemas.openxmlformats.org/drawingml/2006/main">
              <a:ext uri="{FF2B5EF4-FFF2-40B4-BE49-F238E27FC236}">
                <a16:creationId xmlns:a16="http://schemas.microsoft.com/office/drawing/2014/main" id="{A8541889-4807-4E4B-85D9-9C71C961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Prompt: Create the Weather Agent</a:t>
            </a:r>
          </a:p>
        </p:txBody>
      </p:sp>
      <p:sp>
        <p:nvSpPr>
          <p:cNvPr id="3" name="c3-text-243">
            <a:extLst xmlns:a="http://schemas.openxmlformats.org/drawingml/2006/main">
              <a:ext uri="{FF2B5EF4-FFF2-40B4-BE49-F238E27FC236}">
                <a16:creationId xmlns:a16="http://schemas.microsoft.com/office/drawing/2014/main" id="{58716158-2828-400C-947A-0800EC74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44">
            <a:extLst xmlns:a="http://schemas.openxmlformats.org/drawingml/2006/main">
              <a:ext uri="{FF2B5EF4-FFF2-40B4-BE49-F238E27FC236}">
                <a16:creationId xmlns:a16="http://schemas.microsoft.com/office/drawing/2014/main" id="{2F1DA958-18CC-4FE2-B145-38F0364F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79248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Create weather_avatar_agent.py from langgraph_avatar_agent.py.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Use OpenWeather for current-weather questions.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Read the key from the YAML file I specify.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Keep memory, animations and Clear conversation.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Speech: spoken words only, no emoji or written actions.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Use chat and message prompt templates.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Return whiteboard=None. Keep the original agent unchanged.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Show how to select and test the new agent.</a:t>
            </a:r>
          </a:p>
        </p:txBody>
      </p:sp>
      <p:sp>
        <p:nvSpPr>
          <p:cNvPr id="5" name="c3-text-245">
            <a:extLst xmlns:a="http://schemas.openxmlformats.org/drawingml/2006/main">
              <a:ext uri="{FF2B5EF4-FFF2-40B4-BE49-F238E27FC236}">
                <a16:creationId xmlns:a16="http://schemas.microsoft.com/office/drawing/2014/main" id="{5807611C-AAE4-4DC0-AACB-472C855D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792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Ask Codex to explain its plan, then review the diff and run the avatar.</a:t>
            </a:r>
          </a:p>
        </p:txBody>
      </p:sp>
      <p:sp>
        <p:nvSpPr>
          <p:cNvPr id="6" name="c3-text-332">
            <a:extLst xmlns:a="http://schemas.openxmlformats.org/drawingml/2006/main">
              <a:ext uri="{FF2B5EF4-FFF2-40B4-BE49-F238E27FC236}">
                <a16:creationId xmlns:a16="http://schemas.microsoft.com/office/drawing/2014/main" id="{F1299C90-22B9-4CEF-9A11-627A072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335994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246">
            <a:extLst xmlns:a="http://schemas.openxmlformats.org/drawingml/2006/main">
              <a:ext uri="{FF2B5EF4-FFF2-40B4-BE49-F238E27FC236}">
                <a16:creationId xmlns:a16="http://schemas.microsoft.com/office/drawing/2014/main" id="{752F0944-6B3D-4965-9D90-0C3B382D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47">
            <a:extLst xmlns:a="http://schemas.openxmlformats.org/drawingml/2006/main">
              <a:ext uri="{FF2B5EF4-FFF2-40B4-BE49-F238E27FC236}">
                <a16:creationId xmlns:a16="http://schemas.microsoft.com/office/drawing/2014/main" id="{A1E81CE9-6855-4FD6-8AE0-D8E1120B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Test the First Weather Agent</a:t>
            </a:r>
          </a:p>
        </p:txBody>
      </p:sp>
      <p:sp>
        <p:nvSpPr>
          <p:cNvPr id="3" name="c3-text-248">
            <a:extLst xmlns:a="http://schemas.openxmlformats.org/drawingml/2006/main">
              <a:ext uri="{FF2B5EF4-FFF2-40B4-BE49-F238E27FC236}">
                <a16:creationId xmlns:a16="http://schemas.microsoft.com/office/drawing/2014/main" id="{64275B91-120E-41B5-B389-B1629102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49">
            <a:extLst xmlns:a="http://schemas.openxmlformats.org/drawingml/2006/main">
              <a:ext uri="{FF2B5EF4-FFF2-40B4-BE49-F238E27FC236}">
                <a16:creationId xmlns:a16="http://schemas.microsoft.com/office/drawing/2014/main" id="{F3960EAD-070B-48F5-890D-012210AD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792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Introduce yourself, then ask the avatar to recall your name.</a:t>
            </a:r>
          </a:p>
        </p:txBody>
      </p:sp>
      <p:sp>
        <p:nvSpPr>
          <p:cNvPr id="5" name="c3-text-250">
            <a:extLst xmlns:a="http://schemas.openxmlformats.org/drawingml/2006/main">
              <a:ext uri="{FF2B5EF4-FFF2-40B4-BE49-F238E27FC236}">
                <a16:creationId xmlns:a16="http://schemas.microsoft.com/office/drawing/2014/main" id="{809889A9-8872-4407-A256-1A56CBD0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92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Ask for Rome, Italy. Follow with: What about Milan?</a:t>
            </a:r>
          </a:p>
        </p:txBody>
      </p:sp>
      <p:sp>
        <p:nvSpPr>
          <p:cNvPr id="6" name="c3-text-251">
            <a:extLst xmlns:a="http://schemas.openxmlformats.org/drawingml/2006/main">
              <a:ext uri="{FF2B5EF4-FFF2-40B4-BE49-F238E27FC236}">
                <a16:creationId xmlns:a16="http://schemas.microsoft.com/office/drawing/2014/main" id="{6145FF2B-1959-4F0E-96F4-DE434FAB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792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Ask for a happy greeting and check the animation. Clear and retry.</a:t>
            </a:r>
          </a:p>
        </p:txBody>
      </p:sp>
      <p:sp>
        <p:nvSpPr>
          <p:cNvPr id="7" name="c3-text-252">
            <a:extLst xmlns:a="http://schemas.openxmlformats.org/drawingml/2006/main">
              <a:ext uri="{FF2B5EF4-FFF2-40B4-BE49-F238E27FC236}">
                <a16:creationId xmlns:a16="http://schemas.microsoft.com/office/drawing/2014/main" id="{DDF0C86A-5873-4B97-BE0C-156B40D2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Check an API failure. The first version does not update the board.</a:t>
            </a:r>
          </a:p>
        </p:txBody>
      </p:sp>
      <p:sp>
        <p:nvSpPr>
          <p:cNvPr id="8" name="c3-text-333">
            <a:extLst xmlns:a="http://schemas.openxmlformats.org/drawingml/2006/main">
              <a:ext uri="{FF2B5EF4-FFF2-40B4-BE49-F238E27FC236}">
                <a16:creationId xmlns:a16="http://schemas.microsoft.com/office/drawing/2014/main" id="{BF16A95B-5681-43F7-B24B-530CE775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929184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253">
            <a:extLst xmlns:a="http://schemas.openxmlformats.org/drawingml/2006/main">
              <a:ext uri="{FF2B5EF4-FFF2-40B4-BE49-F238E27FC236}">
                <a16:creationId xmlns:a16="http://schemas.microsoft.com/office/drawing/2014/main" id="{F0307C57-86B5-4A89-B796-D02F0D57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54">
            <a:extLst xmlns:a="http://schemas.openxmlformats.org/drawingml/2006/main">
              <a:ext uri="{FF2B5EF4-FFF2-40B4-BE49-F238E27FC236}">
                <a16:creationId xmlns:a16="http://schemas.microsoft.com/office/drawing/2014/main" id="{EE9D17E9-ACF1-4237-9D30-EFC6BAAF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How Could We Use the Whiteboard?</a:t>
            </a:r>
          </a:p>
        </p:txBody>
      </p:sp>
      <p:sp>
        <p:nvSpPr>
          <p:cNvPr id="3" name="c3-text-255">
            <a:extLst xmlns:a="http://schemas.openxmlformats.org/drawingml/2006/main">
              <a:ext uri="{FF2B5EF4-FFF2-40B4-BE49-F238E27FC236}">
                <a16:creationId xmlns:a16="http://schemas.microsoft.com/office/drawing/2014/main" id="{BC8AD749-55C1-4E81-80C0-4C0A0A2B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56">
            <a:extLst xmlns:a="http://schemas.openxmlformats.org/drawingml/2006/main">
              <a:ext uri="{FF2B5EF4-FFF2-40B4-BE49-F238E27FC236}">
                <a16:creationId xmlns:a16="http://schemas.microsoft.com/office/drawing/2014/main" id="{2FB3079D-B3E5-41EC-9ACE-86C3AE0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924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The weather presenter works. How could an image help?</a:t>
            </a:r>
          </a:p>
        </p:txBody>
      </p:sp>
      <p:sp>
        <p:nvSpPr>
          <p:cNvPr id="5" name="c3-text-257">
            <a:extLst xmlns:a="http://schemas.openxmlformats.org/drawingml/2006/main">
              <a:ext uri="{FF2B5EF4-FFF2-40B4-BE49-F238E27FC236}">
                <a16:creationId xmlns:a16="http://schemas.microsoft.com/office/drawing/2014/main" id="{61B40CFA-881A-45A6-89F7-8CD12603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7924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Show an image that represents the weather requested.</a:t>
            </a:r>
          </a:p>
        </p:txBody>
      </p:sp>
      <p:sp>
        <p:nvSpPr>
          <p:cNvPr id="6" name="c3-text-258">
            <a:extLst xmlns:a="http://schemas.openxmlformats.org/drawingml/2006/main">
              <a:ext uri="{FF2B5EF4-FFF2-40B4-BE49-F238E27FC236}">
                <a16:creationId xmlns:a16="http://schemas.microsoft.com/office/drawing/2014/main" id="{71AA9A54-1FC3-4F3D-AABC-B98538D3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792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Write your own Codex prompt to extend the agent.</a:t>
            </a:r>
          </a:p>
        </p:txBody>
      </p:sp>
      <p:sp>
        <p:nvSpPr>
          <p:cNvPr id="7" name="c3-text-334">
            <a:extLst xmlns:a="http://schemas.openxmlformats.org/drawingml/2006/main">
              <a:ext uri="{FF2B5EF4-FFF2-40B4-BE49-F238E27FC236}">
                <a16:creationId xmlns:a16="http://schemas.microsoft.com/office/drawing/2014/main" id="{93506EFD-2D3E-4FF5-9DB2-045A0718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8169171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259">
            <a:extLst xmlns:a="http://schemas.openxmlformats.org/drawingml/2006/main">
              <a:ext uri="{FF2B5EF4-FFF2-40B4-BE49-F238E27FC236}">
                <a16:creationId xmlns:a16="http://schemas.microsoft.com/office/drawing/2014/main" id="{99EA98AD-6DA3-444F-9881-0E94DAB1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60">
            <a:extLst xmlns:a="http://schemas.openxmlformats.org/drawingml/2006/main">
              <a:ext uri="{FF2B5EF4-FFF2-40B4-BE49-F238E27FC236}">
                <a16:creationId xmlns:a16="http://schemas.microsoft.com/office/drawing/2014/main" id="{CD2D3797-1364-421C-9E92-6CDD32F0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Whiteboard Playground</a:t>
            </a:r>
          </a:p>
        </p:txBody>
      </p:sp>
      <p:sp>
        <p:nvSpPr>
          <p:cNvPr id="3" name="c3-text-261">
            <a:extLst xmlns:a="http://schemas.openxmlformats.org/drawingml/2006/main">
              <a:ext uri="{FF2B5EF4-FFF2-40B4-BE49-F238E27FC236}">
                <a16:creationId xmlns:a16="http://schemas.microsoft.com/office/drawing/2014/main" id="{2978BBAD-32F1-4CB4-9738-ED9509DF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62">
            <a:extLst xmlns:a="http://schemas.openxmlformats.org/drawingml/2006/main">
              <a:ext uri="{FF2B5EF4-FFF2-40B4-BE49-F238E27FC236}">
                <a16:creationId xmlns:a16="http://schemas.microsoft.com/office/drawing/2014/main" id="{207BE4CA-F73C-4B6C-9BB1-055B91B0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92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Upload an image and apply it to the avatar scene.</a:t>
            </a:r>
          </a:p>
        </p:txBody>
      </p:sp>
      <p:sp>
        <p:nvSpPr>
          <p:cNvPr id="5" name="c3-text-263">
            <a:extLst xmlns:a="http://schemas.openxmlformats.org/drawingml/2006/main">
              <a:ext uri="{FF2B5EF4-FFF2-40B4-BE49-F238E27FC236}">
                <a16:creationId xmlns:a16="http://schemas.microsoft.com/office/drawing/2014/main" id="{AAC34BB2-95E5-4295-BF02-29E3A138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792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Replace it, keep it unchanged, then clear it.</a:t>
            </a:r>
          </a:p>
        </p:txBody>
      </p:sp>
      <p:sp>
        <p:nvSpPr>
          <p:cNvPr id="6" name="c3-text-264">
            <a:extLst xmlns:a="http://schemas.openxmlformats.org/drawingml/2006/main">
              <a:ext uri="{FF2B5EF4-FFF2-40B4-BE49-F238E27FC236}">
                <a16:creationId xmlns:a16="http://schemas.microsoft.com/office/drawing/2014/main" id="{9DE17D43-EFB5-4573-9BB5-A70B9DC7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792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What would our weather agent need to automate?</a:t>
            </a:r>
          </a:p>
        </p:txBody>
      </p:sp>
      <p:sp>
        <p:nvSpPr>
          <p:cNvPr id="7" name="c3-text-335">
            <a:extLst xmlns:a="http://schemas.openxmlformats.org/drawingml/2006/main">
              <a:ext uri="{FF2B5EF4-FFF2-40B4-BE49-F238E27FC236}">
                <a16:creationId xmlns:a16="http://schemas.microsoft.com/office/drawing/2014/main" id="{0A3D80B1-7209-4D78-B528-86627321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027083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265">
            <a:extLst xmlns:a="http://schemas.openxmlformats.org/drawingml/2006/main">
              <a:ext uri="{FF2B5EF4-FFF2-40B4-BE49-F238E27FC236}">
                <a16:creationId xmlns:a16="http://schemas.microsoft.com/office/drawing/2014/main" id="{C8644579-5D4E-44FD-AB17-3E2E8490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66">
            <a:extLst xmlns:a="http://schemas.openxmlformats.org/drawingml/2006/main">
              <a:ext uri="{FF2B5EF4-FFF2-40B4-BE49-F238E27FC236}">
                <a16:creationId xmlns:a16="http://schemas.microsoft.com/office/drawing/2014/main" id="{5B9AF743-1FC3-4984-8A4C-13DC2457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Exercise 2: Write Your Own Prompt</a:t>
            </a:r>
          </a:p>
        </p:txBody>
      </p:sp>
      <p:sp>
        <p:nvSpPr>
          <p:cNvPr id="3" name="c3-text-267">
            <a:extLst xmlns:a="http://schemas.openxmlformats.org/drawingml/2006/main">
              <a:ext uri="{FF2B5EF4-FFF2-40B4-BE49-F238E27FC236}">
                <a16:creationId xmlns:a16="http://schemas.microsoft.com/office/drawing/2014/main" id="{FC1DF0B5-D754-4D57-84C7-4DA8BC89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68">
            <a:extLst xmlns:a="http://schemas.openxmlformats.org/drawingml/2006/main">
              <a:ext uri="{FF2B5EF4-FFF2-40B4-BE49-F238E27FC236}">
                <a16:creationId xmlns:a16="http://schemas.microsoft.com/office/drawing/2014/main" id="{06FFBBD8-FB65-4A33-8953-1D554625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7924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Ask Codex to show a weather image on the whiteboard.</a:t>
            </a:r>
          </a:p>
        </p:txBody>
      </p:sp>
      <p:sp>
        <p:nvSpPr>
          <p:cNvPr id="5" name="c3-text-269">
            <a:extLst xmlns:a="http://schemas.openxmlformats.org/drawingml/2006/main">
              <a:ext uri="{FF2B5EF4-FFF2-40B4-BE49-F238E27FC236}">
                <a16:creationId xmlns:a16="http://schemas.microsoft.com/office/drawing/2014/main" id="{0EC0F0C4-55DF-44D6-94ED-EF8FF212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7924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FA8E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7FA8E3"/>
                </a:solidFill>
                <a:latin typeface="Consolas"/>
                <a:ea typeface="Consolas"/>
                <a:cs typeface="Consolas"/>
              </a:rPr>
              <a:t>Agent: virtual_human_project/vh_cognitive_architecture_server/</a:t>
            </a:r>
          </a:p>
          <a:p xmlns:a="http://schemas.openxmlformats.org/drawingml/2006/main">
            <a:pPr>
              <a:defRPr sz="1425" b="0">
                <a:solidFill>
                  <a:srgbClr val="7FA8E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7FA8E3"/>
                </a:solidFill>
                <a:latin typeface="Consolas"/>
                <a:ea typeface="Consolas"/>
                <a:cs typeface="Consolas"/>
              </a:rPr>
              <a:t>agents/Module_2/Chapter_03/weather_avatar_agent.py</a:t>
            </a:r>
          </a:p>
        </p:txBody>
      </p:sp>
      <p:sp>
        <p:nvSpPr>
          <p:cNvPr id="6" name="c3-text-270">
            <a:extLst xmlns:a="http://schemas.openxmlformats.org/drawingml/2006/main">
              <a:ext uri="{FF2B5EF4-FFF2-40B4-BE49-F238E27FC236}">
                <a16:creationId xmlns:a16="http://schemas.microsoft.com/office/drawing/2014/main" id="{665882ED-9125-4882-98A2-65EA5FAB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792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FA8E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7FA8E3"/>
                </a:solidFill>
                <a:latin typeface="Consolas"/>
                <a:ea typeface="Consolas"/>
                <a:cs typeface="Consolas"/>
              </a:rPr>
              <a:t>API: virtual_human_project/vh_embodiment_server/README.md</a:t>
            </a:r>
          </a:p>
        </p:txBody>
      </p:sp>
      <p:sp>
        <p:nvSpPr>
          <p:cNvPr id="7" name="c3-text-271">
            <a:extLst xmlns:a="http://schemas.openxmlformats.org/drawingml/2006/main">
              <a:ext uri="{FF2B5EF4-FFF2-40B4-BE49-F238E27FC236}">
                <a16:creationId xmlns:a16="http://schemas.microsoft.com/office/drawing/2014/main" id="{752C7EB8-16CD-4E9F-9C5E-ED72E15B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92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Explain what already works and include your YAML file path.</a:t>
            </a:r>
          </a:p>
        </p:txBody>
      </p:sp>
      <p:sp>
        <p:nvSpPr>
          <p:cNvPr id="8" name="c3-text-336">
            <a:extLst xmlns:a="http://schemas.openxmlformats.org/drawingml/2006/main">
              <a:ext uri="{FF2B5EF4-FFF2-40B4-BE49-F238E27FC236}">
                <a16:creationId xmlns:a16="http://schemas.microsoft.com/office/drawing/2014/main" id="{37395A8E-2E16-4774-9973-AA54D5C1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1650999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3-text-272">
            <a:extLst xmlns:a="http://schemas.openxmlformats.org/drawingml/2006/main">
              <a:ext uri="{FF2B5EF4-FFF2-40B4-BE49-F238E27FC236}">
                <a16:creationId xmlns:a16="http://schemas.microsoft.com/office/drawing/2014/main" id="{DBA0732D-E585-42E4-9414-C6979E3C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73">
            <a:extLst xmlns:a="http://schemas.openxmlformats.org/drawingml/2006/main">
              <a:ext uri="{FF2B5EF4-FFF2-40B4-BE49-F238E27FC236}">
                <a16:creationId xmlns:a16="http://schemas.microsoft.com/office/drawing/2014/main" id="{56CDFFEF-5655-4867-8C39-07F38017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3" name="c3-text-274">
            <a:extLst xmlns:a="http://schemas.openxmlformats.org/drawingml/2006/main">
              <a:ext uri="{FF2B5EF4-FFF2-40B4-BE49-F238E27FC236}">
                <a16:creationId xmlns:a16="http://schemas.microsoft.com/office/drawing/2014/main" id="{96C7DA7F-1656-4459-878E-ABAFA36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75">
            <a:hlinkClick xmlns:r="http://schemas.openxmlformats.org/officeDocument/2006/relationships" xmlns:a="http://schemas.openxmlformats.org/drawingml/2006/main" r:id="R26961adb443e4ef0"/>
            <a:extLst xmlns:a="http://schemas.openxmlformats.org/drawingml/2006/main">
              <a:ext uri="{FF2B5EF4-FFF2-40B4-BE49-F238E27FC236}">
                <a16:creationId xmlns:a16="http://schemas.microsoft.com/office/drawing/2014/main" id="{BB70874F-39AA-4F14-9759-54AC9806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[1] LangGraph persistence</a:t>
            </a:r>
          </a:p>
        </p:txBody>
      </p:sp>
      <p:sp>
        <p:nvSpPr>
          <p:cNvPr id="5" name="c3-text-276">
            <a:hlinkClick xmlns:r="http://schemas.openxmlformats.org/officeDocument/2006/relationships" xmlns:a="http://schemas.openxmlformats.org/drawingml/2006/main" r:id="Ra3708a828b1a4e3a"/>
            <a:extLst xmlns:a="http://schemas.openxmlformats.org/drawingml/2006/main">
              <a:ext uri="{FF2B5EF4-FFF2-40B4-BE49-F238E27FC236}">
                <a16:creationId xmlns:a16="http://schemas.microsoft.com/office/drawing/2014/main" id="{B6823CF1-1F85-4F4F-A84B-A30DB424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Checkpoints, threads and deleting a thread</a:t>
            </a:r>
          </a:p>
        </p:txBody>
      </p:sp>
      <p:sp>
        <p:nvSpPr>
          <p:cNvPr id="6" name="c3-shape-277">
            <a:extLst xmlns:a="http://schemas.openxmlformats.org/drawingml/2006/main">
              <a:ext uri="{FF2B5EF4-FFF2-40B4-BE49-F238E27FC236}">
                <a16:creationId xmlns:a16="http://schemas.microsoft.com/office/drawing/2014/main" id="{2FF2C737-3FA6-4D97-84C0-81A16E97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278">
            <a:hlinkClick xmlns:r="http://schemas.openxmlformats.org/officeDocument/2006/relationships" xmlns:a="http://schemas.openxmlformats.org/drawingml/2006/main" r:id="R8bc7a9ca83f04ef6"/>
            <a:extLst xmlns:a="http://schemas.openxmlformats.org/drawingml/2006/main">
              <a:ext uri="{FF2B5EF4-FFF2-40B4-BE49-F238E27FC236}">
                <a16:creationId xmlns:a16="http://schemas.microsoft.com/office/drawing/2014/main" id="{CD20A3DD-9C8A-492F-BAB6-836BEB73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[2] ChatOllama structured output</a:t>
            </a:r>
          </a:p>
        </p:txBody>
      </p:sp>
      <p:sp>
        <p:nvSpPr>
          <p:cNvPr id="8" name="c3-text-279">
            <a:hlinkClick xmlns:r="http://schemas.openxmlformats.org/officeDocument/2006/relationships" xmlns:a="http://schemas.openxmlformats.org/drawingml/2006/main" r:id="Rdf6932e1ab414fd8"/>
            <a:extLst xmlns:a="http://schemas.openxmlformats.org/drawingml/2006/main">
              <a:ext uri="{FF2B5EF4-FFF2-40B4-BE49-F238E27FC236}">
                <a16:creationId xmlns:a16="http://schemas.microsoft.com/office/drawing/2014/main" id="{57B7BA1E-A4D3-460C-AB95-AF716355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with_structured_output and its methods</a:t>
            </a:r>
          </a:p>
        </p:txBody>
      </p:sp>
      <p:sp>
        <p:nvSpPr>
          <p:cNvPr id="9" name="c3-shape-280">
            <a:extLst xmlns:a="http://schemas.openxmlformats.org/drawingml/2006/main">
              <a:ext uri="{FF2B5EF4-FFF2-40B4-BE49-F238E27FC236}">
                <a16:creationId xmlns:a16="http://schemas.microsoft.com/office/drawing/2014/main" id="{90A35DD6-8E1F-4E1D-A6B1-0D316CFB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0" name="c3-text-281">
            <a:hlinkClick xmlns:r="http://schemas.openxmlformats.org/officeDocument/2006/relationships" xmlns:a="http://schemas.openxmlformats.org/drawingml/2006/main" r:id="R84ab4c8d2aa54c7c"/>
            <a:extLst xmlns:a="http://schemas.openxmlformats.org/drawingml/2006/main">
              <a:ext uri="{FF2B5EF4-FFF2-40B4-BE49-F238E27FC236}">
                <a16:creationId xmlns:a16="http://schemas.microsoft.com/office/drawing/2014/main" id="{D2FD390B-812C-461C-BE71-B624F8A5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[3] Chat prompt templates</a:t>
            </a:r>
          </a:p>
        </p:txBody>
      </p:sp>
      <p:sp>
        <p:nvSpPr>
          <p:cNvPr id="11" name="c3-text-282">
            <a:hlinkClick xmlns:r="http://schemas.openxmlformats.org/officeDocument/2006/relationships" xmlns:a="http://schemas.openxmlformats.org/drawingml/2006/main" r:id="Rf24da2ae2a314d8d"/>
            <a:extLst xmlns:a="http://schemas.openxmlformats.org/drawingml/2006/main">
              <a:ext uri="{FF2B5EF4-FFF2-40B4-BE49-F238E27FC236}">
                <a16:creationId xmlns:a16="http://schemas.microsoft.com/office/drawing/2014/main" id="{6AADE082-C1D7-4E2E-B29E-7AA81595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System templates and message placeholders</a:t>
            </a:r>
          </a:p>
        </p:txBody>
      </p:sp>
      <p:sp>
        <p:nvSpPr>
          <p:cNvPr id="12" name="c3-shape-283">
            <a:extLst xmlns:a="http://schemas.openxmlformats.org/drawingml/2006/main">
              <a:ext uri="{FF2B5EF4-FFF2-40B4-BE49-F238E27FC236}">
                <a16:creationId xmlns:a16="http://schemas.microsoft.com/office/drawing/2014/main" id="{4D085B0A-0BE6-4C79-B932-DC40D87C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284">
            <a:hlinkClick xmlns:r="http://schemas.openxmlformats.org/officeDocument/2006/relationships" xmlns:a="http://schemas.openxmlformats.org/drawingml/2006/main" r:id="R7343094ada3d4418"/>
            <a:extLst xmlns:a="http://schemas.openxmlformats.org/drawingml/2006/main">
              <a:ext uri="{FF2B5EF4-FFF2-40B4-BE49-F238E27FC236}">
                <a16:creationId xmlns:a16="http://schemas.microsoft.com/office/drawing/2014/main" id="{B1855DBD-FEEA-4F0D-9B13-EB11783B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[4] LangGraph tool loop</a:t>
            </a:r>
          </a:p>
        </p:txBody>
      </p:sp>
      <p:sp>
        <p:nvSpPr>
          <p:cNvPr id="14" name="c3-text-285">
            <a:hlinkClick xmlns:r="http://schemas.openxmlformats.org/officeDocument/2006/relationships" xmlns:a="http://schemas.openxmlformats.org/drawingml/2006/main" r:id="Rf0fce4653ed1490c"/>
            <a:extLst xmlns:a="http://schemas.openxmlformats.org/drawingml/2006/main">
              <a:ext uri="{FF2B5EF4-FFF2-40B4-BE49-F238E27FC236}">
                <a16:creationId xmlns:a16="http://schemas.microsoft.com/office/drawing/2014/main" id="{24942E7D-ADC7-4F79-99F2-B2C882E6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Model decisions, tools and tool results</a:t>
            </a:r>
          </a:p>
        </p:txBody>
      </p:sp>
      <p:sp>
        <p:nvSpPr>
          <p:cNvPr id="15" name="c3-text-286">
            <a:hlinkClick xmlns:r="http://schemas.openxmlformats.org/officeDocument/2006/relationships" xmlns:a="http://schemas.openxmlformats.org/drawingml/2006/main" r:id="Rae7acd5097a94570"/>
            <a:extLst xmlns:a="http://schemas.openxmlformats.org/drawingml/2006/main">
              <a:ext uri="{FF2B5EF4-FFF2-40B4-BE49-F238E27FC236}">
                <a16:creationId xmlns:a16="http://schemas.microsoft.com/office/drawing/2014/main" id="{999C4EB8-507C-470F-9754-EB68E155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[5] Codex quickstart</a:t>
            </a:r>
          </a:p>
        </p:txBody>
      </p:sp>
      <p:sp>
        <p:nvSpPr>
          <p:cNvPr id="16" name="c3-text-287">
            <a:hlinkClick xmlns:r="http://schemas.openxmlformats.org/officeDocument/2006/relationships" xmlns:a="http://schemas.openxmlformats.org/drawingml/2006/main" r:id="R28c8422fda774554"/>
            <a:extLst xmlns:a="http://schemas.openxmlformats.org/drawingml/2006/main">
              <a:ext uri="{FF2B5EF4-FFF2-40B4-BE49-F238E27FC236}">
                <a16:creationId xmlns:a16="http://schemas.microsoft.com/office/drawing/2014/main" id="{7C8F10AA-0766-4A59-B5B0-1E87156B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Desktop installation and ChatGPT sign-in</a:t>
            </a:r>
          </a:p>
        </p:txBody>
      </p:sp>
      <p:sp>
        <p:nvSpPr>
          <p:cNvPr id="17" name="c3-shape-288">
            <a:extLst xmlns:a="http://schemas.openxmlformats.org/drawingml/2006/main">
              <a:ext uri="{FF2B5EF4-FFF2-40B4-BE49-F238E27FC236}">
                <a16:creationId xmlns:a16="http://schemas.microsoft.com/office/drawing/2014/main" id="{DA38F1B0-C457-48F6-B66A-F589449E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8" name="c3-text-289">
            <a:hlinkClick xmlns:r="http://schemas.openxmlformats.org/officeDocument/2006/relationships" xmlns:a="http://schemas.openxmlformats.org/drawingml/2006/main" r:id="R78c13416c1724713"/>
            <a:extLst xmlns:a="http://schemas.openxmlformats.org/drawingml/2006/main">
              <a:ext uri="{FF2B5EF4-FFF2-40B4-BE49-F238E27FC236}">
                <a16:creationId xmlns:a16="http://schemas.microsoft.com/office/drawing/2014/main" id="{3D34264C-5F45-44CF-80D8-E6DACECE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[6] Claude Code</a:t>
            </a:r>
          </a:p>
        </p:txBody>
      </p:sp>
      <p:sp>
        <p:nvSpPr>
          <p:cNvPr id="19" name="c3-text-290">
            <a:hlinkClick xmlns:r="http://schemas.openxmlformats.org/officeDocument/2006/relationships" xmlns:a="http://schemas.openxmlformats.org/drawingml/2006/main" r:id="Ra2f8e6ba7c9440a9"/>
            <a:extLst xmlns:a="http://schemas.openxmlformats.org/drawingml/2006/main">
              <a:ext uri="{FF2B5EF4-FFF2-40B4-BE49-F238E27FC236}">
                <a16:creationId xmlns:a16="http://schemas.microsoft.com/office/drawing/2014/main" id="{9E008852-FB02-4368-B88A-FA7C5537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Coding agent overview</a:t>
            </a:r>
          </a:p>
        </p:txBody>
      </p:sp>
      <p:sp>
        <p:nvSpPr>
          <p:cNvPr id="20" name="c3-shape-291">
            <a:extLst xmlns:a="http://schemas.openxmlformats.org/drawingml/2006/main">
              <a:ext uri="{FF2B5EF4-FFF2-40B4-BE49-F238E27FC236}">
                <a16:creationId xmlns:a16="http://schemas.microsoft.com/office/drawing/2014/main" id="{1DA65412-A445-4527-BDA3-188E25B1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1" name="c3-text-292">
            <a:hlinkClick xmlns:r="http://schemas.openxmlformats.org/officeDocument/2006/relationships" xmlns:a="http://schemas.openxmlformats.org/drawingml/2006/main" r:id="R1f32416101a342f5"/>
            <a:extLst xmlns:a="http://schemas.openxmlformats.org/drawingml/2006/main">
              <a:ext uri="{FF2B5EF4-FFF2-40B4-BE49-F238E27FC236}">
                <a16:creationId xmlns:a16="http://schemas.microsoft.com/office/drawing/2014/main" id="{08931209-2033-4833-AD5E-27027AB4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[7] OpenWeather current weather</a:t>
            </a:r>
          </a:p>
        </p:txBody>
      </p:sp>
      <p:sp>
        <p:nvSpPr>
          <p:cNvPr id="22" name="c3-text-293">
            <a:hlinkClick xmlns:r="http://schemas.openxmlformats.org/officeDocument/2006/relationships" xmlns:a="http://schemas.openxmlformats.org/drawingml/2006/main" r:id="R10714949962248ee"/>
            <a:extLst xmlns:a="http://schemas.openxmlformats.org/drawingml/2006/main">
              <a:ext uri="{FF2B5EF4-FFF2-40B4-BE49-F238E27FC236}">
                <a16:creationId xmlns:a16="http://schemas.microsoft.com/office/drawing/2014/main" id="{453AD451-6080-470A-A8CD-E67BA668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Current conditions and metric units</a:t>
            </a:r>
          </a:p>
        </p:txBody>
      </p:sp>
      <p:sp>
        <p:nvSpPr>
          <p:cNvPr id="23" name="c3-shape-294">
            <a:extLst xmlns:a="http://schemas.openxmlformats.org/drawingml/2006/main">
              <a:ext uri="{FF2B5EF4-FFF2-40B4-BE49-F238E27FC236}">
                <a16:creationId xmlns:a16="http://schemas.microsoft.com/office/drawing/2014/main" id="{5C24DA87-6B89-4EC4-A5FE-CF54CB75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004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4" name="c3-text-295">
            <a:hlinkClick xmlns:r="http://schemas.openxmlformats.org/officeDocument/2006/relationships" xmlns:a="http://schemas.openxmlformats.org/drawingml/2006/main" r:id="Rb39cdbdf268c40b7"/>
            <a:extLst xmlns:a="http://schemas.openxmlformats.org/drawingml/2006/main">
              <a:ext uri="{FF2B5EF4-FFF2-40B4-BE49-F238E27FC236}">
                <a16:creationId xmlns:a16="http://schemas.microsoft.com/office/drawing/2014/main" id="{74AF8F54-40C1-48ED-8D06-0DFED7E3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[8] OpenWeather geocoding</a:t>
            </a:r>
          </a:p>
        </p:txBody>
      </p:sp>
      <p:sp>
        <p:nvSpPr>
          <p:cNvPr id="25" name="c3-text-296">
            <a:hlinkClick xmlns:r="http://schemas.openxmlformats.org/officeDocument/2006/relationships" xmlns:a="http://schemas.openxmlformats.org/drawingml/2006/main" r:id="R2ae80565482c4610"/>
            <a:extLst xmlns:a="http://schemas.openxmlformats.org/drawingml/2006/main">
              <a:ext uri="{FF2B5EF4-FFF2-40B4-BE49-F238E27FC236}">
                <a16:creationId xmlns:a16="http://schemas.microsoft.com/office/drawing/2014/main" id="{D2A607EE-AB29-4E2B-9DA9-8A7CE75F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529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City names to coordinates</a:t>
            </a:r>
          </a:p>
        </p:txBody>
      </p:sp>
      <p:sp>
        <p:nvSpPr>
          <p:cNvPr id="26" name="c3-text-337">
            <a:extLst xmlns:a="http://schemas.openxmlformats.org/drawingml/2006/main">
              <a:ext uri="{FF2B5EF4-FFF2-40B4-BE49-F238E27FC236}">
                <a16:creationId xmlns:a16="http://schemas.microsoft.com/office/drawing/2014/main" id="{5409A4C3-CB66-4F0B-B059-F67553FB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955013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3-text-297">
            <a:extLst xmlns:a="http://schemas.openxmlformats.org/drawingml/2006/main">
              <a:ext uri="{FF2B5EF4-FFF2-40B4-BE49-F238E27FC236}">
                <a16:creationId xmlns:a16="http://schemas.microsoft.com/office/drawing/2014/main" id="{6601F513-F439-42EB-A76B-28A49F8E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98">
            <a:extLst xmlns:a="http://schemas.openxmlformats.org/drawingml/2006/main">
              <a:ext uri="{FF2B5EF4-FFF2-40B4-BE49-F238E27FC236}">
                <a16:creationId xmlns:a16="http://schemas.microsoft.com/office/drawing/2014/main" id="{642D8DF0-2B4F-4545-B2BF-4EEA5943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References (continued)</a:t>
            </a:r>
          </a:p>
        </p:txBody>
      </p:sp>
      <p:sp>
        <p:nvSpPr>
          <p:cNvPr id="3" name="c3-text-299">
            <a:extLst xmlns:a="http://schemas.openxmlformats.org/drawingml/2006/main">
              <a:ext uri="{FF2B5EF4-FFF2-40B4-BE49-F238E27FC236}">
                <a16:creationId xmlns:a16="http://schemas.microsoft.com/office/drawing/2014/main" id="{09F9F351-9E5D-45A6-B394-6D500989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300">
            <a:hlinkClick xmlns:r="http://schemas.openxmlformats.org/officeDocument/2006/relationships" xmlns:a="http://schemas.openxmlformats.org/drawingml/2006/main" r:id="R58d3b0f7d54241bb"/>
            <a:extLst xmlns:a="http://schemas.openxmlformats.org/drawingml/2006/main">
              <a:ext uri="{FF2B5EF4-FFF2-40B4-BE49-F238E27FC236}">
                <a16:creationId xmlns:a16="http://schemas.microsoft.com/office/drawing/2014/main" id="{B2DFEA30-90D4-4B18-8935-903173EB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[9] OpenWeather icons</a:t>
            </a:r>
          </a:p>
        </p:txBody>
      </p:sp>
      <p:sp>
        <p:nvSpPr>
          <p:cNvPr id="5" name="c3-text-301">
            <a:hlinkClick xmlns:r="http://schemas.openxmlformats.org/officeDocument/2006/relationships" xmlns:a="http://schemas.openxmlformats.org/drawingml/2006/main" r:id="Rf37a7b9adbc3469a"/>
            <a:extLst xmlns:a="http://schemas.openxmlformats.org/drawingml/2006/main">
              <a:ext uri="{FF2B5EF4-FFF2-40B4-BE49-F238E27FC236}">
                <a16:creationId xmlns:a16="http://schemas.microsoft.com/office/drawing/2014/main" id="{45FB0436-D367-4BE8-896F-FDAFFCDE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Weather codes and condition icons</a:t>
            </a:r>
          </a:p>
        </p:txBody>
      </p:sp>
      <p:sp>
        <p:nvSpPr>
          <p:cNvPr id="6" name="c3-shape-302">
            <a:extLst xmlns:a="http://schemas.openxmlformats.org/drawingml/2006/main">
              <a:ext uri="{FF2B5EF4-FFF2-40B4-BE49-F238E27FC236}">
                <a16:creationId xmlns:a16="http://schemas.microsoft.com/office/drawing/2014/main" id="{048325A0-F892-4115-B99A-0BD43F3C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303">
            <a:hlinkClick xmlns:r="http://schemas.openxmlformats.org/officeDocument/2006/relationships" xmlns:a="http://schemas.openxmlformats.org/drawingml/2006/main" r:id="Rd06688da2c27461a"/>
            <a:extLst xmlns:a="http://schemas.openxmlformats.org/drawingml/2006/main">
              <a:ext uri="{FF2B5EF4-FFF2-40B4-BE49-F238E27FC236}">
                <a16:creationId xmlns:a16="http://schemas.microsoft.com/office/drawing/2014/main" id="{E890022F-F1F5-4B95-BF14-F10B098C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[10] OpenWeather account and keys</a:t>
            </a:r>
          </a:p>
        </p:txBody>
      </p:sp>
      <p:sp>
        <p:nvSpPr>
          <p:cNvPr id="8" name="c3-text-304">
            <a:hlinkClick xmlns:r="http://schemas.openxmlformats.org/officeDocument/2006/relationships" xmlns:a="http://schemas.openxmlformats.org/drawingml/2006/main" r:id="Re155524c8a3147f1"/>
            <a:extLst xmlns:a="http://schemas.openxmlformats.org/drawingml/2006/main">
              <a:ext uri="{FF2B5EF4-FFF2-40B4-BE49-F238E27FC236}">
                <a16:creationId xmlns:a16="http://schemas.microsoft.com/office/drawing/2014/main" id="{91C51F5C-0D91-46D7-BCCA-B6821A77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Registration, email verification and activation</a:t>
            </a:r>
          </a:p>
        </p:txBody>
      </p:sp>
      <p:sp>
        <p:nvSpPr>
          <p:cNvPr id="9" name="c3-shape-305">
            <a:extLst xmlns:a="http://schemas.openxmlformats.org/drawingml/2006/main">
              <a:ext uri="{FF2B5EF4-FFF2-40B4-BE49-F238E27FC236}">
                <a16:creationId xmlns:a16="http://schemas.microsoft.com/office/drawing/2014/main" id="{FAA1E989-5AB7-4959-AEE1-947D1F40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0" name="c3-text-306">
            <a:hlinkClick xmlns:r="http://schemas.openxmlformats.org/officeDocument/2006/relationships" xmlns:a="http://schemas.openxmlformats.org/drawingml/2006/main" r:id="Rc373a62047ca4bdc"/>
            <a:extLst xmlns:a="http://schemas.openxmlformats.org/drawingml/2006/main">
              <a:ext uri="{FF2B5EF4-FFF2-40B4-BE49-F238E27FC236}">
                <a16:creationId xmlns:a16="http://schemas.microsoft.com/office/drawing/2014/main" id="{1B454BEE-58AD-446B-A76D-8CFB2603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[11] OpenWeather free access</a:t>
            </a:r>
          </a:p>
        </p:txBody>
      </p:sp>
      <p:sp>
        <p:nvSpPr>
          <p:cNvPr id="11" name="c3-text-307">
            <a:hlinkClick xmlns:r="http://schemas.openxmlformats.org/officeDocument/2006/relationships" xmlns:a="http://schemas.openxmlformats.org/drawingml/2006/main" r:id="R35d6641e8c22437d"/>
            <a:extLst xmlns:a="http://schemas.openxmlformats.org/drawingml/2006/main">
              <a:ext uri="{FF2B5EF4-FFF2-40B4-BE49-F238E27FC236}">
                <a16:creationId xmlns:a16="http://schemas.microsoft.com/office/drawing/2014/main" id="{0FF3CADD-88AE-42C2-B5FA-7B7CA379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Current Weather and Geocoding availability</a:t>
            </a:r>
          </a:p>
        </p:txBody>
      </p:sp>
      <p:sp>
        <p:nvSpPr>
          <p:cNvPr id="12" name="c3-shape-308">
            <a:extLst xmlns:a="http://schemas.openxmlformats.org/drawingml/2006/main">
              <a:ext uri="{FF2B5EF4-FFF2-40B4-BE49-F238E27FC236}">
                <a16:creationId xmlns:a16="http://schemas.microsoft.com/office/drawing/2014/main" id="{BFC8E4C6-0902-4294-88C6-2146971A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338">
            <a:extLst xmlns:a="http://schemas.openxmlformats.org/drawingml/2006/main">
              <a:ext uri="{FF2B5EF4-FFF2-40B4-BE49-F238E27FC236}">
                <a16:creationId xmlns:a16="http://schemas.microsoft.com/office/drawing/2014/main" id="{1E999C20-C4D1-40D0-9D25-6F1EE929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769907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2026-10-30T12:11:53.8770000Z</dcterms:created>
  <dcterms:modified xsi:type="dcterms:W3CDTF">2026-10-30T12:11:53.8770000Z</dcterms:modified>
</coreProperties>
</file>