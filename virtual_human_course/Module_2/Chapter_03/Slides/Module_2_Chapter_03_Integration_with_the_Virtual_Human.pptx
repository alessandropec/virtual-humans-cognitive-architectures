
<file path=[Content_Types].xml><?xml version="1.0" encoding="utf-8"?>
<ns0:Types xmlns:ns0="http://schemas.openxmlformats.org/package/2006/content-types">
  <ns0:Default Extension="xml" ContentType="application/vnd.openxmlformats-package.core-properties+xml"/>
  <ns0:Default Extension="jpeg" ContentType="image/jpeg"/>
  <ns0:Default Extension="png" ContentType="image/png"/>
  <ns0:Default Extension="rels" ContentType="application/vnd.openxmlformats-package.relationships+xml"/>
  <ns0:Override PartName="/docProps/app.xml" ContentType="application/vnd.openxmlformats-officedocument.extended-properties+xml"/>
  <ns0:Override PartName="/ppt/presentation.xml" ContentType="application/vnd.openxmlformats-officedocument.presentationml.presentation.main+xml"/>
  <ns0:Override PartName="/ppt/theme/theme1.xml" ContentType="application/vnd.openxmlformats-officedocument.theme+xml"/>
  <ns0:Override PartName="/ppt/slideMasters/slideMaster1.xml" ContentType="application/vnd.openxmlformats-officedocument.presentationml.slideMaster+xml"/>
  <ns0:Override PartName="/ppt/slideMasters/theme/theme2.xml" ContentType="application/vnd.openxmlformats-officedocument.theme+xml"/>
  <ns0:Override PartName="/ppt/slideLayouts/slideLayout1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Layouts/slideLayout6.xml" ContentType="application/vnd.openxmlformats-officedocument.presentationml.slideLayout+xml"/>
  <ns0:Override PartName="/ppt/slideLayouts/slideLayout7.xml" ContentType="application/vnd.openxmlformats-officedocument.presentationml.slideLayout+xml"/>
  <ns0:Override PartName="/ppt/slideLayouts/slideLayout8.xml" ContentType="application/vnd.openxmlformats-officedocument.presentationml.slideLayout+xml"/>
  <ns0:Override PartName="/ppt/presProps.xml" ContentType="application/vnd.openxmlformats-officedocument.presentationml.presProps+xml"/>
  <ns0:Override PartName="/ppt/viewProps.xml" ContentType="application/vnd.openxmlformats-officedocument.presentationml.viewProps+xml"/>
  <ns0:Override PartName="/ppt/tableStyles.xml" ContentType="application/vnd.openxmlformats-officedocument.presentationml.tableStyles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13.xml" ContentType="application/vnd.openxmlformats-officedocument.presentationml.slide+xml"/>
  <ns0:Override PartName="/ppt/slides/slide14.xml" ContentType="application/vnd.openxmlformats-officedocument.presentationml.slide+xml"/>
  <ns0:Override PartName="/ppt/slides/slide15.xml" ContentType="application/vnd.openxmlformats-officedocument.presentationml.slide+xml"/>
  <ns0:Override PartName="/ppt/slides/slide16.xml" ContentType="application/vnd.openxmlformats-officedocument.presentationml.slide+xml"/>
  <ns0:Override PartName="/ppt/slides/slide17.xml" ContentType="application/vnd.openxmlformats-officedocument.presentationml.slide+xml"/>
  <ns0:Override PartName="/ppt/slides/slide18.xml" ContentType="application/vnd.openxmlformats-officedocument.presentationml.slide+xml"/>
  <ns0:Override PartName="/ppt/slides/slide19.xml" ContentType="application/vnd.openxmlformats-officedocument.presentationml.slide+xml"/>
  <ns0:Override PartName="/ppt/slides/slide20.xml" ContentType="application/vnd.openxmlformats-officedocument.presentationml.slide+xml"/>
  <ns0:Override PartName="/ppt/slides/slide21.xml" ContentType="application/vnd.openxmlformats-officedocument.presentationml.slide+xml"/>
  <ns0:Override PartName="/ppt/slides/slide22.xml" ContentType="application/vnd.openxmlformats-officedocument.presentationml.slide+xml"/>
  <ns0:Override PartName="/ppt/slides/slide23.xml" ContentType="application/vnd.openxmlformats-officedocument.presentationml.slide+xml"/>
  <ns0:Override PartName="/ppt/slides/slide24.xml" ContentType="application/vnd.openxmlformats-officedocument.presentationml.slide+xml"/>
  <ns0:Override PartName="/ppt/slides/slide25.xml" ContentType="application/vnd.openxmlformats-officedocument.presentationml.slide+xml"/>
  <ns0:Override PartName="/ppt/slides/slide26.xml" ContentType="application/vnd.openxmlformats-officedocument.presentationml.slide+xml"/>
  <ns0:Override PartName="/ppt/slides/slide27.xml" ContentType="application/vnd.openxmlformats-officedocument.presentationml.slide+xml"/>
  <ns0:Override PartName="/ppt/slides/slide28.xml" ContentType="application/vnd.openxmlformats-officedocument.presentationml.slide+xml"/>
  <ns0:Override PartName="/ppt/slides/slide29.xml" ContentType="application/vnd.openxmlformats-officedocument.presentationml.slide+xml"/>
  <ns0:Override PartName="/ppt/slides/slide30.xml" ContentType="application/vnd.openxmlformats-officedocument.presentationml.slide+xml"/>
</ns0: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d6b77fea2ff4f0a" /><Relationship Type="http://schemas.openxmlformats.org/officeDocument/2006/relationships/extended-properties" Target="/docProps/app.xml" Id="Rc7d7686dfe244dbc" /><Relationship Type="http://schemas.openxmlformats.org/officeDocument/2006/relationships/officeDocument" Target="/ppt/presentation.xml" Id="Rcc7ec278bd694136" /></Relationships>
</file>

<file path=ppt/presentation.xml><?xml version="1.0" encoding="utf-8"?>
<ns0:presentation xmlns:ns0="http://schemas.openxmlformats.org/presentationml/2006/main" xmlns:ns1="http://schemas.openxmlformats.org/officeDocument/2006/relationships">
  <ns0:sldMasterIdLst>
    <ns0:sldMasterId id="2147483648" ns1:id="Rcd88db70f7684384"/>
  </ns0:sldMasterIdLst>
  <ns0:sldIdLst>
    <ns0:sldId id="256" ns1:id="R127b34bfa2304827"/>
    <ns0:sldId id="257" ns1:id="R8ce5849a6f284649"/>
    <ns0:sldId id="258" ns1:id="R53caccd9c1f84bba"/>
    <ns0:sldId id="259" ns1:id="R9ef103a205d64952"/>
    <ns0:sldId id="260" ns1:id="Rf708217045634f0e"/>
    <ns0:sldId id="261" ns1:id="R72eb0b7df9474768"/>
    <ns0:sldId id="262" ns1:id="R10c6f43fb1954b48"/>
    <ns0:sldId id="263" ns1:id="R331e893c275d4997"/>
    <ns0:sldId id="264" ns1:id="R52f7ff78a6ff4889"/>
    <ns0:sldId id="265" ns1:id="R73eacd1ba0ee416a"/>
    <ns0:sldId id="266" ns1:id="R4d8f831ae0c34c25"/>
    <ns0:sldId id="267" ns1:id="R50d3a60b13ab4b58"/>
    <ns0:sldId id="268" ns1:id="Rea0245ec3c9a453c"/>
    <ns0:sldId id="269" ns1:id="Rc3f44f2dadc74134"/>
    <ns0:sldId id="270" ns1:id="R06a85abf6d4746b4"/>
    <ns0:sldId id="271" ns1:id="R7b1f794b59fd4c30"/>
    <ns0:sldId id="272" ns1:id="R045d5b45a5ed4adc"/>
    <ns0:sldId id="273" ns1:id="R4a4406187af74155"/>
    <ns0:sldId id="274" ns1:id="R034b4f1e378f4d6c"/>
    <ns0:sldId id="275" ns1:id="R3d64e747189a478e"/>
    <ns0:sldId id="276" ns1:id="R98f29a0b8dd3469e"/>
    <ns0:sldId id="277" ns1:id="R9d4d5150b30c4070"/>
    <ns0:sldId id="278" ns1:id="Ra2505aea05024c7c"/>
    <ns0:sldId id="279" ns1:id="R6b8eb82cbc07447f"/>
    <ns0:sldId id="280" ns1:id="Rf22f9d166c8d4094"/>
    <ns0:sldId id="281" ns1:id="R2badea5a5d294d0d"/>
    <ns0:sldId id="282" ns1:id="Rf0f22dc002a14b61"/>
    <ns0:sldId id="283" ns1:id="R3943938319f9455b"/>
    <ns0:sldId id="284" ns1:id="Ra198b179bb47491e"/>
    <ns0:sldId id="285" ns1:id="R5d85be4731014d18"/>
  </ns0:sldIdLst>
  <ns0:sldSz cx="9144000" cy="5143500"/>
  <ns0:notesSz cx="6858000" cy="9144000"/>
</ns0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52d1de6394524a0a" /><ns0:Relationship Type="http://schemas.openxmlformats.org/officeDocument/2006/relationships/slideMaster" Target="/ppt/slideMasters/slideMaster1.xml" Id="Rcd88db70f7684384" /><ns0:Relationship Type="http://schemas.openxmlformats.org/officeDocument/2006/relationships/presProps" Target="/ppt/presProps.xml" Id="R2ea4fbcc5ed8467f" /><ns0:Relationship Type="http://schemas.openxmlformats.org/officeDocument/2006/relationships/viewProps" Target="/ppt/viewProps.xml" Id="Rb2731b1a47864415" /><ns0:Relationship Type="http://schemas.openxmlformats.org/officeDocument/2006/relationships/tableStyles" Target="/ppt/tableStyles.xml" Id="Ra027fbec05e24d8e" /><ns0:Relationship Type="http://schemas.openxmlformats.org/officeDocument/2006/relationships/slide" Target="/ppt/slides/slide1.xml" Id="R127b34bfa2304827" /><ns0:Relationship Type="http://schemas.openxmlformats.org/officeDocument/2006/relationships/slide" Target="/ppt/slides/slide2.xml" Id="R8ce5849a6f284649" /><ns0:Relationship Type="http://schemas.openxmlformats.org/officeDocument/2006/relationships/slide" Target="/ppt/slides/slide3.xml" Id="R53caccd9c1f84bba" /><ns0:Relationship Type="http://schemas.openxmlformats.org/officeDocument/2006/relationships/slide" Target="/ppt/slides/slide4.xml" Id="R9ef103a205d64952" /><ns0:Relationship Type="http://schemas.openxmlformats.org/officeDocument/2006/relationships/slide" Target="/ppt/slides/slide5.xml" Id="Rf708217045634f0e" /><ns0:Relationship Type="http://schemas.openxmlformats.org/officeDocument/2006/relationships/slide" Target="/ppt/slides/slide6.xml" Id="R72eb0b7df9474768" /><ns0:Relationship Type="http://schemas.openxmlformats.org/officeDocument/2006/relationships/slide" Target="/ppt/slides/slide7.xml" Id="R10c6f43fb1954b48" /><ns0:Relationship Type="http://schemas.openxmlformats.org/officeDocument/2006/relationships/slide" Target="/ppt/slides/slide8.xml" Id="R331e893c275d4997" /><ns0:Relationship Type="http://schemas.openxmlformats.org/officeDocument/2006/relationships/slide" Target="/ppt/slides/slide9.xml" Id="R52f7ff78a6ff4889" /><ns0:Relationship Type="http://schemas.openxmlformats.org/officeDocument/2006/relationships/slide" Target="/ppt/slides/slide10.xml" Id="R73eacd1ba0ee416a" /><ns0:Relationship Type="http://schemas.openxmlformats.org/officeDocument/2006/relationships/slide" Target="/ppt/slides/slide11.xml" Id="R4d8f831ae0c34c25" /><ns0:Relationship Type="http://schemas.openxmlformats.org/officeDocument/2006/relationships/slide" Target="/ppt/slides/slide12.xml" Id="R50d3a60b13ab4b58" /><ns0:Relationship Type="http://schemas.openxmlformats.org/officeDocument/2006/relationships/slide" Target="/ppt/slides/slide13.xml" Id="Rea0245ec3c9a453c" /><ns0:Relationship Type="http://schemas.openxmlformats.org/officeDocument/2006/relationships/slide" Target="/ppt/slides/slide14.xml" Id="Rc3f44f2dadc74134" /><ns0:Relationship Type="http://schemas.openxmlformats.org/officeDocument/2006/relationships/slide" Target="/ppt/slides/slide15.xml" Id="R06a85abf6d4746b4" /><ns0:Relationship Type="http://schemas.openxmlformats.org/officeDocument/2006/relationships/slide" Target="/ppt/slides/slide16.xml" Id="R7b1f794b59fd4c30" /><ns0:Relationship Type="http://schemas.openxmlformats.org/officeDocument/2006/relationships/slide" Target="/ppt/slides/slide17.xml" Id="R045d5b45a5ed4adc" /><ns0:Relationship Type="http://schemas.openxmlformats.org/officeDocument/2006/relationships/slide" Target="/ppt/slides/slide18.xml" Id="R4a4406187af74155" /><ns0:Relationship Type="http://schemas.openxmlformats.org/officeDocument/2006/relationships/slide" Target="/ppt/slides/slide19.xml" Id="R034b4f1e378f4d6c" /><ns0:Relationship Type="http://schemas.openxmlformats.org/officeDocument/2006/relationships/slide" Target="/ppt/slides/slide20.xml" Id="R3d64e747189a478e" /><ns0:Relationship Type="http://schemas.openxmlformats.org/officeDocument/2006/relationships/slide" Target="/ppt/slides/slide21.xml" Id="R98f29a0b8dd3469e" /><ns0:Relationship Type="http://schemas.openxmlformats.org/officeDocument/2006/relationships/slide" Target="/ppt/slides/slide22.xml" Id="R9d4d5150b30c4070" /><ns0:Relationship Type="http://schemas.openxmlformats.org/officeDocument/2006/relationships/slide" Target="/ppt/slides/slide23.xml" Id="Ra2505aea05024c7c" /><ns0:Relationship Type="http://schemas.openxmlformats.org/officeDocument/2006/relationships/slide" Target="/ppt/slides/slide24.xml" Id="R6b8eb82cbc07447f" /><ns0:Relationship Type="http://schemas.openxmlformats.org/officeDocument/2006/relationships/slide" Target="/ppt/slides/slide25.xml" Id="Rf22f9d166c8d4094" /><ns0:Relationship Type="http://schemas.openxmlformats.org/officeDocument/2006/relationships/slide" Target="/ppt/slides/slide26.xml" Id="R2badea5a5d294d0d" /><ns0:Relationship Type="http://schemas.openxmlformats.org/officeDocument/2006/relationships/slide" Target="/ppt/slides/slide27.xml" Id="Rf0f22dc002a14b61" /><ns0:Relationship Type="http://schemas.openxmlformats.org/officeDocument/2006/relationships/slide" Target="/ppt/slides/slide28.xml" Id="R3943938319f9455b" /><ns0:Relationship Type="http://schemas.openxmlformats.org/officeDocument/2006/relationships/slide" Target="/ppt/slides/slide29.xml" Id="Ra198b179bb47491e" /><ns0:Relationship Type="http://schemas.openxmlformats.org/officeDocument/2006/relationships/slide" Target="/ppt/slides/slide30.xml" Id="R5d85be4731014d18" /></ns0: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4fe7167eac48b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6681219b0e4761" /><Relationship Type="http://schemas.openxmlformats.org/officeDocument/2006/relationships/image" Target="/ppt/media/image.jpeg" Id="R08cdeb88c7cf43a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f204227ddb44ae" /><Relationship Type="http://schemas.openxmlformats.org/officeDocument/2006/relationships/image" Target="/ppt/media/image.png" Id="Rcc9bd794a1544e2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149302eec9f43e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dbfe4c170441d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8fcf57c0824795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ae09fea9d24c7e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a51549a2ce46f0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TITLE_P1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cdeb88c7cf43a2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55FC7451-64D3-4CB8-9AA0-48C8D9DAF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CDF34BA1-73E7-4752-8D70-4FEFC7FA2B5E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>
  <p:cSld name="TITLE_P2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9bd794a1544e2b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079BB4D8-5B9D-4F65-BBDB-8D681C9A4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393FC60A-EA91-4AC7-BC18-270D30866589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>
  <p:cSld name="SECTION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2660B54-203F-42EC-A5A3-F2DC5C93C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CC66AC75-C800-41C1-BA5A-9761923D22AF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>
  <p:cSld name="CONTENT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1450B48-B37E-42BD-8A40-552BD5F2B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30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/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05E3C3A-CD83-4BD1-8F19-7D30E2610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BACBE0D7-4493-47F3-A3B0-8926F89D6ADB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>
  <p:cSld name="CONTENT_P1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3AF5B2E-D90D-402D-998C-27509820E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PART 1 · VIRTUAL HUMANS FOUNDATIONS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4270CFE-C9FB-4344-8B2C-69291004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9532946-C1F9-48AE-995E-50C10B842843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>
  <p:cSld name="CODE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FCB2DEA-1F6F-40AE-B1E2-0531D3467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HANDS-ON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FCA723F-1C94-47D6-8CBD-26D793475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E2A5C3D1-AC51-4DA6-AEE4-466D7F7C1DA6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preserve="1">
  <p:cSld name="STATEMENT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A0ACBF4-7074-4ED0-A09E-3755A1AD6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E1A20153-E490-422E-8D29-B810FEAC614D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cf52a924c704aa9" /><Relationship Type="http://schemas.openxmlformats.org/officeDocument/2006/relationships/slideLayout" Target="/ppt/slideLayouts/slideLayout1.xml" Id="R763196b14e004c39" /><Relationship Type="http://schemas.openxmlformats.org/officeDocument/2006/relationships/slideLayout" Target="/ppt/slideLayouts/slideLayout2.xml" Id="R453c7fa32dae4139" /><Relationship Type="http://schemas.openxmlformats.org/officeDocument/2006/relationships/slideLayout" Target="/ppt/slideLayouts/slideLayout3.xml" Id="R57d6eb64da694be8" /><Relationship Type="http://schemas.openxmlformats.org/officeDocument/2006/relationships/slideLayout" Target="/ppt/slideLayouts/slideLayout4.xml" Id="Rcf56db4a49fd49cc" /><Relationship Type="http://schemas.openxmlformats.org/officeDocument/2006/relationships/slideLayout" Target="/ppt/slideLayouts/slideLayout5.xml" Id="Rad84f95db9724e6a" /><Relationship Type="http://schemas.openxmlformats.org/officeDocument/2006/relationships/slideLayout" Target="/ppt/slideLayouts/slideLayout6.xml" Id="Rad3e090dbcb14c67" /><Relationship Type="http://schemas.openxmlformats.org/officeDocument/2006/relationships/slideLayout" Target="/ppt/slideLayouts/slideLayout7.xml" Id="R3dbef3c7de854209" /><Relationship Type="http://schemas.openxmlformats.org/officeDocument/2006/relationships/slideLayout" Target="/ppt/slideLayouts/slideLayout8.xml" Id="R3732e69071884cf1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2F40BB06-55D8-4F61-8DB4-8F5ED2A813AF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>
                <a:solidFill>
                  <a:srgbClr val="FFFFFF"/>
                </a:solidFill>
              </a:rPr>
              <a:t>null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63196b14e004c39"/>
    <p:sldLayoutId xmlns:r="http://schemas.openxmlformats.org/officeDocument/2006/relationships" id="2147483650" r:id="R453c7fa32dae4139"/>
    <p:sldLayoutId xmlns:r="http://schemas.openxmlformats.org/officeDocument/2006/relationships" id="2147483651" r:id="R57d6eb64da694be8"/>
    <p:sldLayoutId xmlns:r="http://schemas.openxmlformats.org/officeDocument/2006/relationships" id="2147483652" r:id="Rcf56db4a49fd49cc"/>
    <p:sldLayoutId xmlns:r="http://schemas.openxmlformats.org/officeDocument/2006/relationships" id="2147483653" r:id="Rad84f95db9724e6a"/>
    <p:sldLayoutId xmlns:r="http://schemas.openxmlformats.org/officeDocument/2006/relationships" id="2147483654" r:id="Rad3e090dbcb14c67"/>
    <p:sldLayoutId xmlns:r="http://schemas.openxmlformats.org/officeDocument/2006/relationships" id="2147483655" r:id="R3dbef3c7de854209"/>
    <p:sldLayoutId xmlns:r="http://schemas.openxmlformats.org/officeDocument/2006/relationships" id="2147483656" r:id="R3732e69071884cf1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3.xml" Id="R0ea6e4db254b4d8e" /><ns0:Relationship Type="http://schemas.openxmlformats.org/officeDocument/2006/relationships/image" Target="/ppt/media/image2.png" Id="Re70b58bc3fa5499b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0b635cf2d8048ff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771410064af4b8b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eb53a22585a4963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b2900faaa774f4e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a9f290763014728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ad986cabda94611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50abc2eccda421c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c631a0456814073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c53dcf10559423b" /><ns0:Relationship Type="http://schemas.openxmlformats.org/officeDocument/2006/relationships/hyperlink" Target="../Code/clear_memory_together.md" TargetMode="External" Id="Rd89c74499c7f4e3c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ce1e3b582504c43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06e7eaa10e8480e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c170286acc1462d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10b465128464e89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803f8a76bb54e16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cdccd95d0b143ec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8db3282fa62474a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1044ebf26904faa" /><ns0:Relationship Type="http://schemas.openxmlformats.org/officeDocument/2006/relationships/hyperlink" Target="https://home.openweathermap.org/users/sign_up" TargetMode="External" Id="R85cbd8b9c9f34c4f" /><ns0:Relationship Type="http://schemas.openxmlformats.org/officeDocument/2006/relationships/hyperlink" Target="https://home.openweathermap.org/api_keys" TargetMode="External" Id="R369b5f4974104979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3229a89a8d54b06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5c7bf79f0604da0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7c3b9208926484e" /><ns0:Relationship Type="http://schemas.openxmlformats.org/officeDocument/2006/relationships/hyperlink" Target="https://learn.chatgpt.com/docs/quickstart" TargetMode="External" Id="R2854282db2604d00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c47528573a04bef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d80a87b3dce4ef3" /><ns0:Relationship Type="http://schemas.openxmlformats.org/officeDocument/2006/relationships/hyperlink" Target="../Code/weather_exercise.md" TargetMode="External" Id="Re303a40deccc437b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c73ff539bfe404b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777437de35e481e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713da26d0ac48e2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c598c213d3d4f0e" /></ns0:Relationships>
</file>

<file path=ppt/slides/_rels/slide2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f667b1dfc1a4445" /></ns0:Relationships>
</file>

<file path=ppt/slides/_rels/slide2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82f21a2af544596" /><ns0:Relationship Type="http://schemas.openxmlformats.org/officeDocument/2006/relationships/hyperlink" Target="https://docs.langchain.com/oss/python/langgraph/persistence" TargetMode="External" Id="R56fa5d67201a4d7f" /><ns0:Relationship Type="http://schemas.openxmlformats.org/officeDocument/2006/relationships/hyperlink" Target="https://docs.langchain.com/oss/python/langgraph/persistence" TargetMode="External" Id="Rcd65bf21b94946da" /><ns0:Relationship Type="http://schemas.openxmlformats.org/officeDocument/2006/relationships/hyperlink" Target="https://reference.langchain.com/python/langchain-ollama/chat_models/ChatOllama/with_structured_output" TargetMode="External" Id="R47e0a6eb5b454ec0" /><ns0:Relationship Type="http://schemas.openxmlformats.org/officeDocument/2006/relationships/hyperlink" Target="https://reference.langchain.com/python/langchain-ollama/chat_models/ChatOllama/with_structured_output" TargetMode="External" Id="R3cf14e6311c4487d" /><ns0:Relationship Type="http://schemas.openxmlformats.org/officeDocument/2006/relationships/hyperlink" Target="https://reference.langchain.com/python/langchain-core/prompts/chat/ChatPromptTemplate" TargetMode="External" Id="R4210b0d22b1047cf" /><ns0:Relationship Type="http://schemas.openxmlformats.org/officeDocument/2006/relationships/hyperlink" Target="https://reference.langchain.com/python/langchain-core/prompts/chat/ChatPromptTemplate" TargetMode="External" Id="R24a22802efa04c67" /><ns0:Relationship Type="http://schemas.openxmlformats.org/officeDocument/2006/relationships/hyperlink" Target="https://docs.langchain.com/oss/python/langgraph/workflows-agents" TargetMode="External" Id="R2512e38264164bfa" /><ns0:Relationship Type="http://schemas.openxmlformats.org/officeDocument/2006/relationships/hyperlink" Target="https://docs.langchain.com/oss/python/langgraph/workflows-agents" TargetMode="External" Id="Rbc1f4daff26d4d36" /><ns0:Relationship Type="http://schemas.openxmlformats.org/officeDocument/2006/relationships/hyperlink" Target="https://learn.chatgpt.com/docs/quickstart" TargetMode="External" Id="Re1431d57736e42dd" /><ns0:Relationship Type="http://schemas.openxmlformats.org/officeDocument/2006/relationships/hyperlink" Target="https://learn.chatgpt.com/docs/quickstart" TargetMode="External" Id="R0fc8f3ecf4be4b80" /><ns0:Relationship Type="http://schemas.openxmlformats.org/officeDocument/2006/relationships/hyperlink" Target="https://code.claude.com/docs/en/overview" TargetMode="External" Id="R1f23a865225f481a" /><ns0:Relationship Type="http://schemas.openxmlformats.org/officeDocument/2006/relationships/hyperlink" Target="https://code.claude.com/docs/en/overview" TargetMode="External" Id="R24d3a2bde5f841a7" /><ns0:Relationship Type="http://schemas.openxmlformats.org/officeDocument/2006/relationships/hyperlink" Target="https://openweathermap.org/api/current" TargetMode="External" Id="Rcddf9fb27711438d" /><ns0:Relationship Type="http://schemas.openxmlformats.org/officeDocument/2006/relationships/hyperlink" Target="https://openweathermap.org/api/current" TargetMode="External" Id="R0a73f53e1f1b49a8" /><ns0:Relationship Type="http://schemas.openxmlformats.org/officeDocument/2006/relationships/hyperlink" Target="https://openweathermap.org/api/geocoding-api" TargetMode="External" Id="R5f2f1e2d87ab4b53" /><ns0:Relationship Type="http://schemas.openxmlformats.org/officeDocument/2006/relationships/hyperlink" Target="https://openweathermap.org/api/geocoding-api" TargetMode="External" Id="Rd3cfc15bd3b741c0" /></ns0:Relationships>
</file>

<file path=ppt/slides/_rels/slide3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b4233cd12694f34" /><ns0:Relationship Type="http://schemas.openxmlformats.org/officeDocument/2006/relationships/hyperlink" Target="https://openweathermap.org/api/weather-conditions" TargetMode="External" Id="R22bb255c6d004611" /><ns0:Relationship Type="http://schemas.openxmlformats.org/officeDocument/2006/relationships/hyperlink" Target="https://openweathermap.org/api/weather-conditions" TargetMode="External" Id="R60eee523dd8442df" /><ns0:Relationship Type="http://schemas.openxmlformats.org/officeDocument/2006/relationships/hyperlink" Target="https://openweathermap.org/faq" TargetMode="External" Id="Rd2261becac8a43e9" /><ns0:Relationship Type="http://schemas.openxmlformats.org/officeDocument/2006/relationships/hyperlink" Target="https://openweathermap.org/faq" TargetMode="External" Id="R1f761f67e2cf4a13" /><ns0:Relationship Type="http://schemas.openxmlformats.org/officeDocument/2006/relationships/hyperlink" Target="https://openweathermap.org/price" TargetMode="External" Id="Rcd2fcd2de0f84a33" /><ns0:Relationship Type="http://schemas.openxmlformats.org/officeDocument/2006/relationships/hyperlink" Target="https://openweathermap.org/price" TargetMode="External" Id="R3b41524eae2e4eed" /></ns0: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23E2CA0-25C4-4FBC-91B7-70ECAD485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6052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Alessandro Emmanuel Pecora · 30 October 2026</a:t>
            </a:r>
            <a:endParaRPr sz="11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6671F37A-9C3B-4F2D-951B-FB8AADDF2EF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  <p:pic>
        <p:nvPicPr>
          <p:cNvPr id="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0b58bc3fa5499b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27" name="m0-text-1">
            <a:extLst xmlns:a="http://schemas.openxmlformats.org/drawingml/2006/main">
              <a:ext uri="{FF2B5EF4-FFF2-40B4-BE49-F238E27FC236}">
                <a16:creationId xmlns:a16="http://schemas.microsoft.com/office/drawing/2014/main" id="{42240BCB-CB11-468E-AB0E-9B00F39E3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90925"/>
            <a:ext cx="4286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Module 2 - Chapter 03</a:t>
            </a:r>
          </a:p>
          <a:p xmlns:a="http://schemas.openxmlformats.org/drawingml/2006/main">
            <a:pPr>
              <a:buNone/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Integration with the Virtual Human</a:t>
            </a:r>
          </a:p>
        </p:txBody>
      </p:sp>
      <p:sp>
        <p:nvSpPr>
          <p:cNvPr id="29" name="m1-text-266">
            <a:extLst xmlns:a="http://schemas.openxmlformats.org/drawingml/2006/main">
              <a:ext uri="{FF2B5EF4-FFF2-40B4-BE49-F238E27FC236}">
                <a16:creationId xmlns:a16="http://schemas.microsoft.com/office/drawing/2014/main" id="{3BB0F476-8304-4F09-BB14-952D406D4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 i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1" name="c2-text-33">
            <a:extLst xmlns:a="http://schemas.openxmlformats.org/drawingml/2006/main">
              <a:ext uri="{FF2B5EF4-FFF2-40B4-BE49-F238E27FC236}">
                <a16:creationId xmlns:a16="http://schemas.microsoft.com/office/drawing/2014/main" id="{BDE23DF7-EB72-4801-8530-87C0CD005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3" name="c2-text-151">
            <a:extLst xmlns:a="http://schemas.openxmlformats.org/drawingml/2006/main">
              <a:ext uri="{FF2B5EF4-FFF2-40B4-BE49-F238E27FC236}">
                <a16:creationId xmlns:a16="http://schemas.microsoft.com/office/drawing/2014/main" id="{6AFF5EB8-9E72-4719-9542-1566CA776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5" name="c2-text-197">
            <a:extLst xmlns:a="http://schemas.openxmlformats.org/drawingml/2006/main">
              <a:ext uri="{FF2B5EF4-FFF2-40B4-BE49-F238E27FC236}">
                <a16:creationId xmlns:a16="http://schemas.microsoft.com/office/drawing/2014/main" id="{873E902F-219A-4954-B177-DD955470A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7" name="c2-text-223">
            <a:extLst xmlns:a="http://schemas.openxmlformats.org/drawingml/2006/main">
              <a:ext uri="{FF2B5EF4-FFF2-40B4-BE49-F238E27FC236}">
                <a16:creationId xmlns:a16="http://schemas.microsoft.com/office/drawing/2014/main" id="{A305475C-F33A-453B-BD1E-35E07D3ED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9" name="c2-text-217">
            <a:extLst xmlns:a="http://schemas.openxmlformats.org/drawingml/2006/main">
              <a:ext uri="{FF2B5EF4-FFF2-40B4-BE49-F238E27FC236}">
                <a16:creationId xmlns:a16="http://schemas.microsoft.com/office/drawing/2014/main" id="{7B5494E3-495E-4E40-A97B-845CBC97C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1" name="c2-text-198">
            <a:extLst xmlns:a="http://schemas.openxmlformats.org/drawingml/2006/main">
              <a:ext uri="{FF2B5EF4-FFF2-40B4-BE49-F238E27FC236}">
                <a16:creationId xmlns:a16="http://schemas.microsoft.com/office/drawing/2014/main" id="{70AC672E-C96B-41A3-B850-987365D02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3" name="c2-text-211">
            <a:extLst xmlns:a="http://schemas.openxmlformats.org/drawingml/2006/main">
              <a:ext uri="{FF2B5EF4-FFF2-40B4-BE49-F238E27FC236}">
                <a16:creationId xmlns:a16="http://schemas.microsoft.com/office/drawing/2014/main" id="{DCB5F5CB-2D5B-422D-B5DF-6E628156D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5" name="c2-text-220">
            <a:extLst xmlns:a="http://schemas.openxmlformats.org/drawingml/2006/main">
              <a:ext uri="{FF2B5EF4-FFF2-40B4-BE49-F238E27FC236}">
                <a16:creationId xmlns:a16="http://schemas.microsoft.com/office/drawing/2014/main" id="{E51B7192-FD18-487B-8BD5-C7554404E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7" name="c2-text-265">
            <a:extLst xmlns:a="http://schemas.openxmlformats.org/drawingml/2006/main">
              <a:ext uri="{FF2B5EF4-FFF2-40B4-BE49-F238E27FC236}">
                <a16:creationId xmlns:a16="http://schemas.microsoft.com/office/drawing/2014/main" id="{DDB11875-B60B-4CD9-87A5-5274469BB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9" name="c2-text-282">
            <a:extLst xmlns:a="http://schemas.openxmlformats.org/drawingml/2006/main">
              <a:ext uri="{FF2B5EF4-FFF2-40B4-BE49-F238E27FC236}">
                <a16:creationId xmlns:a16="http://schemas.microsoft.com/office/drawing/2014/main" id="{F5485890-4DD9-408B-B0E0-2577FD1A8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51" name="c2-text-275">
            <a:extLst xmlns:a="http://schemas.openxmlformats.org/drawingml/2006/main">
              <a:ext uri="{FF2B5EF4-FFF2-40B4-BE49-F238E27FC236}">
                <a16:creationId xmlns:a16="http://schemas.microsoft.com/office/drawing/2014/main" id="{2FADCB92-2930-4079-9725-B8A8EC752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53" name="c3-text-311">
            <a:extLst xmlns:a="http://schemas.openxmlformats.org/drawingml/2006/main">
              <a:ext uri="{FF2B5EF4-FFF2-40B4-BE49-F238E27FC236}">
                <a16:creationId xmlns:a16="http://schemas.microsoft.com/office/drawing/2014/main" id="{3C6F6072-32B1-41A7-95DB-AD0BC5061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74861534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c3-text-1">
            <a:extLst xmlns:a="http://schemas.openxmlformats.org/drawingml/2006/main">
              <a:ext uri="{FF2B5EF4-FFF2-40B4-BE49-F238E27FC236}">
                <a16:creationId xmlns:a16="http://schemas.microsoft.com/office/drawing/2014/main" id="{0E3861A8-6994-416B-B05C-E71F5CADF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">
            <a:extLst xmlns:a="http://schemas.openxmlformats.org/drawingml/2006/main">
              <a:ext uri="{FF2B5EF4-FFF2-40B4-BE49-F238E27FC236}">
                <a16:creationId xmlns:a16="http://schemas.microsoft.com/office/drawing/2014/main" id="{A3A3C7F6-2D1E-49AF-8004-FCD326798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Avatar Loop</a:t>
            </a:r>
          </a:p>
        </p:txBody>
      </p:sp>
      <p:sp>
        <p:nvSpPr>
          <p:cNvPr id="3" name="c3-text-3">
            <a:extLst xmlns:a="http://schemas.openxmlformats.org/drawingml/2006/main">
              <a:ext uri="{FF2B5EF4-FFF2-40B4-BE49-F238E27FC236}">
                <a16:creationId xmlns:a16="http://schemas.microsoft.com/office/drawing/2014/main" id="{AB49749B-0364-40B8-AD9B-D5755B39E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4">
            <a:extLst xmlns:a="http://schemas.openxmlformats.org/drawingml/2006/main">
              <a:ext uri="{FF2B5EF4-FFF2-40B4-BE49-F238E27FC236}">
                <a16:creationId xmlns:a16="http://schemas.microsoft.com/office/drawing/2014/main" id="{5A934EB2-E411-4700-90F5-3244AB031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714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5" name="c3-text-5">
            <a:extLst xmlns:a="http://schemas.openxmlformats.org/drawingml/2006/main">
              <a:ext uri="{FF2B5EF4-FFF2-40B4-BE49-F238E27FC236}">
                <a16:creationId xmlns:a16="http://schemas.microsoft.com/office/drawing/2014/main" id="{0CF27658-DD6B-4028-8C69-2632D4D8E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71650"/>
            <a:ext cx="148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Browser</a:t>
            </a:r>
          </a:p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voice or text</a:t>
            </a:r>
          </a:p>
        </p:txBody>
      </p:sp>
      <p:sp>
        <p:nvSpPr>
          <p:cNvPr id="6" name="c3-shape-6">
            <a:extLst xmlns:a="http://schemas.openxmlformats.org/drawingml/2006/main">
              <a:ext uri="{FF2B5EF4-FFF2-40B4-BE49-F238E27FC236}">
                <a16:creationId xmlns:a16="http://schemas.microsoft.com/office/drawing/2014/main" id="{99645FAC-DFF8-481F-8CFE-2C30A5D1C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047875"/>
            <a:ext cx="17145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7" name="c3-shape-7">
            <a:extLst xmlns:a="http://schemas.openxmlformats.org/drawingml/2006/main">
              <a:ext uri="{FF2B5EF4-FFF2-40B4-BE49-F238E27FC236}">
                <a16:creationId xmlns:a16="http://schemas.microsoft.com/office/drawing/2014/main" id="{ABBD3286-4931-4961-8BA4-72B180B49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1695450"/>
            <a:ext cx="1714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8" name="c3-text-8">
            <a:extLst xmlns:a="http://schemas.openxmlformats.org/drawingml/2006/main">
              <a:ext uri="{FF2B5EF4-FFF2-40B4-BE49-F238E27FC236}">
                <a16:creationId xmlns:a16="http://schemas.microsoft.com/office/drawing/2014/main" id="{796B3201-36DA-49FD-8FB1-5674F5624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771650"/>
            <a:ext cx="148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Embodiment</a:t>
            </a:r>
          </a:p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server</a:t>
            </a:r>
          </a:p>
        </p:txBody>
      </p:sp>
      <p:sp>
        <p:nvSpPr>
          <p:cNvPr id="9" name="c3-shape-9">
            <a:extLst xmlns:a="http://schemas.openxmlformats.org/drawingml/2006/main">
              <a:ext uri="{FF2B5EF4-FFF2-40B4-BE49-F238E27FC236}">
                <a16:creationId xmlns:a16="http://schemas.microsoft.com/office/drawing/2014/main" id="{F2B66AF7-BB31-447E-87B3-50EF491C2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047875"/>
            <a:ext cx="17145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shape-10">
            <a:extLst xmlns:a="http://schemas.openxmlformats.org/drawingml/2006/main">
              <a:ext uri="{FF2B5EF4-FFF2-40B4-BE49-F238E27FC236}">
                <a16:creationId xmlns:a16="http://schemas.microsoft.com/office/drawing/2014/main" id="{71E17074-D181-4498-839B-9CD0B96D3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695450"/>
            <a:ext cx="1714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1" name="c3-text-11">
            <a:extLst xmlns:a="http://schemas.openxmlformats.org/drawingml/2006/main">
              <a:ext uri="{FF2B5EF4-FFF2-40B4-BE49-F238E27FC236}">
                <a16:creationId xmlns:a16="http://schemas.microsoft.com/office/drawing/2014/main" id="{DF4E4EAF-30F2-4F58-B11E-0E8641DAC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1771650"/>
            <a:ext cx="148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Cognitive server</a:t>
            </a:r>
          </a:p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response(text)</a:t>
            </a:r>
          </a:p>
        </p:txBody>
      </p:sp>
      <p:sp>
        <p:nvSpPr>
          <p:cNvPr id="12" name="c3-shape-12">
            <a:extLst xmlns:a="http://schemas.openxmlformats.org/drawingml/2006/main">
              <a:ext uri="{FF2B5EF4-FFF2-40B4-BE49-F238E27FC236}">
                <a16:creationId xmlns:a16="http://schemas.microsoft.com/office/drawing/2014/main" id="{0F1D9BBB-DA5C-4A2E-AD0D-D32458C9C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47875"/>
            <a:ext cx="17145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3" name="c3-shape-13">
            <a:extLst xmlns:a="http://schemas.openxmlformats.org/drawingml/2006/main">
              <a:ext uri="{FF2B5EF4-FFF2-40B4-BE49-F238E27FC236}">
                <a16:creationId xmlns:a16="http://schemas.microsoft.com/office/drawing/2014/main" id="{8ABC6436-443B-4BCE-B395-6F8C5961F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95450"/>
            <a:ext cx="1714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4" name="c3-text-14">
            <a:extLst xmlns:a="http://schemas.openxmlformats.org/drawingml/2006/main">
              <a:ext uri="{FF2B5EF4-FFF2-40B4-BE49-F238E27FC236}">
                <a16:creationId xmlns:a16="http://schemas.microsoft.com/office/drawing/2014/main" id="{5F5E0C3D-E3FC-4773-95F3-8713C2F96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771650"/>
            <a:ext cx="148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LangGraph</a:t>
            </a:r>
          </a:p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agent</a:t>
            </a:r>
          </a:p>
        </p:txBody>
      </p:sp>
      <p:sp>
        <p:nvSpPr>
          <p:cNvPr id="15" name="c3-shape-15">
            <a:extLst xmlns:a="http://schemas.openxmlformats.org/drawingml/2006/main">
              <a:ext uri="{FF2B5EF4-FFF2-40B4-BE49-F238E27FC236}">
                <a16:creationId xmlns:a16="http://schemas.microsoft.com/office/drawing/2014/main" id="{5C3ACC10-AE92-44D2-A5BC-582E1BEF6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79248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6" name="c3-text-16">
            <a:extLst xmlns:a="http://schemas.openxmlformats.org/drawingml/2006/main">
              <a:ext uri="{FF2B5EF4-FFF2-40B4-BE49-F238E27FC236}">
                <a16:creationId xmlns:a16="http://schemas.microsoft.com/office/drawing/2014/main" id="{5E8E07E7-C5D8-4643-88E6-DE1F81BD1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86100"/>
            <a:ext cx="7696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AgentReply: speech_text, emotion, expression, gesture</a:t>
            </a:r>
          </a:p>
        </p:txBody>
      </p:sp>
      <p:sp>
        <p:nvSpPr>
          <p:cNvPr id="17" name="c3-text-17">
            <a:extLst xmlns:a="http://schemas.openxmlformats.org/drawingml/2006/main">
              <a:ext uri="{FF2B5EF4-FFF2-40B4-BE49-F238E27FC236}">
                <a16:creationId xmlns:a16="http://schemas.microsoft.com/office/drawing/2014/main" id="{E0DF3755-DB9F-4F0B-AF15-FED0AA290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7924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The reply travels back: the avatar speaks, moves and changes expression.</a:t>
            </a:r>
          </a:p>
        </p:txBody>
      </p:sp>
      <p:sp>
        <p:nvSpPr>
          <p:cNvPr id="18" name="c3-text-312">
            <a:extLst xmlns:a="http://schemas.openxmlformats.org/drawingml/2006/main">
              <a:ext uri="{FF2B5EF4-FFF2-40B4-BE49-F238E27FC236}">
                <a16:creationId xmlns:a16="http://schemas.microsoft.com/office/drawing/2014/main" id="{CBF9E894-85EB-442B-92C4-620923057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08173121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c3-text-18">
            <a:extLst xmlns:a="http://schemas.openxmlformats.org/drawingml/2006/main">
              <a:ext uri="{FF2B5EF4-FFF2-40B4-BE49-F238E27FC236}">
                <a16:creationId xmlns:a16="http://schemas.microsoft.com/office/drawing/2014/main" id="{A5CFB8BA-DD52-430F-8402-316DA8F81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9">
            <a:extLst xmlns:a="http://schemas.openxmlformats.org/drawingml/2006/main">
              <a:ext uri="{FF2B5EF4-FFF2-40B4-BE49-F238E27FC236}">
                <a16:creationId xmlns:a16="http://schemas.microsoft.com/office/drawing/2014/main" id="{6AF71EAF-6EA2-426F-AD80-484B97148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What Stays the Same</a:t>
            </a:r>
          </a:p>
        </p:txBody>
      </p:sp>
      <p:sp>
        <p:nvSpPr>
          <p:cNvPr id="3" name="c3-text-20">
            <a:extLst xmlns:a="http://schemas.openxmlformats.org/drawingml/2006/main">
              <a:ext uri="{FF2B5EF4-FFF2-40B4-BE49-F238E27FC236}">
                <a16:creationId xmlns:a16="http://schemas.microsoft.com/office/drawing/2014/main" id="{9EB41479-040D-4FC7-A0A4-74B1BF181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21">
            <a:extLst xmlns:a="http://schemas.openxmlformats.org/drawingml/2006/main">
              <a:ext uri="{FF2B5EF4-FFF2-40B4-BE49-F238E27FC236}">
                <a16:creationId xmlns:a16="http://schemas.microsoft.com/office/drawing/2014/main" id="{D54A50B8-6559-4C01-A705-593E362A8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2514600" cy="220980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22">
            <a:extLst xmlns:a="http://schemas.openxmlformats.org/drawingml/2006/main">
              <a:ext uri="{FF2B5EF4-FFF2-40B4-BE49-F238E27FC236}">
                <a16:creationId xmlns:a16="http://schemas.microsoft.com/office/drawing/2014/main" id="{6814186A-441D-4013-B5AE-567685396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23">
            <a:extLst xmlns:a="http://schemas.openxmlformats.org/drawingml/2006/main">
              <a:ext uri="{FF2B5EF4-FFF2-40B4-BE49-F238E27FC236}">
                <a16:creationId xmlns:a16="http://schemas.microsoft.com/office/drawing/2014/main" id="{564BBF33-EF0C-4AF2-9D6E-7D6C72F7D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764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Frontend</a:t>
            </a:r>
          </a:p>
        </p:txBody>
      </p:sp>
      <p:sp>
        <p:nvSpPr>
          <p:cNvPr id="7" name="c3-text-24">
            <a:extLst xmlns:a="http://schemas.openxmlformats.org/drawingml/2006/main">
              <a:ext uri="{FF2B5EF4-FFF2-40B4-BE49-F238E27FC236}">
                <a16:creationId xmlns:a16="http://schemas.microsoft.com/office/drawing/2014/main" id="{8E67C971-2900-43B2-811E-8A42AF528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19325"/>
            <a:ext cx="21336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Sends only text.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Plays the reply.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Unchanged.</a:t>
            </a:r>
          </a:p>
        </p:txBody>
      </p:sp>
      <p:sp>
        <p:nvSpPr>
          <p:cNvPr id="8" name="c3-shape-25">
            <a:extLst xmlns:a="http://schemas.openxmlformats.org/drawingml/2006/main">
              <a:ext uri="{FF2B5EF4-FFF2-40B4-BE49-F238E27FC236}">
                <a16:creationId xmlns:a16="http://schemas.microsoft.com/office/drawing/2014/main" id="{02B4D9D4-C8C9-4A0F-8F1D-D07E496D4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619250"/>
            <a:ext cx="2514600" cy="220980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26">
            <a:extLst xmlns:a="http://schemas.openxmlformats.org/drawingml/2006/main">
              <a:ext uri="{FF2B5EF4-FFF2-40B4-BE49-F238E27FC236}">
                <a16:creationId xmlns:a16="http://schemas.microsoft.com/office/drawing/2014/main" id="{30383FA3-2A10-4001-A9C4-2A881160D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27">
            <a:extLst xmlns:a="http://schemas.openxmlformats.org/drawingml/2006/main">
              <a:ext uri="{FF2B5EF4-FFF2-40B4-BE49-F238E27FC236}">
                <a16:creationId xmlns:a16="http://schemas.microsoft.com/office/drawing/2014/main" id="{50B968DC-E66F-431B-9079-5D274CACC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8764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Contract</a:t>
            </a:r>
          </a:p>
        </p:txBody>
      </p:sp>
      <p:sp>
        <p:nvSpPr>
          <p:cNvPr id="11" name="c3-text-28">
            <a:extLst xmlns:a="http://schemas.openxmlformats.org/drawingml/2006/main">
              <a:ext uri="{FF2B5EF4-FFF2-40B4-BE49-F238E27FC236}">
                <a16:creationId xmlns:a16="http://schemas.microsoft.com/office/drawing/2014/main" id="{2279F3E6-E49E-4706-AC33-FA34DD2AB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219325"/>
            <a:ext cx="21336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response(text)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→ AgentReply</a:t>
            </a:r>
          </a:p>
        </p:txBody>
      </p:sp>
      <p:sp>
        <p:nvSpPr>
          <p:cNvPr id="12" name="c3-shape-29">
            <a:extLst xmlns:a="http://schemas.openxmlformats.org/drawingml/2006/main">
              <a:ext uri="{FF2B5EF4-FFF2-40B4-BE49-F238E27FC236}">
                <a16:creationId xmlns:a16="http://schemas.microsoft.com/office/drawing/2014/main" id="{3DF2072B-CE01-48B4-B73B-F7B3F56FA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619250"/>
            <a:ext cx="2514600" cy="220980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shape-30">
            <a:extLst xmlns:a="http://schemas.openxmlformats.org/drawingml/2006/main">
              <a:ext uri="{FF2B5EF4-FFF2-40B4-BE49-F238E27FC236}">
                <a16:creationId xmlns:a16="http://schemas.microsoft.com/office/drawing/2014/main" id="{23DE5926-40EB-4FC3-AC2F-326CE1C26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4" name="c3-text-31">
            <a:extLst xmlns:a="http://schemas.openxmlformats.org/drawingml/2006/main">
              <a:ext uri="{FF2B5EF4-FFF2-40B4-BE49-F238E27FC236}">
                <a16:creationId xmlns:a16="http://schemas.microsoft.com/office/drawing/2014/main" id="{066D3D32-627B-4540-8795-CF83003B1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764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Server routes</a:t>
            </a:r>
          </a:p>
        </p:txBody>
      </p:sp>
      <p:sp>
        <p:nvSpPr>
          <p:cNvPr id="15" name="c3-text-32">
            <a:extLst xmlns:a="http://schemas.openxmlformats.org/drawingml/2006/main">
              <a:ext uri="{FF2B5EF4-FFF2-40B4-BE49-F238E27FC236}">
                <a16:creationId xmlns:a16="http://schemas.microsoft.com/office/drawing/2014/main" id="{530009D8-1090-465E-B4B4-9C2AD5104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19325"/>
            <a:ext cx="21336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/agent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/conversation/clear</a:t>
            </a:r>
          </a:p>
        </p:txBody>
      </p:sp>
      <p:sp>
        <p:nvSpPr>
          <p:cNvPr id="16" name="c3-shape-33">
            <a:extLst xmlns:a="http://schemas.openxmlformats.org/drawingml/2006/main">
              <a:ext uri="{FF2B5EF4-FFF2-40B4-BE49-F238E27FC236}">
                <a16:creationId xmlns:a16="http://schemas.microsoft.com/office/drawing/2014/main" id="{926F6C75-6113-455A-A9F4-F15E1F9F3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7" name="c3-text-34">
            <a:extLst xmlns:a="http://schemas.openxmlformats.org/drawingml/2006/main">
              <a:ext uri="{FF2B5EF4-FFF2-40B4-BE49-F238E27FC236}">
                <a16:creationId xmlns:a16="http://schemas.microsoft.com/office/drawing/2014/main" id="{202318CE-62D3-4FE0-9C4C-1E2023759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Memory is a backend decision: select another agent import.</a:t>
            </a:r>
          </a:p>
        </p:txBody>
      </p:sp>
      <p:sp>
        <p:nvSpPr>
          <p:cNvPr id="18" name="c3-text-313">
            <a:extLst xmlns:a="http://schemas.openxmlformats.org/drawingml/2006/main">
              <a:ext uri="{FF2B5EF4-FFF2-40B4-BE49-F238E27FC236}">
                <a16:creationId xmlns:a16="http://schemas.microsoft.com/office/drawing/2014/main" id="{CA254A1E-C66A-4BDE-AF7E-E8CA7E154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93486108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c3-text-35">
            <a:extLst xmlns:a="http://schemas.openxmlformats.org/drawingml/2006/main">
              <a:ext uri="{FF2B5EF4-FFF2-40B4-BE49-F238E27FC236}">
                <a16:creationId xmlns:a16="http://schemas.microsoft.com/office/drawing/2014/main" id="{2620A077-1E93-4E13-AC50-3E557B934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36">
            <a:extLst xmlns:a="http://schemas.openxmlformats.org/drawingml/2006/main">
              <a:ext uri="{FF2B5EF4-FFF2-40B4-BE49-F238E27FC236}">
                <a16:creationId xmlns:a16="http://schemas.microsoft.com/office/drawing/2014/main" id="{37B0AE96-6009-4CC5-8143-32CF69355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Graph Behind response() [1]</a:t>
            </a:r>
          </a:p>
        </p:txBody>
      </p:sp>
      <p:sp>
        <p:nvSpPr>
          <p:cNvPr id="3" name="c3-text-37">
            <a:extLst xmlns:a="http://schemas.openxmlformats.org/drawingml/2006/main">
              <a:ext uri="{FF2B5EF4-FFF2-40B4-BE49-F238E27FC236}">
                <a16:creationId xmlns:a16="http://schemas.microsoft.com/office/drawing/2014/main" id="{A5E931EB-3BDA-41F4-9D16-C12E35CA5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38">
            <a:extLst xmlns:a="http://schemas.openxmlformats.org/drawingml/2006/main">
              <a:ext uri="{FF2B5EF4-FFF2-40B4-BE49-F238E27FC236}">
                <a16:creationId xmlns:a16="http://schemas.microsoft.com/office/drawing/2014/main" id="{82B7AF84-E2FB-428C-A0F0-1948ECB28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4287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text-39">
            <a:extLst xmlns:a="http://schemas.openxmlformats.org/drawingml/2006/main">
              <a:ext uri="{FF2B5EF4-FFF2-40B4-BE49-F238E27FC236}">
                <a16:creationId xmlns:a16="http://schemas.microsoft.com/office/drawing/2014/main" id="{47F07162-DA0B-4DF7-8BA4-6F0EFEF30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52600"/>
            <a:ext cx="1200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START</a:t>
            </a:r>
          </a:p>
        </p:txBody>
      </p:sp>
      <p:sp>
        <p:nvSpPr>
          <p:cNvPr id="6" name="c3-shape-40">
            <a:extLst xmlns:a="http://schemas.openxmlformats.org/drawingml/2006/main">
              <a:ext uri="{FF2B5EF4-FFF2-40B4-BE49-F238E27FC236}">
                <a16:creationId xmlns:a16="http://schemas.microsoft.com/office/drawing/2014/main" id="{4C79CE02-0A8E-4BC6-833E-B42EF8CF8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1924050"/>
            <a:ext cx="26670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7" name="c3-shape-41">
            <a:extLst xmlns:a="http://schemas.openxmlformats.org/drawingml/2006/main">
              <a:ext uri="{FF2B5EF4-FFF2-40B4-BE49-F238E27FC236}">
                <a16:creationId xmlns:a16="http://schemas.microsoft.com/office/drawing/2014/main" id="{097BF319-6094-4FCE-A13A-E182A1FEB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5717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8" name="c3-text-42">
            <a:extLst xmlns:a="http://schemas.openxmlformats.org/drawingml/2006/main">
              <a:ext uri="{FF2B5EF4-FFF2-40B4-BE49-F238E27FC236}">
                <a16:creationId xmlns:a16="http://schemas.microsoft.com/office/drawing/2014/main" id="{2B54A2F6-6C7B-4AE9-9A8B-79F8F56D7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752600"/>
            <a:ext cx="2343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respond</a:t>
            </a:r>
          </a:p>
        </p:txBody>
      </p:sp>
      <p:sp>
        <p:nvSpPr>
          <p:cNvPr id="9" name="c3-shape-43">
            <a:extLst xmlns:a="http://schemas.openxmlformats.org/drawingml/2006/main">
              <a:ext uri="{FF2B5EF4-FFF2-40B4-BE49-F238E27FC236}">
                <a16:creationId xmlns:a16="http://schemas.microsoft.com/office/drawing/2014/main" id="{6407B951-60D4-43B2-B9D5-8511BAA47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924050"/>
            <a:ext cx="26670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shape-44">
            <a:extLst xmlns:a="http://schemas.openxmlformats.org/drawingml/2006/main">
              <a:ext uri="{FF2B5EF4-FFF2-40B4-BE49-F238E27FC236}">
                <a16:creationId xmlns:a16="http://schemas.microsoft.com/office/drawing/2014/main" id="{5A3B33FD-34A6-467E-84EC-A32F6A1EC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1676400"/>
            <a:ext cx="14287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1" name="c3-text-45">
            <a:extLst xmlns:a="http://schemas.openxmlformats.org/drawingml/2006/main">
              <a:ext uri="{FF2B5EF4-FFF2-40B4-BE49-F238E27FC236}">
                <a16:creationId xmlns:a16="http://schemas.microsoft.com/office/drawing/2014/main" id="{43346A2F-11B6-4FC9-9087-3115AC2D1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1752600"/>
            <a:ext cx="1200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END</a:t>
            </a:r>
          </a:p>
        </p:txBody>
      </p:sp>
      <p:sp>
        <p:nvSpPr>
          <p:cNvPr id="12" name="c3-shape-46">
            <a:extLst xmlns:a="http://schemas.openxmlformats.org/drawingml/2006/main">
              <a:ext uri="{FF2B5EF4-FFF2-40B4-BE49-F238E27FC236}">
                <a16:creationId xmlns:a16="http://schemas.microsoft.com/office/drawing/2014/main" id="{5316E6AE-BBDA-409B-B098-FF2E03E2C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6572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3" name="c3-text-47">
            <a:extLst xmlns:a="http://schemas.openxmlformats.org/drawingml/2006/main">
              <a:ext uri="{FF2B5EF4-FFF2-40B4-BE49-F238E27FC236}">
                <a16:creationId xmlns:a16="http://schemas.microsoft.com/office/drawing/2014/main" id="{D8F4C495-2A04-47E7-BCAC-83CE205B0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38450"/>
            <a:ext cx="6343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InMemorySaver checkpointer · thread_id = "avatar"</a:t>
            </a:r>
          </a:p>
        </p:txBody>
      </p:sp>
      <p:sp>
        <p:nvSpPr>
          <p:cNvPr id="14" name="c3-text-48">
            <a:extLst xmlns:a="http://schemas.openxmlformats.org/drawingml/2006/main">
              <a:ext uri="{FF2B5EF4-FFF2-40B4-BE49-F238E27FC236}">
                <a16:creationId xmlns:a16="http://schemas.microsoft.com/office/drawing/2014/main" id="{475A2CBD-B8D5-402C-9AC9-BF77AB268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7924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respond: prompt template + recent messages → ModelReply</a:t>
            </a:r>
          </a:p>
        </p:txBody>
      </p:sp>
      <p:sp>
        <p:nvSpPr>
          <p:cNvPr id="15" name="c3-text-314">
            <a:extLst xmlns:a="http://schemas.openxmlformats.org/drawingml/2006/main">
              <a:ext uri="{FF2B5EF4-FFF2-40B4-BE49-F238E27FC236}">
                <a16:creationId xmlns:a16="http://schemas.microsoft.com/office/drawing/2014/main" id="{E06CD558-3288-458A-81EB-6D3CB200A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17429723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c3-text-49">
            <a:extLst xmlns:a="http://schemas.openxmlformats.org/drawingml/2006/main">
              <a:ext uri="{FF2B5EF4-FFF2-40B4-BE49-F238E27FC236}">
                <a16:creationId xmlns:a16="http://schemas.microsoft.com/office/drawing/2014/main" id="{6B279CBC-EE8E-45EC-89D0-D73341710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50">
            <a:extLst xmlns:a="http://schemas.openxmlformats.org/drawingml/2006/main">
              <a:ext uri="{FF2B5EF4-FFF2-40B4-BE49-F238E27FC236}">
                <a16:creationId xmlns:a16="http://schemas.microsoft.com/office/drawing/2014/main" id="{DB3C4F61-6823-415B-AEBA-AFA9CA179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State: Messages and Reply [2]</a:t>
            </a:r>
          </a:p>
        </p:txBody>
      </p:sp>
      <p:sp>
        <p:nvSpPr>
          <p:cNvPr id="3" name="c3-text-51">
            <a:extLst xmlns:a="http://schemas.openxmlformats.org/drawingml/2006/main">
              <a:ext uri="{FF2B5EF4-FFF2-40B4-BE49-F238E27FC236}">
                <a16:creationId xmlns:a16="http://schemas.microsoft.com/office/drawing/2014/main" id="{971FB935-1820-4D76-B806-6E21B0221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52">
            <a:extLst xmlns:a="http://schemas.openxmlformats.org/drawingml/2006/main">
              <a:ext uri="{FF2B5EF4-FFF2-40B4-BE49-F238E27FC236}">
                <a16:creationId xmlns:a16="http://schemas.microsoft.com/office/drawing/2014/main" id="{C6176972-C3C6-4105-88BD-C7BC626EB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79248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5" name="c3-text-53">
            <a:extLst xmlns:a="http://schemas.openxmlformats.org/drawingml/2006/main">
              <a:ext uri="{FF2B5EF4-FFF2-40B4-BE49-F238E27FC236}">
                <a16:creationId xmlns:a16="http://schemas.microsoft.com/office/drawing/2014/main" id="{8483CE40-FADC-4CC6-BD7A-3C33EFDEC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57350"/>
            <a:ext cx="7581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class</a:t>
            </a:r>
            <a:r>
              <a:rPr sz="18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0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AvatarState</a:t>
            </a:r>
            <a:r>
              <a:rPr sz="18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(MessagesState):</a:t>
            </a:r>
          </a:p>
          <a:p xmlns:a="http://schemas.openxmlformats.org/drawingml/2006/main">
            <a:pPr>
              <a:defRPr sz="18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reply: dict</a:t>
            </a:r>
          </a:p>
        </p:txBody>
      </p:sp>
      <p:sp>
        <p:nvSpPr>
          <p:cNvPr id="6" name="c3-shape-54">
            <a:extLst xmlns:a="http://schemas.openxmlformats.org/drawingml/2006/main">
              <a:ext uri="{FF2B5EF4-FFF2-40B4-BE49-F238E27FC236}">
                <a16:creationId xmlns:a16="http://schemas.microsoft.com/office/drawing/2014/main" id="{8E7BA54C-4F19-45C6-BD0E-4EF5CC2E4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3771900" cy="1333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7" name="c3-shape-55">
            <a:extLst xmlns:a="http://schemas.openxmlformats.org/drawingml/2006/main">
              <a:ext uri="{FF2B5EF4-FFF2-40B4-BE49-F238E27FC236}">
                <a16:creationId xmlns:a16="http://schemas.microsoft.com/office/drawing/2014/main" id="{D71B4808-0B80-4714-8C40-5214A8967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8" name="c3-text-56">
            <a:extLst xmlns:a="http://schemas.openxmlformats.org/drawingml/2006/main">
              <a:ext uri="{FF2B5EF4-FFF2-40B4-BE49-F238E27FC236}">
                <a16:creationId xmlns:a16="http://schemas.microsoft.com/office/drawing/2014/main" id="{4DF4D5C8-9E69-427F-9AFA-B5B2D9E2E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3847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messages</a:t>
            </a:r>
          </a:p>
        </p:txBody>
      </p:sp>
      <p:sp>
        <p:nvSpPr>
          <p:cNvPr id="9" name="c3-text-57">
            <a:extLst xmlns:a="http://schemas.openxmlformats.org/drawingml/2006/main">
              <a:ext uri="{FF2B5EF4-FFF2-40B4-BE49-F238E27FC236}">
                <a16:creationId xmlns:a16="http://schemas.microsoft.com/office/drawing/2014/main" id="{EC2C0CDB-E249-4E72-97F4-0370C6FE0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81375"/>
            <a:ext cx="3390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conversation, appended by the reducer.</a:t>
            </a:r>
          </a:p>
          <a:p xmlns:a="http://schemas.openxmlformats.org/drawingml/2006/main">
            <a:pPr>
              <a:defRPr sz="15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Only the spoken text is stored.</a:t>
            </a:r>
          </a:p>
        </p:txBody>
      </p:sp>
      <p:sp>
        <p:nvSpPr>
          <p:cNvPr id="10" name="c3-shape-58">
            <a:extLst xmlns:a="http://schemas.openxmlformats.org/drawingml/2006/main">
              <a:ext uri="{FF2B5EF4-FFF2-40B4-BE49-F238E27FC236}">
                <a16:creationId xmlns:a16="http://schemas.microsoft.com/office/drawing/2014/main" id="{8362043C-F15B-401E-9352-386864946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81300"/>
            <a:ext cx="3771900" cy="1333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1" name="c3-shape-59">
            <a:extLst xmlns:a="http://schemas.openxmlformats.org/drawingml/2006/main">
              <a:ext uri="{FF2B5EF4-FFF2-40B4-BE49-F238E27FC236}">
                <a16:creationId xmlns:a16="http://schemas.microsoft.com/office/drawing/2014/main" id="{5D3B69F3-F796-4559-B9E9-181DD34F2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9432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2" name="c3-text-60">
            <a:extLst xmlns:a="http://schemas.openxmlformats.org/drawingml/2006/main">
              <a:ext uri="{FF2B5EF4-FFF2-40B4-BE49-F238E27FC236}">
                <a16:creationId xmlns:a16="http://schemas.microsoft.com/office/drawing/2014/main" id="{0CBB088F-D5F1-493E-909D-77E733397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03847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reply</a:t>
            </a:r>
          </a:p>
        </p:txBody>
      </p:sp>
      <p:sp>
        <p:nvSpPr>
          <p:cNvPr id="13" name="c3-text-61">
            <a:extLst xmlns:a="http://schemas.openxmlformats.org/drawingml/2006/main">
              <a:ext uri="{FF2B5EF4-FFF2-40B4-BE49-F238E27FC236}">
                <a16:creationId xmlns:a16="http://schemas.microsoft.com/office/drawing/2014/main" id="{33BD8CA1-04E3-4021-83F4-844E65A19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381375"/>
            <a:ext cx="3390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latest ModelReply for the avatar:</a:t>
            </a:r>
          </a:p>
          <a:p xmlns:a="http://schemas.openxmlformats.org/drawingml/2006/main">
            <a:pPr>
              <a:defRPr sz="15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emotion, expression, gesture.</a:t>
            </a:r>
          </a:p>
        </p:txBody>
      </p:sp>
      <p:sp>
        <p:nvSpPr>
          <p:cNvPr id="14" name="c3-text-315">
            <a:extLst xmlns:a="http://schemas.openxmlformats.org/drawingml/2006/main">
              <a:ext uri="{FF2B5EF4-FFF2-40B4-BE49-F238E27FC236}">
                <a16:creationId xmlns:a16="http://schemas.microsoft.com/office/drawing/2014/main" id="{7A7BFBE1-2EB6-447A-9FC4-C478900E6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28707198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3-text-62">
            <a:extLst xmlns:a="http://schemas.openxmlformats.org/drawingml/2006/main">
              <a:ext uri="{FF2B5EF4-FFF2-40B4-BE49-F238E27FC236}">
                <a16:creationId xmlns:a16="http://schemas.microsoft.com/office/drawing/2014/main" id="{DE8A1B48-2BF3-43EF-8AA5-3C3A4A8BF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63">
            <a:extLst xmlns:a="http://schemas.openxmlformats.org/drawingml/2006/main">
              <a:ext uri="{FF2B5EF4-FFF2-40B4-BE49-F238E27FC236}">
                <a16:creationId xmlns:a16="http://schemas.microsoft.com/office/drawing/2014/main" id="{E2FD34FF-83FD-41F8-AC2F-6CABB8C43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Prompt Templates and Message History [3]</a:t>
            </a:r>
          </a:p>
        </p:txBody>
      </p:sp>
      <p:sp>
        <p:nvSpPr>
          <p:cNvPr id="3" name="c3-text-64">
            <a:extLst xmlns:a="http://schemas.openxmlformats.org/drawingml/2006/main">
              <a:ext uri="{FF2B5EF4-FFF2-40B4-BE49-F238E27FC236}">
                <a16:creationId xmlns:a16="http://schemas.microsoft.com/office/drawing/2014/main" id="{196DF3EF-DD0A-4536-A75F-E6533FCDD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65">
            <a:extLst xmlns:a="http://schemas.openxmlformats.org/drawingml/2006/main">
              <a:ext uri="{FF2B5EF4-FFF2-40B4-BE49-F238E27FC236}">
                <a16:creationId xmlns:a16="http://schemas.microsoft.com/office/drawing/2014/main" id="{2246605D-C555-428E-8746-238DE4AB7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792480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5" name="c3-text-66">
            <a:extLst xmlns:a="http://schemas.openxmlformats.org/drawingml/2006/main">
              <a:ext uri="{FF2B5EF4-FFF2-40B4-BE49-F238E27FC236}">
                <a16:creationId xmlns:a16="http://schemas.microsoft.com/office/drawing/2014/main" id="{6D540675-F29E-4BF7-A3FA-D087F5F5D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57350"/>
            <a:ext cx="75819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prompt = ChatPromptTemplate.</a:t>
            </a:r>
            <a:r>
              <a:rPr sz="150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from_messages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([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SystemMessagePromptTemplate.</a:t>
            </a:r>
            <a:r>
              <a:rPr sz="150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from_template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50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"You are a virtual human. Time: {current_time}."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),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50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MessagesPlaceholder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50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"messages"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),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])</a:t>
            </a:r>
          </a:p>
        </p:txBody>
      </p:sp>
      <p:sp>
        <p:nvSpPr>
          <p:cNvPr id="6" name="c3-text-67">
            <a:extLst xmlns:a="http://schemas.openxmlformats.org/drawingml/2006/main">
              <a:ext uri="{FF2B5EF4-FFF2-40B4-BE49-F238E27FC236}">
                <a16:creationId xmlns:a16="http://schemas.microsoft.com/office/drawing/2014/main" id="{05422348-7445-43EA-BBAC-530CAC3AB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7924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system template fills variables. The placeholder keeps message roles.</a:t>
            </a:r>
          </a:p>
        </p:txBody>
      </p:sp>
      <p:sp>
        <p:nvSpPr>
          <p:cNvPr id="7" name="c3-text-316">
            <a:extLst xmlns:a="http://schemas.openxmlformats.org/drawingml/2006/main">
              <a:ext uri="{FF2B5EF4-FFF2-40B4-BE49-F238E27FC236}">
                <a16:creationId xmlns:a16="http://schemas.microsoft.com/office/drawing/2014/main" id="{0711E7D5-42FC-4B2E-BEF8-06ECD44F7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99292543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68">
            <a:extLst xmlns:a="http://schemas.openxmlformats.org/drawingml/2006/main">
              <a:ext uri="{FF2B5EF4-FFF2-40B4-BE49-F238E27FC236}">
                <a16:creationId xmlns:a16="http://schemas.microsoft.com/office/drawing/2014/main" id="{D5CFBC35-DD51-4526-B922-0780EEA5C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69">
            <a:extLst xmlns:a="http://schemas.openxmlformats.org/drawingml/2006/main">
              <a:ext uri="{FF2B5EF4-FFF2-40B4-BE49-F238E27FC236}">
                <a16:creationId xmlns:a16="http://schemas.microsoft.com/office/drawing/2014/main" id="{D56A4D57-8634-43B8-906D-0554FB1BC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respond Node [2]</a:t>
            </a:r>
          </a:p>
        </p:txBody>
      </p:sp>
      <p:sp>
        <p:nvSpPr>
          <p:cNvPr id="3" name="c3-text-70">
            <a:extLst xmlns:a="http://schemas.openxmlformats.org/drawingml/2006/main">
              <a:ext uri="{FF2B5EF4-FFF2-40B4-BE49-F238E27FC236}">
                <a16:creationId xmlns:a16="http://schemas.microsoft.com/office/drawing/2014/main" id="{8775264E-0DDA-4ECD-8666-071FFD7A6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71">
            <a:extLst xmlns:a="http://schemas.openxmlformats.org/drawingml/2006/main">
              <a:ext uri="{FF2B5EF4-FFF2-40B4-BE49-F238E27FC236}">
                <a16:creationId xmlns:a16="http://schemas.microsoft.com/office/drawing/2014/main" id="{53C12AA4-30FC-443A-86B8-FA40B0853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7924800" cy="236220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5" name="c3-text-72">
            <a:extLst xmlns:a="http://schemas.openxmlformats.org/drawingml/2006/main">
              <a:ext uri="{FF2B5EF4-FFF2-40B4-BE49-F238E27FC236}">
                <a16:creationId xmlns:a16="http://schemas.microsoft.com/office/drawing/2014/main" id="{7E6D0A7B-2191-4B86-B966-29132A203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57350"/>
            <a:ext cx="75819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def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3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respond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(state: AvatarState):</a:t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answer = structured_client.</a:t>
            </a:r>
            <a:r>
              <a:rPr sz="13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invoke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    prompt.</a:t>
            </a:r>
            <a:r>
              <a:rPr sz="13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format_messages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        current_time=current_time,</a:t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        messages=state[</a:t>
            </a:r>
            <a:r>
              <a:rPr sz="135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"messages"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][-</a:t>
            </a:r>
            <a:r>
              <a:rPr sz="135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MAX_MESSAGES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:]))</a:t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350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{</a:t>
            </a:r>
            <a:r>
              <a:rPr sz="135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"messages"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[</a:t>
            </a:r>
            <a:r>
              <a:rPr sz="13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AIMessage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(answer.speech_text)],</a:t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        </a:t>
            </a:r>
            <a:r>
              <a:rPr sz="135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"reply"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answer.</a:t>
            </a:r>
            <a:r>
              <a:rPr sz="13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model_dump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()}</a:t>
            </a:r>
          </a:p>
        </p:txBody>
      </p:sp>
      <p:sp>
        <p:nvSpPr>
          <p:cNvPr id="6" name="c3-shape-73">
            <a:extLst xmlns:a="http://schemas.openxmlformats.org/drawingml/2006/main">
              <a:ext uri="{FF2B5EF4-FFF2-40B4-BE49-F238E27FC236}">
                <a16:creationId xmlns:a16="http://schemas.microsoft.com/office/drawing/2014/main" id="{3B5E70DF-2E6E-4162-86BA-8A18C31FD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7" name="c3-text-74">
            <a:extLst xmlns:a="http://schemas.openxmlformats.org/drawingml/2006/main">
              <a:ext uri="{FF2B5EF4-FFF2-40B4-BE49-F238E27FC236}">
                <a16:creationId xmlns:a16="http://schemas.microsoft.com/office/drawing/2014/main" id="{8517AD84-BC85-4B5A-93F7-5A8FEB68C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Structured output from Module 1 + rolling buffer from Chapter 02.</a:t>
            </a:r>
          </a:p>
        </p:txBody>
      </p:sp>
      <p:sp>
        <p:nvSpPr>
          <p:cNvPr id="8" name="c3-text-317">
            <a:extLst xmlns:a="http://schemas.openxmlformats.org/drawingml/2006/main">
              <a:ext uri="{FF2B5EF4-FFF2-40B4-BE49-F238E27FC236}">
                <a16:creationId xmlns:a16="http://schemas.microsoft.com/office/drawing/2014/main" id="{FAD849A0-B84D-49DB-9DB3-133060B0B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0638676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75">
            <a:extLst xmlns:a="http://schemas.openxmlformats.org/drawingml/2006/main">
              <a:ext uri="{FF2B5EF4-FFF2-40B4-BE49-F238E27FC236}">
                <a16:creationId xmlns:a16="http://schemas.microsoft.com/office/drawing/2014/main" id="{6900D5C0-3E59-4A06-B95E-79E81B9C2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76">
            <a:extLst xmlns:a="http://schemas.openxmlformats.org/drawingml/2006/main">
              <a:ext uri="{FF2B5EF4-FFF2-40B4-BE49-F238E27FC236}">
                <a16:creationId xmlns:a16="http://schemas.microsoft.com/office/drawing/2014/main" id="{1E6F8A18-C2B0-41A8-9349-81DCBE11D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Thread Lives in the Backend [1]</a:t>
            </a:r>
          </a:p>
        </p:txBody>
      </p:sp>
      <p:sp>
        <p:nvSpPr>
          <p:cNvPr id="3" name="c3-text-77">
            <a:extLst xmlns:a="http://schemas.openxmlformats.org/drawingml/2006/main">
              <a:ext uri="{FF2B5EF4-FFF2-40B4-BE49-F238E27FC236}">
                <a16:creationId xmlns:a16="http://schemas.microsoft.com/office/drawing/2014/main" id="{91699634-40E0-4E84-BD31-E0771BC53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78">
            <a:extLst xmlns:a="http://schemas.openxmlformats.org/drawingml/2006/main">
              <a:ext uri="{FF2B5EF4-FFF2-40B4-BE49-F238E27FC236}">
                <a16:creationId xmlns:a16="http://schemas.microsoft.com/office/drawing/2014/main" id="{0D2FF462-FA92-4508-B024-452C2CD9F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792480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5" name="c3-text-79">
            <a:extLst xmlns:a="http://schemas.openxmlformats.org/drawingml/2006/main">
              <a:ext uri="{FF2B5EF4-FFF2-40B4-BE49-F238E27FC236}">
                <a16:creationId xmlns:a16="http://schemas.microsoft.com/office/drawing/2014/main" id="{C7BECBA2-2D28-45DB-9AFB-D0C367045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57350"/>
            <a:ext cx="758190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THREAD_ID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= 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"avatar"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config = {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"configurable"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{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"thread_id"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</a:t>
            </a:r>
            <a:r>
              <a:rPr sz="1425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THREAD_ID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}}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def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response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(text: str) -&gt; AgentReply: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result = graph.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invoke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({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"messages"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[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HumanMessage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(text)]}, config)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425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AgentReply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(**result[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"reply"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])</a:t>
            </a:r>
          </a:p>
        </p:txBody>
      </p:sp>
      <p:sp>
        <p:nvSpPr>
          <p:cNvPr id="6" name="c3-shape-80">
            <a:extLst xmlns:a="http://schemas.openxmlformats.org/drawingml/2006/main">
              <a:ext uri="{FF2B5EF4-FFF2-40B4-BE49-F238E27FC236}">
                <a16:creationId xmlns:a16="http://schemas.microsoft.com/office/drawing/2014/main" id="{DE86F926-82E8-4A8C-82B4-D2083A222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7" name="c3-text-81">
            <a:extLst xmlns:a="http://schemas.openxmlformats.org/drawingml/2006/main">
              <a:ext uri="{FF2B5EF4-FFF2-40B4-BE49-F238E27FC236}">
                <a16:creationId xmlns:a16="http://schemas.microsoft.com/office/drawing/2014/main" id="{752DB2D8-D1CC-438C-BDDA-C35EFBA72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browser sends only text; every request continues the same thread.</a:t>
            </a:r>
          </a:p>
        </p:txBody>
      </p:sp>
      <p:sp>
        <p:nvSpPr>
          <p:cNvPr id="8" name="c3-text-318">
            <a:extLst xmlns:a="http://schemas.openxmlformats.org/drawingml/2006/main">
              <a:ext uri="{FF2B5EF4-FFF2-40B4-BE49-F238E27FC236}">
                <a16:creationId xmlns:a16="http://schemas.microsoft.com/office/drawing/2014/main" id="{7960A387-E96B-4954-8FF3-E0A52B71D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46935475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c3-text-82">
            <a:extLst xmlns:a="http://schemas.openxmlformats.org/drawingml/2006/main">
              <a:ext uri="{FF2B5EF4-FFF2-40B4-BE49-F238E27FC236}">
                <a16:creationId xmlns:a16="http://schemas.microsoft.com/office/drawing/2014/main" id="{F5B042FC-89C7-42A2-B408-04772A9EB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83">
            <a:extLst xmlns:a="http://schemas.openxmlformats.org/drawingml/2006/main">
              <a:ext uri="{FF2B5EF4-FFF2-40B4-BE49-F238E27FC236}">
                <a16:creationId xmlns:a16="http://schemas.microsoft.com/office/drawing/2014/main" id="{ACF0ADF8-F0E1-4D58-9BB8-860BE6710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Clear Conversation [1]</a:t>
            </a:r>
          </a:p>
        </p:txBody>
      </p:sp>
      <p:sp>
        <p:nvSpPr>
          <p:cNvPr id="3" name="c3-text-84">
            <a:extLst xmlns:a="http://schemas.openxmlformats.org/drawingml/2006/main">
              <a:ext uri="{FF2B5EF4-FFF2-40B4-BE49-F238E27FC236}">
                <a16:creationId xmlns:a16="http://schemas.microsoft.com/office/drawing/2014/main" id="{BE9285C5-0319-4731-A97D-1BEDA9F1A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85">
            <a:extLst xmlns:a="http://schemas.openxmlformats.org/drawingml/2006/main">
              <a:ext uri="{FF2B5EF4-FFF2-40B4-BE49-F238E27FC236}">
                <a16:creationId xmlns:a16="http://schemas.microsoft.com/office/drawing/2014/main" id="{C8C0D493-762D-4C81-8324-5676DB872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9621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5" name="c3-text-86">
            <a:extLst xmlns:a="http://schemas.openxmlformats.org/drawingml/2006/main">
              <a:ext uri="{FF2B5EF4-FFF2-40B4-BE49-F238E27FC236}">
                <a16:creationId xmlns:a16="http://schemas.microsoft.com/office/drawing/2014/main" id="{526D1C31-25CD-4B8D-B956-2D0137FFA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5260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Clear button</a:t>
            </a:r>
          </a:p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(browser)</a:t>
            </a:r>
          </a:p>
        </p:txBody>
      </p:sp>
      <p:sp>
        <p:nvSpPr>
          <p:cNvPr id="6" name="c3-shape-87">
            <a:extLst xmlns:a="http://schemas.openxmlformats.org/drawingml/2006/main">
              <a:ext uri="{FF2B5EF4-FFF2-40B4-BE49-F238E27FC236}">
                <a16:creationId xmlns:a16="http://schemas.microsoft.com/office/drawing/2014/main" id="{BD0C00E9-3E3A-40AB-A107-63C1DDEEE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019300"/>
            <a:ext cx="9525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7" name="c3-shape-88">
            <a:extLst xmlns:a="http://schemas.openxmlformats.org/drawingml/2006/main">
              <a:ext uri="{FF2B5EF4-FFF2-40B4-BE49-F238E27FC236}">
                <a16:creationId xmlns:a16="http://schemas.microsoft.com/office/drawing/2014/main" id="{42C0AA22-EAF2-4384-83A6-2913DDC60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676400"/>
            <a:ext cx="19621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8" name="c3-text-89">
            <a:extLst xmlns:a="http://schemas.openxmlformats.org/drawingml/2006/main">
              <a:ext uri="{FF2B5EF4-FFF2-40B4-BE49-F238E27FC236}">
                <a16:creationId xmlns:a16="http://schemas.microsoft.com/office/drawing/2014/main" id="{60AFE824-DBA4-4408-97DE-88154CB19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75260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/conversation/clear</a:t>
            </a:r>
          </a:p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(server)</a:t>
            </a:r>
          </a:p>
        </p:txBody>
      </p:sp>
      <p:sp>
        <p:nvSpPr>
          <p:cNvPr id="9" name="c3-shape-90">
            <a:extLst xmlns:a="http://schemas.openxmlformats.org/drawingml/2006/main">
              <a:ext uri="{FF2B5EF4-FFF2-40B4-BE49-F238E27FC236}">
                <a16:creationId xmlns:a16="http://schemas.microsoft.com/office/drawing/2014/main" id="{FE166FB8-FF5A-4F55-9A0F-85F475526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019300"/>
            <a:ext cx="9525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shape-91">
            <a:extLst xmlns:a="http://schemas.openxmlformats.org/drawingml/2006/main">
              <a:ext uri="{FF2B5EF4-FFF2-40B4-BE49-F238E27FC236}">
                <a16:creationId xmlns:a16="http://schemas.microsoft.com/office/drawing/2014/main" id="{019BEA17-188E-48F4-91BF-C57486550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676400"/>
            <a:ext cx="19621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1" name="c3-text-92">
            <a:extLst xmlns:a="http://schemas.openxmlformats.org/drawingml/2006/main">
              <a:ext uri="{FF2B5EF4-FFF2-40B4-BE49-F238E27FC236}">
                <a16:creationId xmlns:a16="http://schemas.microsoft.com/office/drawing/2014/main" id="{BC9FE08D-3AF3-46EC-9E9F-018C81CEC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75260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clear_conversation()</a:t>
            </a:r>
          </a:p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(agent)</a:t>
            </a:r>
          </a:p>
        </p:txBody>
      </p:sp>
      <p:sp>
        <p:nvSpPr>
          <p:cNvPr id="12" name="c3-shape-93">
            <a:extLst xmlns:a="http://schemas.openxmlformats.org/drawingml/2006/main">
              <a:ext uri="{FF2B5EF4-FFF2-40B4-BE49-F238E27FC236}">
                <a16:creationId xmlns:a16="http://schemas.microsoft.com/office/drawing/2014/main" id="{82E484D4-7324-4460-8AE5-5A8DA7CAD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19400"/>
            <a:ext cx="79248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13" name="c3-text-94">
            <a:extLst xmlns:a="http://schemas.openxmlformats.org/drawingml/2006/main">
              <a:ext uri="{FF2B5EF4-FFF2-40B4-BE49-F238E27FC236}">
                <a16:creationId xmlns:a16="http://schemas.microsoft.com/office/drawing/2014/main" id="{B0E13D67-D6E9-4048-9E8F-A9529CAC2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52750"/>
            <a:ext cx="758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def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57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clear_conversation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():</a:t>
            </a:r>
          </a:p>
          <a:p xmlns:a="http://schemas.openxmlformats.org/drawingml/2006/main">
            <a:pPr>
              <a:defRPr sz="157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checkpointer.</a:t>
            </a:r>
            <a:r>
              <a:rPr sz="157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delete_thread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575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THREAD_ID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</a:t>
            </a:r>
          </a:p>
        </p:txBody>
      </p:sp>
      <p:sp>
        <p:nvSpPr>
          <p:cNvPr id="14" name="c3-text-95">
            <a:extLst xmlns:a="http://schemas.openxmlformats.org/drawingml/2006/main">
              <a:ext uri="{FF2B5EF4-FFF2-40B4-BE49-F238E27FC236}">
                <a16:creationId xmlns:a16="http://schemas.microsoft.com/office/drawing/2014/main" id="{F154277D-9AAF-4556-8785-785A33AD0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7924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The next message starts an empty conversation.</a:t>
            </a:r>
          </a:p>
        </p:txBody>
      </p:sp>
      <p:sp>
        <p:nvSpPr>
          <p:cNvPr id="15" name="c3-text-319">
            <a:extLst xmlns:a="http://schemas.openxmlformats.org/drawingml/2006/main">
              <a:ext uri="{FF2B5EF4-FFF2-40B4-BE49-F238E27FC236}">
                <a16:creationId xmlns:a16="http://schemas.microsoft.com/office/drawing/2014/main" id="{015435AD-2CCC-4B46-9BD1-768D86B47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70291872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3-text-96">
            <a:extLst xmlns:a="http://schemas.openxmlformats.org/drawingml/2006/main">
              <a:ext uri="{FF2B5EF4-FFF2-40B4-BE49-F238E27FC236}">
                <a16:creationId xmlns:a16="http://schemas.microsoft.com/office/drawing/2014/main" id="{EDA88D13-8183-4225-8467-302ED6F3C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97">
            <a:extLst xmlns:a="http://schemas.openxmlformats.org/drawingml/2006/main">
              <a:ext uri="{FF2B5EF4-FFF2-40B4-BE49-F238E27FC236}">
                <a16:creationId xmlns:a16="http://schemas.microsoft.com/office/drawing/2014/main" id="{076C5FC5-11DB-4098-B8BD-6F085A3AA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Together: Clear Memory through the API</a:t>
            </a:r>
          </a:p>
        </p:txBody>
      </p:sp>
      <p:sp>
        <p:nvSpPr>
          <p:cNvPr id="3" name="c3-text-98">
            <a:extLst xmlns:a="http://schemas.openxmlformats.org/drawingml/2006/main">
              <a:ext uri="{FF2B5EF4-FFF2-40B4-BE49-F238E27FC236}">
                <a16:creationId xmlns:a16="http://schemas.microsoft.com/office/drawing/2014/main" id="{2C59CA4D-B702-4DEC-8065-0C64384EC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99">
            <a:extLst xmlns:a="http://schemas.openxmlformats.org/drawingml/2006/main">
              <a:ext uri="{FF2B5EF4-FFF2-40B4-BE49-F238E27FC236}">
                <a16:creationId xmlns:a16="http://schemas.microsoft.com/office/drawing/2014/main" id="{60B220C0-F0C3-4036-8B51-FCDA69E91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7924800" cy="2428875"/>
          </a:xfrm>
          <a:prstGeom xmlns:a="http://schemas.openxmlformats.org/drawingml/2006/main" prst="roundRect">
            <a:avLst>
              <a:gd name="adj" fmla="val 3137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5" name="c3-text-100">
            <a:extLst xmlns:a="http://schemas.openxmlformats.org/drawingml/2006/main">
              <a:ext uri="{FF2B5EF4-FFF2-40B4-BE49-F238E27FC236}">
                <a16:creationId xmlns:a16="http://schemas.microsoft.com/office/drawing/2014/main" id="{51D185C7-70DB-4184-8295-8163F0A0A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57350"/>
            <a:ext cx="7581900" cy="2162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@app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post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"/conversation/clear"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def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clear_conversation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():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selected_agent = sys.modules[response.__module__]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clear_agent_memory = 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getattr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    selected_agent, 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"clear_conversation"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425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None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425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if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callable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(clear_agent_memory):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clear_agent_memory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()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425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{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"status"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"ok"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6" name="c3-text-101">
            <a:hlinkClick xmlns:r="http://schemas.openxmlformats.org/officeDocument/2006/relationships" xmlns:a="http://schemas.openxmlformats.org/drawingml/2006/main" r:id="Rd89c74499c7f4e3c"/>
            <a:extLst xmlns:a="http://schemas.openxmlformats.org/drawingml/2006/main">
              <a:ext uri="{FF2B5EF4-FFF2-40B4-BE49-F238E27FC236}">
                <a16:creationId xmlns:a16="http://schemas.microsoft.com/office/drawing/2014/main" id="{67FFF181-A434-42C0-A4AE-CF1A57C84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95775"/>
            <a:ext cx="792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75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Guided exercise: agent hook, server route and browser test</a:t>
            </a:r>
          </a:p>
        </p:txBody>
      </p:sp>
      <p:sp>
        <p:nvSpPr>
          <p:cNvPr id="7" name="c3-text-320">
            <a:extLst xmlns:a="http://schemas.openxmlformats.org/drawingml/2006/main">
              <a:ext uri="{FF2B5EF4-FFF2-40B4-BE49-F238E27FC236}">
                <a16:creationId xmlns:a16="http://schemas.microsoft.com/office/drawing/2014/main" id="{7A488D1F-F8C1-4B93-9AA0-380BEBFE5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00451099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c3-text-102">
            <a:extLst xmlns:a="http://schemas.openxmlformats.org/drawingml/2006/main">
              <a:ext uri="{FF2B5EF4-FFF2-40B4-BE49-F238E27FC236}">
                <a16:creationId xmlns:a16="http://schemas.microsoft.com/office/drawing/2014/main" id="{A6B912F8-2854-4C86-B328-C50F484AA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03">
            <a:extLst xmlns:a="http://schemas.openxmlformats.org/drawingml/2006/main">
              <a:ext uri="{FF2B5EF4-FFF2-40B4-BE49-F238E27FC236}">
                <a16:creationId xmlns:a16="http://schemas.microsoft.com/office/drawing/2014/main" id="{2EFB67B8-B40C-4868-9791-3A506F1C2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Always Answer</a:t>
            </a:r>
          </a:p>
        </p:txBody>
      </p:sp>
      <p:sp>
        <p:nvSpPr>
          <p:cNvPr id="3" name="c3-text-104">
            <a:extLst xmlns:a="http://schemas.openxmlformats.org/drawingml/2006/main">
              <a:ext uri="{FF2B5EF4-FFF2-40B4-BE49-F238E27FC236}">
                <a16:creationId xmlns:a16="http://schemas.microsoft.com/office/drawing/2014/main" id="{D8561E58-9A52-4F66-BD43-5464152E9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105">
            <a:extLst xmlns:a="http://schemas.openxmlformats.org/drawingml/2006/main">
              <a:ext uri="{FF2B5EF4-FFF2-40B4-BE49-F238E27FC236}">
                <a16:creationId xmlns:a16="http://schemas.microsoft.com/office/drawing/2014/main" id="{5B9706E2-B3B1-4F09-93B4-D3336FBCF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2514600" cy="1905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106">
            <a:extLst xmlns:a="http://schemas.openxmlformats.org/drawingml/2006/main">
              <a:ext uri="{FF2B5EF4-FFF2-40B4-BE49-F238E27FC236}">
                <a16:creationId xmlns:a16="http://schemas.microsoft.com/office/drawing/2014/main" id="{E232D77D-DA70-481E-874E-5D42B39C3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107">
            <a:extLst xmlns:a="http://schemas.openxmlformats.org/drawingml/2006/main">
              <a:ext uri="{FF2B5EF4-FFF2-40B4-BE49-F238E27FC236}">
                <a16:creationId xmlns:a16="http://schemas.microsoft.com/office/drawing/2014/main" id="{C7FB3EF8-0E02-4520-B3C2-A42C9EFDA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764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Model error or timeout</a:t>
            </a:r>
          </a:p>
        </p:txBody>
      </p:sp>
      <p:sp>
        <p:nvSpPr>
          <p:cNvPr id="7" name="c3-text-108">
            <a:extLst xmlns:a="http://schemas.openxmlformats.org/drawingml/2006/main">
              <a:ext uri="{FF2B5EF4-FFF2-40B4-BE49-F238E27FC236}">
                <a16:creationId xmlns:a16="http://schemas.microsoft.com/office/drawing/2014/main" id="{A68DA795-5E8B-4AF2-A692-9D6E32E26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19325"/>
            <a:ext cx="21336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 short apology and a shrug.</a:t>
            </a:r>
          </a:p>
        </p:txBody>
      </p:sp>
      <p:sp>
        <p:nvSpPr>
          <p:cNvPr id="8" name="c3-shape-109">
            <a:extLst xmlns:a="http://schemas.openxmlformats.org/drawingml/2006/main">
              <a:ext uri="{FF2B5EF4-FFF2-40B4-BE49-F238E27FC236}">
                <a16:creationId xmlns:a16="http://schemas.microsoft.com/office/drawing/2014/main" id="{00CF1267-B5CE-496D-9417-50113D80E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619250"/>
            <a:ext cx="2514600" cy="1905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110">
            <a:extLst xmlns:a="http://schemas.openxmlformats.org/drawingml/2006/main">
              <a:ext uri="{FF2B5EF4-FFF2-40B4-BE49-F238E27FC236}">
                <a16:creationId xmlns:a16="http://schemas.microsoft.com/office/drawing/2014/main" id="{DD7F06F4-ACAE-4AFD-8910-11E1A6F28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111">
            <a:extLst xmlns:a="http://schemas.openxmlformats.org/drawingml/2006/main">
              <a:ext uri="{FF2B5EF4-FFF2-40B4-BE49-F238E27FC236}">
                <a16:creationId xmlns:a16="http://schemas.microsoft.com/office/drawing/2014/main" id="{2AB0CFD8-0F90-4561-B806-FE3DBA76B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8764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No structured reply</a:t>
            </a:r>
          </a:p>
        </p:txBody>
      </p:sp>
      <p:sp>
        <p:nvSpPr>
          <p:cNvPr id="11" name="c3-text-112">
            <a:extLst xmlns:a="http://schemas.openxmlformats.org/drawingml/2006/main">
              <a:ext uri="{FF2B5EF4-FFF2-40B4-BE49-F238E27FC236}">
                <a16:creationId xmlns:a16="http://schemas.microsoft.com/office/drawing/2014/main" id="{6616C8A1-2903-4A69-B871-FA7444E3E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219325"/>
            <a:ext cx="21336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same fallback reply.</a:t>
            </a:r>
          </a:p>
        </p:txBody>
      </p:sp>
      <p:sp>
        <p:nvSpPr>
          <p:cNvPr id="12" name="c3-shape-113">
            <a:extLst xmlns:a="http://schemas.openxmlformats.org/drawingml/2006/main">
              <a:ext uri="{FF2B5EF4-FFF2-40B4-BE49-F238E27FC236}">
                <a16:creationId xmlns:a16="http://schemas.microsoft.com/office/drawing/2014/main" id="{07D76B9C-7F0C-4622-A2F3-B7870606F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619250"/>
            <a:ext cx="2514600" cy="1905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shape-114">
            <a:extLst xmlns:a="http://schemas.openxmlformats.org/drawingml/2006/main">
              <a:ext uri="{FF2B5EF4-FFF2-40B4-BE49-F238E27FC236}">
                <a16:creationId xmlns:a16="http://schemas.microsoft.com/office/drawing/2014/main" id="{8B90FD5F-1A34-41FC-A1FF-E664810E3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4" name="c3-text-115">
            <a:extLst xmlns:a="http://schemas.openxmlformats.org/drawingml/2006/main">
              <a:ext uri="{FF2B5EF4-FFF2-40B4-BE49-F238E27FC236}">
                <a16:creationId xmlns:a16="http://schemas.microsoft.com/office/drawing/2014/main" id="{1D77753C-204D-4E5E-A145-FC0836D89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764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History in order</a:t>
            </a:r>
          </a:p>
        </p:txBody>
      </p:sp>
      <p:sp>
        <p:nvSpPr>
          <p:cNvPr id="15" name="c3-text-116">
            <a:extLst xmlns:a="http://schemas.openxmlformats.org/drawingml/2006/main">
              <a:ext uri="{FF2B5EF4-FFF2-40B4-BE49-F238E27FC236}">
                <a16:creationId xmlns:a16="http://schemas.microsoft.com/office/drawing/2014/main" id="{A2C669C2-539F-43DE-958A-54364283A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19325"/>
            <a:ext cx="21336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Human and AI messages still alternate.</a:t>
            </a:r>
          </a:p>
        </p:txBody>
      </p:sp>
      <p:sp>
        <p:nvSpPr>
          <p:cNvPr id="16" name="c3-shape-117">
            <a:extLst xmlns:a="http://schemas.openxmlformats.org/drawingml/2006/main">
              <a:ext uri="{FF2B5EF4-FFF2-40B4-BE49-F238E27FC236}">
                <a16:creationId xmlns:a16="http://schemas.microsoft.com/office/drawing/2014/main" id="{1000CEF6-B962-459E-9704-9BA06E41F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7" name="c3-text-118">
            <a:extLst xmlns:a="http://schemas.openxmlformats.org/drawingml/2006/main">
              <a:ext uri="{FF2B5EF4-FFF2-40B4-BE49-F238E27FC236}">
                <a16:creationId xmlns:a16="http://schemas.microsoft.com/office/drawing/2014/main" id="{96BFE593-6C3E-4CC9-B1BE-899853477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 failed call must not break the avatar or the saved conversation.</a:t>
            </a:r>
          </a:p>
        </p:txBody>
      </p:sp>
      <p:sp>
        <p:nvSpPr>
          <p:cNvPr id="18" name="c3-text-321">
            <a:extLst xmlns:a="http://schemas.openxmlformats.org/drawingml/2006/main">
              <a:ext uri="{FF2B5EF4-FFF2-40B4-BE49-F238E27FC236}">
                <a16:creationId xmlns:a16="http://schemas.microsoft.com/office/drawing/2014/main" id="{4F1E76F1-D5F3-497D-AFE5-6BF8BB6A7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38184141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c3-text-119">
            <a:extLst xmlns:a="http://schemas.openxmlformats.org/drawingml/2006/main">
              <a:ext uri="{FF2B5EF4-FFF2-40B4-BE49-F238E27FC236}">
                <a16:creationId xmlns:a16="http://schemas.microsoft.com/office/drawing/2014/main" id="{272C219A-58A1-4E3F-8277-25C8671DB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20">
            <a:extLst xmlns:a="http://schemas.openxmlformats.org/drawingml/2006/main">
              <a:ext uri="{FF2B5EF4-FFF2-40B4-BE49-F238E27FC236}">
                <a16:creationId xmlns:a16="http://schemas.microsoft.com/office/drawing/2014/main" id="{D4AE4B1F-979A-41DF-A01A-6BB85CE3C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Try It on the Avatar</a:t>
            </a:r>
          </a:p>
        </p:txBody>
      </p:sp>
      <p:sp>
        <p:nvSpPr>
          <p:cNvPr id="3" name="c3-text-121">
            <a:extLst xmlns:a="http://schemas.openxmlformats.org/drawingml/2006/main">
              <a:ext uri="{FF2B5EF4-FFF2-40B4-BE49-F238E27FC236}">
                <a16:creationId xmlns:a16="http://schemas.microsoft.com/office/drawing/2014/main" id="{0F56AE0F-5BE6-464F-A81C-A6AA3727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122">
            <a:extLst xmlns:a="http://schemas.openxmlformats.org/drawingml/2006/main">
              <a:ext uri="{FF2B5EF4-FFF2-40B4-BE49-F238E27FC236}">
                <a16:creationId xmlns:a16="http://schemas.microsoft.com/office/drawing/2014/main" id="{6800158C-81D7-48F9-9BC3-3E48D121B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37719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123">
            <a:extLst xmlns:a="http://schemas.openxmlformats.org/drawingml/2006/main">
              <a:ext uri="{FF2B5EF4-FFF2-40B4-BE49-F238E27FC236}">
                <a16:creationId xmlns:a16="http://schemas.microsoft.com/office/drawing/2014/main" id="{C93807CD-D2B6-40B5-9321-386222C26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859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124">
            <a:extLst xmlns:a="http://schemas.openxmlformats.org/drawingml/2006/main">
              <a:ext uri="{FF2B5EF4-FFF2-40B4-BE49-F238E27FC236}">
                <a16:creationId xmlns:a16="http://schemas.microsoft.com/office/drawing/2014/main" id="{0BBEDF7E-DC6B-4CBB-8B51-9500DF982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8117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Select the agent</a:t>
            </a:r>
          </a:p>
        </p:txBody>
      </p:sp>
      <p:sp>
        <p:nvSpPr>
          <p:cNvPr id="7" name="c3-text-125">
            <a:extLst xmlns:a="http://schemas.openxmlformats.org/drawingml/2006/main">
              <a:ext uri="{FF2B5EF4-FFF2-40B4-BE49-F238E27FC236}">
                <a16:creationId xmlns:a16="http://schemas.microsoft.com/office/drawing/2014/main" id="{3B689EC0-485A-4020-90DA-864E1DFC3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24075"/>
            <a:ext cx="33909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 vh_cognitive_server.py keep one import:</a:t>
            </a:r>
          </a:p>
          <a:p xmlns:a="http://schemas.openxmlformats.org/drawingml/2006/main">
            <a:pPr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agents.Module_2.Chapter_03</a:t>
            </a:r>
          </a:p>
          <a:p xmlns:a="http://schemas.openxmlformats.org/drawingml/2006/main">
            <a:pPr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.langgraph_avatar_agent</a:t>
            </a:r>
          </a:p>
        </p:txBody>
      </p:sp>
      <p:sp>
        <p:nvSpPr>
          <p:cNvPr id="8" name="c3-shape-126">
            <a:extLst xmlns:a="http://schemas.openxmlformats.org/drawingml/2006/main">
              <a:ext uri="{FF2B5EF4-FFF2-40B4-BE49-F238E27FC236}">
                <a16:creationId xmlns:a16="http://schemas.microsoft.com/office/drawing/2014/main" id="{4F1659AE-7F3F-4FC4-A6D0-7C38FFAE1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24000"/>
            <a:ext cx="37719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127">
            <a:extLst xmlns:a="http://schemas.openxmlformats.org/drawingml/2006/main">
              <a:ext uri="{FF2B5EF4-FFF2-40B4-BE49-F238E27FC236}">
                <a16:creationId xmlns:a16="http://schemas.microsoft.com/office/drawing/2014/main" id="{520EB127-A116-4130-B7DD-B052B05BC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6859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128">
            <a:extLst xmlns:a="http://schemas.openxmlformats.org/drawingml/2006/main">
              <a:ext uri="{FF2B5EF4-FFF2-40B4-BE49-F238E27FC236}">
                <a16:creationId xmlns:a16="http://schemas.microsoft.com/office/drawing/2014/main" id="{E7F6584A-EA28-4E4C-9DD2-6F86E9730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78117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Test the memory</a:t>
            </a:r>
          </a:p>
        </p:txBody>
      </p:sp>
      <p:sp>
        <p:nvSpPr>
          <p:cNvPr id="11" name="c3-text-129">
            <a:extLst xmlns:a="http://schemas.openxmlformats.org/drawingml/2006/main">
              <a:ext uri="{FF2B5EF4-FFF2-40B4-BE49-F238E27FC236}">
                <a16:creationId xmlns:a16="http://schemas.microsoft.com/office/drawing/2014/main" id="{EF283C16-E0F4-4BF7-910E-9D36054BD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124075"/>
            <a:ext cx="33909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Tell your name and favourite colour.</a:t>
            </a:r>
          </a:p>
          <a:p xmlns:a="http://schemas.openxmlformats.org/drawingml/2006/main">
            <a:pPr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Ask for both.</a:t>
            </a:r>
          </a:p>
          <a:p xmlns:a="http://schemas.openxmlformats.org/drawingml/2006/main">
            <a:pPr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Clear the conversation and ask again.</a:t>
            </a:r>
          </a:p>
        </p:txBody>
      </p:sp>
      <p:sp>
        <p:nvSpPr>
          <p:cNvPr id="12" name="c3-shape-130">
            <a:extLst xmlns:a="http://schemas.openxmlformats.org/drawingml/2006/main">
              <a:ext uri="{FF2B5EF4-FFF2-40B4-BE49-F238E27FC236}">
                <a16:creationId xmlns:a16="http://schemas.microsoft.com/office/drawing/2014/main" id="{54C33E34-7F97-4C0B-AB7C-9074A9FB1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text-131">
            <a:extLst xmlns:a="http://schemas.openxmlformats.org/drawingml/2006/main">
              <a:ext uri="{FF2B5EF4-FFF2-40B4-BE49-F238E27FC236}">
                <a16:creationId xmlns:a16="http://schemas.microsoft.com/office/drawing/2014/main" id="{1946E463-3B2D-40B2-9290-31631F733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Save, then restart the cognitive server in the avatar Settings.</a:t>
            </a:r>
          </a:p>
        </p:txBody>
      </p:sp>
      <p:sp>
        <p:nvSpPr>
          <p:cNvPr id="14" name="c3-text-322">
            <a:extLst xmlns:a="http://schemas.openxmlformats.org/drawingml/2006/main">
              <a:ext uri="{FF2B5EF4-FFF2-40B4-BE49-F238E27FC236}">
                <a16:creationId xmlns:a16="http://schemas.microsoft.com/office/drawing/2014/main" id="{D8DA9B03-BC3C-4BAF-981A-D3B4D1CA2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84112057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c3-text-132">
            <a:extLst xmlns:a="http://schemas.openxmlformats.org/drawingml/2006/main">
              <a:ext uri="{FF2B5EF4-FFF2-40B4-BE49-F238E27FC236}">
                <a16:creationId xmlns:a16="http://schemas.microsoft.com/office/drawing/2014/main" id="{7F8FC2B1-F09C-4A43-A534-B8BA70CF3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33">
            <a:extLst xmlns:a="http://schemas.openxmlformats.org/drawingml/2006/main">
              <a:ext uri="{FF2B5EF4-FFF2-40B4-BE49-F238E27FC236}">
                <a16:creationId xmlns:a16="http://schemas.microsoft.com/office/drawing/2014/main" id="{B3B43C6F-EACC-4816-B9A0-528C1B95C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Your Turn</a:t>
            </a:r>
          </a:p>
        </p:txBody>
      </p:sp>
      <p:sp>
        <p:nvSpPr>
          <p:cNvPr id="3" name="c3-text-134">
            <a:extLst xmlns:a="http://schemas.openxmlformats.org/drawingml/2006/main">
              <a:ext uri="{FF2B5EF4-FFF2-40B4-BE49-F238E27FC236}">
                <a16:creationId xmlns:a16="http://schemas.microsoft.com/office/drawing/2014/main" id="{515BB5C0-1B46-4529-B244-873856AA1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135">
            <a:extLst xmlns:a="http://schemas.openxmlformats.org/drawingml/2006/main">
              <a:ext uri="{FF2B5EF4-FFF2-40B4-BE49-F238E27FC236}">
                <a16:creationId xmlns:a16="http://schemas.microsoft.com/office/drawing/2014/main" id="{654F2116-A128-4172-8AC3-58442F99C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2514600" cy="22479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136">
            <a:extLst xmlns:a="http://schemas.openxmlformats.org/drawingml/2006/main">
              <a:ext uri="{FF2B5EF4-FFF2-40B4-BE49-F238E27FC236}">
                <a16:creationId xmlns:a16="http://schemas.microsoft.com/office/drawing/2014/main" id="{0AB5E511-DCF2-4F66-87D8-0C0D9123A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859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137">
            <a:extLst xmlns:a="http://schemas.openxmlformats.org/drawingml/2006/main">
              <a:ext uri="{FF2B5EF4-FFF2-40B4-BE49-F238E27FC236}">
                <a16:creationId xmlns:a16="http://schemas.microsoft.com/office/drawing/2014/main" id="{7CD77F4A-FCFF-4D6E-A4B9-21E9166D2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8117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Persona</a:t>
            </a:r>
          </a:p>
        </p:txBody>
      </p:sp>
      <p:sp>
        <p:nvSpPr>
          <p:cNvPr id="7" name="c3-text-138">
            <a:extLst xmlns:a="http://schemas.openxmlformats.org/drawingml/2006/main">
              <a:ext uri="{FF2B5EF4-FFF2-40B4-BE49-F238E27FC236}">
                <a16:creationId xmlns:a16="http://schemas.microsoft.com/office/drawing/2014/main" id="{14EEFDE3-E7A7-46F2-BA8D-45FD1E9C3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24075"/>
            <a:ext cx="21336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Change the system instruction: a museum guide with its own name.</a:t>
            </a:r>
          </a:p>
        </p:txBody>
      </p:sp>
      <p:sp>
        <p:nvSpPr>
          <p:cNvPr id="8" name="c3-shape-139">
            <a:extLst xmlns:a="http://schemas.openxmlformats.org/drawingml/2006/main">
              <a:ext uri="{FF2B5EF4-FFF2-40B4-BE49-F238E27FC236}">
                <a16:creationId xmlns:a16="http://schemas.microsoft.com/office/drawing/2014/main" id="{F3D36CC1-18AE-48DE-AC51-520D7C96E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524000"/>
            <a:ext cx="2514600" cy="22479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140">
            <a:extLst xmlns:a="http://schemas.openxmlformats.org/drawingml/2006/main">
              <a:ext uri="{FF2B5EF4-FFF2-40B4-BE49-F238E27FC236}">
                <a16:creationId xmlns:a16="http://schemas.microsoft.com/office/drawing/2014/main" id="{F3D57DA6-8B01-4CC4-912E-3A334110C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6859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141">
            <a:extLst xmlns:a="http://schemas.openxmlformats.org/drawingml/2006/main">
              <a:ext uri="{FF2B5EF4-FFF2-40B4-BE49-F238E27FC236}">
                <a16:creationId xmlns:a16="http://schemas.microsoft.com/office/drawing/2014/main" id="{EDF4D181-C47E-443D-8194-D56B79320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78117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Buffer</a:t>
            </a:r>
          </a:p>
        </p:txBody>
      </p:sp>
      <p:sp>
        <p:nvSpPr>
          <p:cNvPr id="11" name="c3-text-142">
            <a:extLst xmlns:a="http://schemas.openxmlformats.org/drawingml/2006/main">
              <a:ext uri="{FF2B5EF4-FFF2-40B4-BE49-F238E27FC236}">
                <a16:creationId xmlns:a16="http://schemas.microsoft.com/office/drawing/2014/main" id="{8BDA7EA1-9B11-4C9C-AC2C-415F68E09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124075"/>
            <a:ext cx="21336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Set MAX_MESSAGES = 4.</a:t>
            </a:r>
          </a:p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When does the avatar forget?</a:t>
            </a:r>
          </a:p>
        </p:txBody>
      </p:sp>
      <p:sp>
        <p:nvSpPr>
          <p:cNvPr id="12" name="c3-shape-143">
            <a:extLst xmlns:a="http://schemas.openxmlformats.org/drawingml/2006/main">
              <a:ext uri="{FF2B5EF4-FFF2-40B4-BE49-F238E27FC236}">
                <a16:creationId xmlns:a16="http://schemas.microsoft.com/office/drawing/2014/main" id="{F52A53E8-3D5A-4B96-9A88-2B1027AAA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524000"/>
            <a:ext cx="2514600" cy="22479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shape-144">
            <a:extLst xmlns:a="http://schemas.openxmlformats.org/drawingml/2006/main">
              <a:ext uri="{FF2B5EF4-FFF2-40B4-BE49-F238E27FC236}">
                <a16:creationId xmlns:a16="http://schemas.microsoft.com/office/drawing/2014/main" id="{E98C5BAF-C259-43FF-8E9F-B78C5AB91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6859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4" name="c3-text-145">
            <a:extLst xmlns:a="http://schemas.openxmlformats.org/drawingml/2006/main">
              <a:ext uri="{FF2B5EF4-FFF2-40B4-BE49-F238E27FC236}">
                <a16:creationId xmlns:a16="http://schemas.microsoft.com/office/drawing/2014/main" id="{1802C2B8-4F5E-46AF-ACB2-469BBDCC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78117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Optional</a:t>
            </a:r>
          </a:p>
        </p:txBody>
      </p:sp>
      <p:sp>
        <p:nvSpPr>
          <p:cNvPr id="15" name="c3-text-146">
            <a:extLst xmlns:a="http://schemas.openxmlformats.org/drawingml/2006/main">
              <a:ext uri="{FF2B5EF4-FFF2-40B4-BE49-F238E27FC236}">
                <a16:creationId xmlns:a16="http://schemas.microsoft.com/office/drawing/2014/main" id="{001AE2E3-1A9E-44AC-A6AC-63CBEA9F5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24075"/>
            <a:ext cx="21336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Return a different gesture when greeting and when saying goodbye.</a:t>
            </a:r>
          </a:p>
        </p:txBody>
      </p:sp>
      <p:sp>
        <p:nvSpPr>
          <p:cNvPr id="16" name="c3-shape-147">
            <a:extLst xmlns:a="http://schemas.openxmlformats.org/drawingml/2006/main">
              <a:ext uri="{FF2B5EF4-FFF2-40B4-BE49-F238E27FC236}">
                <a16:creationId xmlns:a16="http://schemas.microsoft.com/office/drawing/2014/main" id="{91F6A5C7-AFB8-4F53-A4C6-42FE441B9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7" name="c3-text-148">
            <a:extLst xmlns:a="http://schemas.openxmlformats.org/drawingml/2006/main">
              <a:ext uri="{FF2B5EF4-FFF2-40B4-BE49-F238E27FC236}">
                <a16:creationId xmlns:a16="http://schemas.microsoft.com/office/drawing/2014/main" id="{9B4E2836-7576-4A0D-9620-652583F70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Edit the agent file, save and restart the cognitive server each time.</a:t>
            </a:r>
          </a:p>
        </p:txBody>
      </p:sp>
      <p:sp>
        <p:nvSpPr>
          <p:cNvPr id="18" name="c3-text-323">
            <a:extLst xmlns:a="http://schemas.openxmlformats.org/drawingml/2006/main">
              <a:ext uri="{FF2B5EF4-FFF2-40B4-BE49-F238E27FC236}">
                <a16:creationId xmlns:a16="http://schemas.microsoft.com/office/drawing/2014/main" id="{3C836956-DBF3-4277-88B2-B31BD80A7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54976922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c3-text-149">
            <a:extLst xmlns:a="http://schemas.openxmlformats.org/drawingml/2006/main">
              <a:ext uri="{FF2B5EF4-FFF2-40B4-BE49-F238E27FC236}">
                <a16:creationId xmlns:a16="http://schemas.microsoft.com/office/drawing/2014/main" id="{50FDA0BC-0E94-4BD2-9130-9A804E60F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50">
            <a:extLst xmlns:a="http://schemas.openxmlformats.org/drawingml/2006/main">
              <a:ext uri="{FF2B5EF4-FFF2-40B4-BE49-F238E27FC236}">
                <a16:creationId xmlns:a16="http://schemas.microsoft.com/office/drawing/2014/main" id="{651B9CDB-10BB-4084-A958-CE5937002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Module 2 Recap [1] [2]</a:t>
            </a:r>
          </a:p>
        </p:txBody>
      </p:sp>
      <p:sp>
        <p:nvSpPr>
          <p:cNvPr id="3" name="c3-text-151">
            <a:extLst xmlns:a="http://schemas.openxmlformats.org/drawingml/2006/main">
              <a:ext uri="{FF2B5EF4-FFF2-40B4-BE49-F238E27FC236}">
                <a16:creationId xmlns:a16="http://schemas.microsoft.com/office/drawing/2014/main" id="{F4D21383-8EDE-4F52-9A5A-FA793E6B6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152">
            <a:extLst xmlns:a="http://schemas.openxmlformats.org/drawingml/2006/main">
              <a:ext uri="{FF2B5EF4-FFF2-40B4-BE49-F238E27FC236}">
                <a16:creationId xmlns:a16="http://schemas.microsoft.com/office/drawing/2014/main" id="{E93A9579-A88F-40F0-9B3B-E682B2924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25146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153">
            <a:extLst xmlns:a="http://schemas.openxmlformats.org/drawingml/2006/main">
              <a:ext uri="{FF2B5EF4-FFF2-40B4-BE49-F238E27FC236}">
                <a16:creationId xmlns:a16="http://schemas.microsoft.com/office/drawing/2014/main" id="{C1024B48-20EA-44E1-87DF-A2E3333EC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154">
            <a:extLst xmlns:a="http://schemas.openxmlformats.org/drawingml/2006/main">
              <a:ext uri="{FF2B5EF4-FFF2-40B4-BE49-F238E27FC236}">
                <a16:creationId xmlns:a16="http://schemas.microsoft.com/office/drawing/2014/main" id="{81E9032A-924F-4E79-8E9B-41CCEB42C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764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Chapter 01</a:t>
            </a:r>
          </a:p>
        </p:txBody>
      </p:sp>
      <p:sp>
        <p:nvSpPr>
          <p:cNvPr id="7" name="c3-text-155">
            <a:extLst xmlns:a="http://schemas.openxmlformats.org/drawingml/2006/main">
              <a:ext uri="{FF2B5EF4-FFF2-40B4-BE49-F238E27FC236}">
                <a16:creationId xmlns:a16="http://schemas.microsoft.com/office/drawing/2014/main" id="{D87B724A-1CC9-46D0-8959-95CFDA530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19325"/>
            <a:ext cx="21336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Graphs: state, nodes, edges.</a:t>
            </a:r>
          </a:p>
        </p:txBody>
      </p:sp>
      <p:sp>
        <p:nvSpPr>
          <p:cNvPr id="8" name="c3-shape-156">
            <a:extLst xmlns:a="http://schemas.openxmlformats.org/drawingml/2006/main">
              <a:ext uri="{FF2B5EF4-FFF2-40B4-BE49-F238E27FC236}">
                <a16:creationId xmlns:a16="http://schemas.microsoft.com/office/drawing/2014/main" id="{3A26EABD-A6E5-4EE7-9B41-51B71677D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619250"/>
            <a:ext cx="25146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157">
            <a:extLst xmlns:a="http://schemas.openxmlformats.org/drawingml/2006/main">
              <a:ext uri="{FF2B5EF4-FFF2-40B4-BE49-F238E27FC236}">
                <a16:creationId xmlns:a16="http://schemas.microsoft.com/office/drawing/2014/main" id="{36EA8797-F0BF-4A32-82F3-19DB7D95A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158">
            <a:extLst xmlns:a="http://schemas.openxmlformats.org/drawingml/2006/main">
              <a:ext uri="{FF2B5EF4-FFF2-40B4-BE49-F238E27FC236}">
                <a16:creationId xmlns:a16="http://schemas.microsoft.com/office/drawing/2014/main" id="{32242E0A-B113-4C53-BBBB-8ECDDC9DD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8764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Chapter 02</a:t>
            </a:r>
          </a:p>
        </p:txBody>
      </p:sp>
      <p:sp>
        <p:nvSpPr>
          <p:cNvPr id="11" name="c3-text-159">
            <a:extLst xmlns:a="http://schemas.openxmlformats.org/drawingml/2006/main">
              <a:ext uri="{FF2B5EF4-FFF2-40B4-BE49-F238E27FC236}">
                <a16:creationId xmlns:a16="http://schemas.microsoft.com/office/drawing/2014/main" id="{6DD36177-DD9C-4BCC-A662-5B2E742B9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219325"/>
            <a:ext cx="21336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Messages, reducers, checkpointer and threads.</a:t>
            </a:r>
          </a:p>
        </p:txBody>
      </p:sp>
      <p:sp>
        <p:nvSpPr>
          <p:cNvPr id="12" name="c3-shape-160">
            <a:extLst xmlns:a="http://schemas.openxmlformats.org/drawingml/2006/main">
              <a:ext uri="{FF2B5EF4-FFF2-40B4-BE49-F238E27FC236}">
                <a16:creationId xmlns:a16="http://schemas.microsoft.com/office/drawing/2014/main" id="{CBC50A0F-1134-41C1-9521-2DC295BFB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619250"/>
            <a:ext cx="25146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shape-161">
            <a:extLst xmlns:a="http://schemas.openxmlformats.org/drawingml/2006/main">
              <a:ext uri="{FF2B5EF4-FFF2-40B4-BE49-F238E27FC236}">
                <a16:creationId xmlns:a16="http://schemas.microsoft.com/office/drawing/2014/main" id="{DA378D58-60E4-4940-8B80-2B8801E33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4" name="c3-text-162">
            <a:extLst xmlns:a="http://schemas.openxmlformats.org/drawingml/2006/main">
              <a:ext uri="{FF2B5EF4-FFF2-40B4-BE49-F238E27FC236}">
                <a16:creationId xmlns:a16="http://schemas.microsoft.com/office/drawing/2014/main" id="{3DBDB0D1-CD10-4762-9483-2D705FCD7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764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Chapter 03</a:t>
            </a:r>
          </a:p>
        </p:txBody>
      </p:sp>
      <p:sp>
        <p:nvSpPr>
          <p:cNvPr id="15" name="c3-text-163">
            <a:extLst xmlns:a="http://schemas.openxmlformats.org/drawingml/2006/main">
              <a:ext uri="{FF2B5EF4-FFF2-40B4-BE49-F238E27FC236}">
                <a16:creationId xmlns:a16="http://schemas.microsoft.com/office/drawing/2014/main" id="{BB996CF5-4154-4FF0-A493-4C3C19E8B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19325"/>
            <a:ext cx="21336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avatar remembers the conversation.</a:t>
            </a:r>
          </a:p>
        </p:txBody>
      </p:sp>
      <p:sp>
        <p:nvSpPr>
          <p:cNvPr id="16" name="c3-shape-164">
            <a:extLst xmlns:a="http://schemas.openxmlformats.org/drawingml/2006/main">
              <a:ext uri="{FF2B5EF4-FFF2-40B4-BE49-F238E27FC236}">
                <a16:creationId xmlns:a16="http://schemas.microsoft.com/office/drawing/2014/main" id="{68F183DE-1BA9-4951-9B5E-9E776492D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7" name="c3-text-165">
            <a:extLst xmlns:a="http://schemas.openxmlformats.org/drawingml/2006/main">
              <a:ext uri="{FF2B5EF4-FFF2-40B4-BE49-F238E27FC236}">
                <a16:creationId xmlns:a16="http://schemas.microsoft.com/office/drawing/2014/main" id="{2E022316-7B92-4D86-910A-9D78D97C5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Final lab: tools, coding agents and a weather presenter.</a:t>
            </a:r>
          </a:p>
        </p:txBody>
      </p:sp>
      <p:sp>
        <p:nvSpPr>
          <p:cNvPr id="18" name="c3-text-324">
            <a:extLst xmlns:a="http://schemas.openxmlformats.org/drawingml/2006/main">
              <a:ext uri="{FF2B5EF4-FFF2-40B4-BE49-F238E27FC236}">
                <a16:creationId xmlns:a16="http://schemas.microsoft.com/office/drawing/2014/main" id="{3AB7BF6F-EA8C-4A71-9ED6-49BB8CD22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74658379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3-text-166">
            <a:extLst xmlns:a="http://schemas.openxmlformats.org/drawingml/2006/main">
              <a:ext uri="{FF2B5EF4-FFF2-40B4-BE49-F238E27FC236}">
                <a16:creationId xmlns:a16="http://schemas.microsoft.com/office/drawing/2014/main" id="{65D4A3E1-FD9D-43E5-A9B3-D9C6D9424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67">
            <a:extLst xmlns:a="http://schemas.openxmlformats.org/drawingml/2006/main">
              <a:ext uri="{FF2B5EF4-FFF2-40B4-BE49-F238E27FC236}">
                <a16:creationId xmlns:a16="http://schemas.microsoft.com/office/drawing/2014/main" id="{B81F2833-3F1A-4E83-A351-E311182DF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Tools: Actions Outside the Model [4]</a:t>
            </a:r>
          </a:p>
        </p:txBody>
      </p:sp>
      <p:sp>
        <p:nvSpPr>
          <p:cNvPr id="3" name="c3-text-168">
            <a:extLst xmlns:a="http://schemas.openxmlformats.org/drawingml/2006/main">
              <a:ext uri="{FF2B5EF4-FFF2-40B4-BE49-F238E27FC236}">
                <a16:creationId xmlns:a16="http://schemas.microsoft.com/office/drawing/2014/main" id="{BF014FA0-640D-491D-8598-077D8F97C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169">
            <a:extLst xmlns:a="http://schemas.openxmlformats.org/drawingml/2006/main">
              <a:ext uri="{FF2B5EF4-FFF2-40B4-BE49-F238E27FC236}">
                <a16:creationId xmlns:a16="http://schemas.microsoft.com/office/drawing/2014/main" id="{BA34C960-EB27-46F4-BBDF-5408ED1EA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7924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 tool lets an agent retrieve data or perform an action.</a:t>
            </a:r>
          </a:p>
        </p:txBody>
      </p:sp>
      <p:sp>
        <p:nvSpPr>
          <p:cNvPr id="5" name="c3-text-170">
            <a:extLst xmlns:a="http://schemas.openxmlformats.org/drawingml/2006/main">
              <a:ext uri="{FF2B5EF4-FFF2-40B4-BE49-F238E27FC236}">
                <a16:creationId xmlns:a16="http://schemas.microsoft.com/office/drawing/2014/main" id="{D380BD68-2955-4AD3-B87E-F100BA6DF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19350"/>
            <a:ext cx="7924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model chooses an available tool and supplies its inputs.</a:t>
            </a:r>
          </a:p>
        </p:txBody>
      </p:sp>
      <p:sp>
        <p:nvSpPr>
          <p:cNvPr id="6" name="c3-text-171">
            <a:extLst xmlns:a="http://schemas.openxmlformats.org/drawingml/2006/main">
              <a:ext uri="{FF2B5EF4-FFF2-40B4-BE49-F238E27FC236}">
                <a16:creationId xmlns:a16="http://schemas.microsoft.com/office/drawing/2014/main" id="{CF6D8D4C-1916-44BC-A53C-76155294F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7924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The program runs the tool and returns its result to the model.</a:t>
            </a:r>
          </a:p>
        </p:txBody>
      </p:sp>
      <p:sp>
        <p:nvSpPr>
          <p:cNvPr id="7" name="c3-text-325">
            <a:extLst xmlns:a="http://schemas.openxmlformats.org/drawingml/2006/main">
              <a:ext uri="{FF2B5EF4-FFF2-40B4-BE49-F238E27FC236}">
                <a16:creationId xmlns:a16="http://schemas.microsoft.com/office/drawing/2014/main" id="{F961A726-AB5F-43BA-80E6-56A75CC06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80493651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c3-text-172">
            <a:extLst xmlns:a="http://schemas.openxmlformats.org/drawingml/2006/main">
              <a:ext uri="{FF2B5EF4-FFF2-40B4-BE49-F238E27FC236}">
                <a16:creationId xmlns:a16="http://schemas.microsoft.com/office/drawing/2014/main" id="{B4091996-EE34-4056-90F8-978C068EC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73">
            <a:extLst xmlns:a="http://schemas.openxmlformats.org/drawingml/2006/main">
              <a:ext uri="{FF2B5EF4-FFF2-40B4-BE49-F238E27FC236}">
                <a16:creationId xmlns:a16="http://schemas.microsoft.com/office/drawing/2014/main" id="{CFBBFA3C-C10B-4782-B854-79FBBD5EE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Tool Loop [4]</a:t>
            </a:r>
          </a:p>
        </p:txBody>
      </p:sp>
      <p:sp>
        <p:nvSpPr>
          <p:cNvPr id="3" name="c3-text-174">
            <a:extLst xmlns:a="http://schemas.openxmlformats.org/drawingml/2006/main">
              <a:ext uri="{FF2B5EF4-FFF2-40B4-BE49-F238E27FC236}">
                <a16:creationId xmlns:a16="http://schemas.microsoft.com/office/drawing/2014/main" id="{DD542881-7470-43C1-9C9D-2ACC27671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175">
            <a:extLst xmlns:a="http://schemas.openxmlformats.org/drawingml/2006/main">
              <a:ext uri="{FF2B5EF4-FFF2-40B4-BE49-F238E27FC236}">
                <a16:creationId xmlns:a16="http://schemas.microsoft.com/office/drawing/2014/main" id="{6FF0AEAA-1488-4815-AE45-F11CF3425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12192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text-176">
            <a:extLst xmlns:a="http://schemas.openxmlformats.org/drawingml/2006/main">
              <a:ext uri="{FF2B5EF4-FFF2-40B4-BE49-F238E27FC236}">
                <a16:creationId xmlns:a16="http://schemas.microsoft.com/office/drawing/2014/main" id="{D361BCF0-9E45-4616-87FE-8C3172802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62150"/>
            <a:ext cx="990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START</a:t>
            </a:r>
          </a:p>
        </p:txBody>
      </p:sp>
      <p:sp>
        <p:nvSpPr>
          <p:cNvPr id="6" name="c3-shape-177">
            <a:extLst xmlns:a="http://schemas.openxmlformats.org/drawingml/2006/main">
              <a:ext uri="{FF2B5EF4-FFF2-40B4-BE49-F238E27FC236}">
                <a16:creationId xmlns:a16="http://schemas.microsoft.com/office/drawing/2014/main" id="{55F978DF-96E5-43CB-83C0-7569BBE05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095500"/>
            <a:ext cx="3810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7" name="c3-shape-178">
            <a:extLst xmlns:a="http://schemas.openxmlformats.org/drawingml/2006/main">
              <a:ext uri="{FF2B5EF4-FFF2-40B4-BE49-F238E27FC236}">
                <a16:creationId xmlns:a16="http://schemas.microsoft.com/office/drawing/2014/main" id="{B2422D01-A6ED-470C-87C4-0EC1E0C29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885950"/>
            <a:ext cx="20955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8" name="c3-text-179">
            <a:extLst xmlns:a="http://schemas.openxmlformats.org/drawingml/2006/main">
              <a:ext uri="{FF2B5EF4-FFF2-40B4-BE49-F238E27FC236}">
                <a16:creationId xmlns:a16="http://schemas.microsoft.com/office/drawing/2014/main" id="{7EF7D935-D0ED-4CF6-9CD8-AA93A722C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1962150"/>
            <a:ext cx="186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assistant</a:t>
            </a:r>
          </a:p>
        </p:txBody>
      </p:sp>
      <p:sp>
        <p:nvSpPr>
          <p:cNvPr id="9" name="c3-shape-180">
            <a:extLst xmlns:a="http://schemas.openxmlformats.org/drawingml/2006/main">
              <a:ext uri="{FF2B5EF4-FFF2-40B4-BE49-F238E27FC236}">
                <a16:creationId xmlns:a16="http://schemas.microsoft.com/office/drawing/2014/main" id="{F1D312AF-01B9-4390-9E79-326EF4A2F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095500"/>
            <a:ext cx="3810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shape-181">
            <a:extLst xmlns:a="http://schemas.openxmlformats.org/drawingml/2006/main">
              <a:ext uri="{FF2B5EF4-FFF2-40B4-BE49-F238E27FC236}">
                <a16:creationId xmlns:a16="http://schemas.microsoft.com/office/drawing/2014/main" id="{7520325B-1D04-44A3-9CC3-4083081C3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885950"/>
            <a:ext cx="19050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1" name="c3-text-182">
            <a:extLst xmlns:a="http://schemas.openxmlformats.org/drawingml/2006/main">
              <a:ext uri="{FF2B5EF4-FFF2-40B4-BE49-F238E27FC236}">
                <a16:creationId xmlns:a16="http://schemas.microsoft.com/office/drawing/2014/main" id="{50CA01B3-8C10-4B74-B85E-9779F9C2D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962150"/>
            <a:ext cx="1676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tools</a:t>
            </a:r>
          </a:p>
        </p:txBody>
      </p:sp>
      <p:sp>
        <p:nvSpPr>
          <p:cNvPr id="12" name="c3-text-183">
            <a:extLst xmlns:a="http://schemas.openxmlformats.org/drawingml/2006/main">
              <a:ext uri="{FF2B5EF4-FFF2-40B4-BE49-F238E27FC236}">
                <a16:creationId xmlns:a16="http://schemas.microsoft.com/office/drawing/2014/main" id="{BAC17EAC-1AA0-48A2-B44C-5048CC087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609725"/>
            <a:ext cx="2809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tool requested</a:t>
            </a:r>
          </a:p>
        </p:txBody>
      </p:sp>
      <p:sp>
        <p:nvSpPr>
          <p:cNvPr id="13" name="c3-shape-184">
            <a:extLst xmlns:a="http://schemas.openxmlformats.org/drawingml/2006/main">
              <a:ext uri="{FF2B5EF4-FFF2-40B4-BE49-F238E27FC236}">
                <a16:creationId xmlns:a16="http://schemas.microsoft.com/office/drawing/2014/main" id="{C3E38FFB-989A-4292-9FF9-A927999D9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238500"/>
            <a:ext cx="20955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4" name="c3-text-185">
            <a:extLst xmlns:a="http://schemas.openxmlformats.org/drawingml/2006/main">
              <a:ext uri="{FF2B5EF4-FFF2-40B4-BE49-F238E27FC236}">
                <a16:creationId xmlns:a16="http://schemas.microsoft.com/office/drawing/2014/main" id="{68B1A41D-F1BB-4D13-B54A-E1BAB5FFA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314700"/>
            <a:ext cx="186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final reply</a:t>
            </a:r>
          </a:p>
        </p:txBody>
      </p:sp>
      <p:sp>
        <p:nvSpPr>
          <p:cNvPr id="15" name="c3-shape-186">
            <a:extLst xmlns:a="http://schemas.openxmlformats.org/drawingml/2006/main">
              <a:ext uri="{FF2B5EF4-FFF2-40B4-BE49-F238E27FC236}">
                <a16:creationId xmlns:a16="http://schemas.microsoft.com/office/drawing/2014/main" id="{A6488A14-CC82-4335-B5B3-708E7F28B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448050"/>
            <a:ext cx="3810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6" name="c3-shape-187">
            <a:extLst xmlns:a="http://schemas.openxmlformats.org/drawingml/2006/main">
              <a:ext uri="{FF2B5EF4-FFF2-40B4-BE49-F238E27FC236}">
                <a16:creationId xmlns:a16="http://schemas.microsoft.com/office/drawing/2014/main" id="{4E8CFD78-26EA-4BDB-9947-AECFC178F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238500"/>
            <a:ext cx="19050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7" name="c3-text-188">
            <a:extLst xmlns:a="http://schemas.openxmlformats.org/drawingml/2006/main">
              <a:ext uri="{FF2B5EF4-FFF2-40B4-BE49-F238E27FC236}">
                <a16:creationId xmlns:a16="http://schemas.microsoft.com/office/drawing/2014/main" id="{17FE4985-9EDD-4FCF-8123-64C4E7437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314700"/>
            <a:ext cx="1676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END</a:t>
            </a:r>
          </a:p>
        </p:txBody>
      </p:sp>
      <p:sp>
        <p:nvSpPr>
          <p:cNvPr id="18" name="c3-shape-189">
            <a:extLst xmlns:a="http://schemas.openxmlformats.org/drawingml/2006/main">
              <a:ext uri="{FF2B5EF4-FFF2-40B4-BE49-F238E27FC236}">
                <a16:creationId xmlns:a16="http://schemas.microsoft.com/office/drawing/2014/main" id="{E8CB0885-E164-4A38-B2E8-1FE704D33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571750"/>
            <a:ext cx="142875" cy="52387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9" name="c3-text-190">
            <a:extLst xmlns:a="http://schemas.openxmlformats.org/drawingml/2006/main">
              <a:ext uri="{FF2B5EF4-FFF2-40B4-BE49-F238E27FC236}">
                <a16:creationId xmlns:a16="http://schemas.microsoft.com/office/drawing/2014/main" id="{76E89234-14D8-4BBF-B91E-C1F09F5E8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733675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ready to answer</a:t>
            </a:r>
          </a:p>
        </p:txBody>
      </p:sp>
      <p:sp>
        <p:nvSpPr>
          <p:cNvPr id="20" name="c3-shape-191">
            <a:extLst xmlns:a="http://schemas.openxmlformats.org/drawingml/2006/main">
              <a:ext uri="{FF2B5EF4-FFF2-40B4-BE49-F238E27FC236}">
                <a16:creationId xmlns:a16="http://schemas.microsoft.com/office/drawing/2014/main" id="{8B2BB90C-941B-423A-9DC1-D224F7545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1343025"/>
            <a:ext cx="190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21" name="c3-shape-192">
            <a:extLst xmlns:a="http://schemas.openxmlformats.org/drawingml/2006/main">
              <a:ext uri="{FF2B5EF4-FFF2-40B4-BE49-F238E27FC236}">
                <a16:creationId xmlns:a16="http://schemas.microsoft.com/office/drawing/2014/main" id="{EE71F16B-AB87-40CD-BE37-FC5EA86BF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1343025"/>
            <a:ext cx="27527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22" name="c3-shape-193">
            <a:extLst xmlns:a="http://schemas.openxmlformats.org/drawingml/2006/main">
              <a:ext uri="{FF2B5EF4-FFF2-40B4-BE49-F238E27FC236}">
                <a16:creationId xmlns:a16="http://schemas.microsoft.com/office/drawing/2014/main" id="{3409DC82-C7A9-47C1-8217-8D57EB984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343025"/>
            <a:ext cx="133350" cy="46672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23" name="c3-text-194">
            <a:extLst xmlns:a="http://schemas.openxmlformats.org/drawingml/2006/main">
              <a:ext uri="{FF2B5EF4-FFF2-40B4-BE49-F238E27FC236}">
                <a16:creationId xmlns:a16="http://schemas.microsoft.com/office/drawing/2014/main" id="{F5ACA0CE-5177-4AB8-8A83-29572BCDD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057275"/>
            <a:ext cx="430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tool result: return to the model</a:t>
            </a:r>
          </a:p>
        </p:txBody>
      </p:sp>
      <p:sp>
        <p:nvSpPr>
          <p:cNvPr id="24" name="c3-text-195">
            <a:extLst xmlns:a="http://schemas.openxmlformats.org/drawingml/2006/main">
              <a:ext uri="{FF2B5EF4-FFF2-40B4-BE49-F238E27FC236}">
                <a16:creationId xmlns:a16="http://schemas.microsoft.com/office/drawing/2014/main" id="{9AC41DA8-3E8A-49D4-A7E1-8096E73BD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program returns the tool result to the model, which prepares the reply.</a:t>
            </a:r>
          </a:p>
        </p:txBody>
      </p:sp>
      <p:sp>
        <p:nvSpPr>
          <p:cNvPr id="25" name="c3-text-326">
            <a:extLst xmlns:a="http://schemas.openxmlformats.org/drawingml/2006/main">
              <a:ext uri="{FF2B5EF4-FFF2-40B4-BE49-F238E27FC236}">
                <a16:creationId xmlns:a16="http://schemas.microsoft.com/office/drawing/2014/main" id="{73ACC0EF-974B-4F42-A283-E5A6E6613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34626974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c3-text-196">
            <a:extLst xmlns:a="http://schemas.openxmlformats.org/drawingml/2006/main">
              <a:ext uri="{FF2B5EF4-FFF2-40B4-BE49-F238E27FC236}">
                <a16:creationId xmlns:a16="http://schemas.microsoft.com/office/drawing/2014/main" id="{A2DFAE29-5795-4A4B-8A80-931C3DACD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97">
            <a:extLst xmlns:a="http://schemas.openxmlformats.org/drawingml/2006/main">
              <a:ext uri="{FF2B5EF4-FFF2-40B4-BE49-F238E27FC236}">
                <a16:creationId xmlns:a16="http://schemas.microsoft.com/office/drawing/2014/main" id="{68EA408B-C9FC-458A-9496-2E4016813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OpenWeather: Request and JSON [7]</a:t>
            </a:r>
          </a:p>
        </p:txBody>
      </p:sp>
      <p:sp>
        <p:nvSpPr>
          <p:cNvPr id="3" name="c3-text-198">
            <a:extLst xmlns:a="http://schemas.openxmlformats.org/drawingml/2006/main">
              <a:ext uri="{FF2B5EF4-FFF2-40B4-BE49-F238E27FC236}">
                <a16:creationId xmlns:a16="http://schemas.microsoft.com/office/drawing/2014/main" id="{2DD7E0DA-C89C-4422-A99F-6924104B8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199">
            <a:extLst xmlns:a="http://schemas.openxmlformats.org/drawingml/2006/main">
              <a:ext uri="{FF2B5EF4-FFF2-40B4-BE49-F238E27FC236}">
                <a16:creationId xmlns:a16="http://schemas.microsoft.com/office/drawing/2014/main" id="{DC5C1C83-A63A-4694-B480-E0DE216B9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95425"/>
            <a:ext cx="79248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5" name="c3-text-200">
            <a:extLst xmlns:a="http://schemas.openxmlformats.org/drawingml/2006/main">
              <a:ext uri="{FF2B5EF4-FFF2-40B4-BE49-F238E27FC236}">
                <a16:creationId xmlns:a16="http://schemas.microsoft.com/office/drawing/2014/main" id="{4CEA15D9-5915-40BD-9B86-FB67A4FF5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28775"/>
            <a:ext cx="7581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GET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https://api.openweathermap.org/data/</a:t>
            </a:r>
            <a:r>
              <a:rPr sz="135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2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35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5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/weather</a:t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?lat=</a:t>
            </a:r>
            <a:r>
              <a:rPr sz="135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41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35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90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&amp;lon=</a:t>
            </a:r>
            <a:r>
              <a:rPr sz="135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12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35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50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&amp;appid=</a:t>
            </a:r>
            <a:r>
              <a:rPr sz="135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YOUR_KEY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&amp;units=metric</a:t>
            </a:r>
          </a:p>
        </p:txBody>
      </p:sp>
      <p:sp>
        <p:nvSpPr>
          <p:cNvPr id="6" name="c3-text-201">
            <a:extLst xmlns:a="http://schemas.openxmlformats.org/drawingml/2006/main">
              <a:ext uri="{FF2B5EF4-FFF2-40B4-BE49-F238E27FC236}">
                <a16:creationId xmlns:a16="http://schemas.microsoft.com/office/drawing/2014/main" id="{3AC63F04-F83E-4420-A60D-D93E2A19A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5075"/>
            <a:ext cx="792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 JSON response contains the observation:</a:t>
            </a:r>
          </a:p>
        </p:txBody>
      </p:sp>
      <p:sp>
        <p:nvSpPr>
          <p:cNvPr id="7" name="c3-shape-202">
            <a:extLst xmlns:a="http://schemas.openxmlformats.org/drawingml/2006/main">
              <a:ext uri="{FF2B5EF4-FFF2-40B4-BE49-F238E27FC236}">
                <a16:creationId xmlns:a16="http://schemas.microsoft.com/office/drawing/2014/main" id="{684684BA-9718-47BA-8785-4A6958D04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7924800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8" name="c3-text-203">
            <a:extLst xmlns:a="http://schemas.openxmlformats.org/drawingml/2006/main">
              <a:ext uri="{FF2B5EF4-FFF2-40B4-BE49-F238E27FC236}">
                <a16:creationId xmlns:a16="http://schemas.microsoft.com/office/drawing/2014/main" id="{49CC2052-4BC1-4834-B8BB-881A6E32D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75819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"name"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"Rome"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,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"main"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{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"temp"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</a:t>
            </a:r>
            <a:r>
              <a:rPr sz="1425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18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425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0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},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"weather"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[{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"description"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"clear sky"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}]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9" name="c3-text-327">
            <a:extLst xmlns:a="http://schemas.openxmlformats.org/drawingml/2006/main">
              <a:ext uri="{FF2B5EF4-FFF2-40B4-BE49-F238E27FC236}">
                <a16:creationId xmlns:a16="http://schemas.microsoft.com/office/drawing/2014/main" id="{954BD8B5-2DF3-4CDD-A089-E192F6747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30492371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204">
            <a:extLst xmlns:a="http://schemas.openxmlformats.org/drawingml/2006/main">
              <a:ext uri="{FF2B5EF4-FFF2-40B4-BE49-F238E27FC236}">
                <a16:creationId xmlns:a16="http://schemas.microsoft.com/office/drawing/2014/main" id="{1023444F-ADD0-4C84-8B24-90593BD5D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05">
            <a:extLst xmlns:a="http://schemas.openxmlformats.org/drawingml/2006/main">
              <a:ext uri="{FF2B5EF4-FFF2-40B4-BE49-F238E27FC236}">
                <a16:creationId xmlns:a16="http://schemas.microsoft.com/office/drawing/2014/main" id="{0372B8AF-6059-4E2C-A79D-AC36FAFA4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Get an OpenWeather API Key [10] [11]</a:t>
            </a:r>
          </a:p>
        </p:txBody>
      </p:sp>
      <p:sp>
        <p:nvSpPr>
          <p:cNvPr id="3" name="c3-text-206">
            <a:extLst xmlns:a="http://schemas.openxmlformats.org/drawingml/2006/main">
              <a:ext uri="{FF2B5EF4-FFF2-40B4-BE49-F238E27FC236}">
                <a16:creationId xmlns:a16="http://schemas.microsoft.com/office/drawing/2014/main" id="{1A532708-A2F8-42AA-8310-059E11B5A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07">
            <a:hlinkClick xmlns:r="http://schemas.openxmlformats.org/officeDocument/2006/relationships" xmlns:a="http://schemas.openxmlformats.org/drawingml/2006/main" r:id="R85cbd8b9c9f34c4f"/>
            <a:extLst xmlns:a="http://schemas.openxmlformats.org/drawingml/2006/main">
              <a:ext uri="{FF2B5EF4-FFF2-40B4-BE49-F238E27FC236}">
                <a16:creationId xmlns:a16="http://schemas.microsoft.com/office/drawing/2014/main" id="{5EA64679-ABD8-4BD4-8C82-1C33B5528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792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025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1. Create an OpenWeather account</a:t>
            </a:r>
          </a:p>
        </p:txBody>
      </p:sp>
      <p:sp>
        <p:nvSpPr>
          <p:cNvPr id="5" name="c3-text-208">
            <a:extLst xmlns:a="http://schemas.openxmlformats.org/drawingml/2006/main">
              <a:ext uri="{FF2B5EF4-FFF2-40B4-BE49-F238E27FC236}">
                <a16:creationId xmlns:a16="http://schemas.microsoft.com/office/drawing/2014/main" id="{86EFFD7E-0311-4668-85C3-DAFC17A75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57425"/>
            <a:ext cx="7924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2. Confirm your email using the verification message.</a:t>
            </a:r>
          </a:p>
        </p:txBody>
      </p:sp>
      <p:sp>
        <p:nvSpPr>
          <p:cNvPr id="6" name="c3-text-209">
            <a:hlinkClick xmlns:r="http://schemas.openxmlformats.org/officeDocument/2006/relationships" xmlns:a="http://schemas.openxmlformats.org/drawingml/2006/main" r:id="R369b5f4974104979"/>
            <a:extLst xmlns:a="http://schemas.openxmlformats.org/drawingml/2006/main">
              <a:ext uri="{FF2B5EF4-FFF2-40B4-BE49-F238E27FC236}">
                <a16:creationId xmlns:a16="http://schemas.microsoft.com/office/drawing/2014/main" id="{3B70FB41-381A-481F-B4D7-6383AB503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7924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025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3. Open API keys and copy your personal key (APPID)</a:t>
            </a:r>
          </a:p>
        </p:txBody>
      </p:sp>
      <p:sp>
        <p:nvSpPr>
          <p:cNvPr id="7" name="c3-text-210">
            <a:extLst xmlns:a="http://schemas.openxmlformats.org/drawingml/2006/main">
              <a:ext uri="{FF2B5EF4-FFF2-40B4-BE49-F238E27FC236}">
                <a16:creationId xmlns:a16="http://schemas.microsoft.com/office/drawing/2014/main" id="{CC0CB196-2459-4E3B-AEC5-1A5D5DFF2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7924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Create it before class: automatic activation can take up to two hours.</a:t>
            </a:r>
          </a:p>
        </p:txBody>
      </p:sp>
      <p:sp>
        <p:nvSpPr>
          <p:cNvPr id="8" name="c3-text-328">
            <a:extLst xmlns:a="http://schemas.openxmlformats.org/drawingml/2006/main">
              <a:ext uri="{FF2B5EF4-FFF2-40B4-BE49-F238E27FC236}">
                <a16:creationId xmlns:a16="http://schemas.microsoft.com/office/drawing/2014/main" id="{3DFA0FBF-A7F8-476F-8CC8-343656216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09027161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211">
            <a:extLst xmlns:a="http://schemas.openxmlformats.org/drawingml/2006/main">
              <a:ext uri="{FF2B5EF4-FFF2-40B4-BE49-F238E27FC236}">
                <a16:creationId xmlns:a16="http://schemas.microsoft.com/office/drawing/2014/main" id="{D2ACFB04-3EE7-4E77-993D-AA1204059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12">
            <a:extLst xmlns:a="http://schemas.openxmlformats.org/drawingml/2006/main">
              <a:ext uri="{FF2B5EF4-FFF2-40B4-BE49-F238E27FC236}">
                <a16:creationId xmlns:a16="http://schemas.microsoft.com/office/drawing/2014/main" id="{11B7671D-8CD3-4426-A3AA-18B4C26A8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Save Your API Key</a:t>
            </a:r>
          </a:p>
        </p:txBody>
      </p:sp>
      <p:sp>
        <p:nvSpPr>
          <p:cNvPr id="3" name="c3-text-213">
            <a:extLst xmlns:a="http://schemas.openxmlformats.org/drawingml/2006/main">
              <a:ext uri="{FF2B5EF4-FFF2-40B4-BE49-F238E27FC236}">
                <a16:creationId xmlns:a16="http://schemas.microsoft.com/office/drawing/2014/main" id="{7B7230A6-0143-4B6A-9106-B4A0E164C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14">
            <a:extLst xmlns:a="http://schemas.openxmlformats.org/drawingml/2006/main">
              <a:ext uri="{FF2B5EF4-FFF2-40B4-BE49-F238E27FC236}">
                <a16:creationId xmlns:a16="http://schemas.microsoft.com/office/drawing/2014/main" id="{F0347495-D2C8-4109-BCAE-233CF4CBB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7924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Save the key in a YAML file wherever you prefer.</a:t>
            </a:r>
          </a:p>
        </p:txBody>
      </p:sp>
      <p:sp>
        <p:nvSpPr>
          <p:cNvPr id="5" name="c3-shape-215">
            <a:extLst xmlns:a="http://schemas.openxmlformats.org/drawingml/2006/main">
              <a:ext uri="{FF2B5EF4-FFF2-40B4-BE49-F238E27FC236}">
                <a16:creationId xmlns:a16="http://schemas.microsoft.com/office/drawing/2014/main" id="{197AC459-E9EE-4F0D-AFB0-CA3E12085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79248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6" name="c3-text-216">
            <a:extLst xmlns:a="http://schemas.openxmlformats.org/drawingml/2006/main">
              <a:ext uri="{FF2B5EF4-FFF2-40B4-BE49-F238E27FC236}">
                <a16:creationId xmlns:a16="http://schemas.microsoft.com/office/drawing/2014/main" id="{9CD74D7B-793D-431A-BA8C-776270FF1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47950"/>
            <a:ext cx="758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api_key: </a:t>
            </a:r>
            <a:r>
              <a:rPr sz="187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"YOUR_OPENWEATHER_KEY"</a:t>
            </a:r>
          </a:p>
        </p:txBody>
      </p:sp>
      <p:sp>
        <p:nvSpPr>
          <p:cNvPr id="7" name="c3-text-217">
            <a:extLst xmlns:a="http://schemas.openxmlformats.org/drawingml/2006/main">
              <a:ext uri="{FF2B5EF4-FFF2-40B4-BE49-F238E27FC236}">
                <a16:creationId xmlns:a16="http://schemas.microsoft.com/office/drawing/2014/main" id="{86F49F58-2170-4CF8-8464-633889CB4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7924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Tell Codex the file path so the weather agent can read it.</a:t>
            </a:r>
          </a:p>
        </p:txBody>
      </p:sp>
      <p:sp>
        <p:nvSpPr>
          <p:cNvPr id="8" name="c3-text-329">
            <a:extLst xmlns:a="http://schemas.openxmlformats.org/drawingml/2006/main">
              <a:ext uri="{FF2B5EF4-FFF2-40B4-BE49-F238E27FC236}">
                <a16:creationId xmlns:a16="http://schemas.microsoft.com/office/drawing/2014/main" id="{45F70CF9-EECD-47E7-8536-CCA458792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1893080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3-text-218">
            <a:extLst xmlns:a="http://schemas.openxmlformats.org/drawingml/2006/main">
              <a:ext uri="{FF2B5EF4-FFF2-40B4-BE49-F238E27FC236}">
                <a16:creationId xmlns:a16="http://schemas.microsoft.com/office/drawing/2014/main" id="{F633E076-23EC-43D2-82F7-8F9FEFA28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19">
            <a:extLst xmlns:a="http://schemas.openxmlformats.org/drawingml/2006/main">
              <a:ext uri="{FF2B5EF4-FFF2-40B4-BE49-F238E27FC236}">
                <a16:creationId xmlns:a16="http://schemas.microsoft.com/office/drawing/2014/main" id="{C8EE6522-BC28-4AB7-B410-72DE10395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Coding Agents [5] [6]</a:t>
            </a:r>
          </a:p>
        </p:txBody>
      </p:sp>
      <p:sp>
        <p:nvSpPr>
          <p:cNvPr id="3" name="c3-text-220">
            <a:extLst xmlns:a="http://schemas.openxmlformats.org/drawingml/2006/main">
              <a:ext uri="{FF2B5EF4-FFF2-40B4-BE49-F238E27FC236}">
                <a16:creationId xmlns:a16="http://schemas.microsoft.com/office/drawing/2014/main" id="{388C9C72-CF3A-456F-BFAF-9785ED38C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21">
            <a:extLst xmlns:a="http://schemas.openxmlformats.org/drawingml/2006/main">
              <a:ext uri="{FF2B5EF4-FFF2-40B4-BE49-F238E27FC236}">
                <a16:creationId xmlns:a16="http://schemas.microsoft.com/office/drawing/2014/main" id="{8762DEFB-0BF8-4E02-ADC2-8C12D987E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7924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Claude Code (Anthropic) and Codex (OpenAI)</a:t>
            </a:r>
          </a:p>
        </p:txBody>
      </p:sp>
      <p:sp>
        <p:nvSpPr>
          <p:cNvPr id="5" name="c3-text-222">
            <a:extLst xmlns:a="http://schemas.openxmlformats.org/drawingml/2006/main">
              <a:ext uri="{FF2B5EF4-FFF2-40B4-BE49-F238E27FC236}">
                <a16:creationId xmlns:a16="http://schemas.microsoft.com/office/drawing/2014/main" id="{2CA5422B-409A-436D-A657-B1B2AD1F6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19350"/>
            <a:ext cx="7924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They read project files, write code and run it to check the result.</a:t>
            </a:r>
          </a:p>
        </p:txBody>
      </p:sp>
      <p:sp>
        <p:nvSpPr>
          <p:cNvPr id="6" name="c3-text-223">
            <a:extLst xmlns:a="http://schemas.openxmlformats.org/drawingml/2006/main">
              <a:ext uri="{FF2B5EF4-FFF2-40B4-BE49-F238E27FC236}">
                <a16:creationId xmlns:a16="http://schemas.microsoft.com/office/drawing/2014/main" id="{784D0841-2188-4388-82F4-FD5E4752D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05200"/>
            <a:ext cx="7924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Give a goal, inspect the changes, try the result and ask for improvements.</a:t>
            </a:r>
          </a:p>
        </p:txBody>
      </p:sp>
      <p:sp>
        <p:nvSpPr>
          <p:cNvPr id="7" name="c3-text-330">
            <a:extLst xmlns:a="http://schemas.openxmlformats.org/drawingml/2006/main">
              <a:ext uri="{FF2B5EF4-FFF2-40B4-BE49-F238E27FC236}">
                <a16:creationId xmlns:a16="http://schemas.microsoft.com/office/drawing/2014/main" id="{645F7CD2-0ED5-4F68-862D-F375F617F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44004245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3-text-224">
            <a:extLst xmlns:a="http://schemas.openxmlformats.org/drawingml/2006/main">
              <a:ext uri="{FF2B5EF4-FFF2-40B4-BE49-F238E27FC236}">
                <a16:creationId xmlns:a16="http://schemas.microsoft.com/office/drawing/2014/main" id="{37F619D1-409E-4C15-85F6-D168F3102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25">
            <a:extLst xmlns:a="http://schemas.openxmlformats.org/drawingml/2006/main">
              <a:ext uri="{FF2B5EF4-FFF2-40B4-BE49-F238E27FC236}">
                <a16:creationId xmlns:a16="http://schemas.microsoft.com/office/drawing/2014/main" id="{35EE843E-237A-4B4A-A7A4-D4DD51DD8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Codex: Installation and Setup [5]</a:t>
            </a:r>
          </a:p>
        </p:txBody>
      </p:sp>
      <p:sp>
        <p:nvSpPr>
          <p:cNvPr id="3" name="c3-text-226">
            <a:extLst xmlns:a="http://schemas.openxmlformats.org/drawingml/2006/main">
              <a:ext uri="{FF2B5EF4-FFF2-40B4-BE49-F238E27FC236}">
                <a16:creationId xmlns:a16="http://schemas.microsoft.com/office/drawing/2014/main" id="{EACE46FA-52B6-4882-9F10-F54E14215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27">
            <a:hlinkClick xmlns:r="http://schemas.openxmlformats.org/officeDocument/2006/relationships" xmlns:a="http://schemas.openxmlformats.org/drawingml/2006/main" r:id="R2854282db2604d00"/>
            <a:extLst xmlns:a="http://schemas.openxmlformats.org/drawingml/2006/main">
              <a:ext uri="{FF2B5EF4-FFF2-40B4-BE49-F238E27FC236}">
                <a16:creationId xmlns:a16="http://schemas.microsoft.com/office/drawing/2014/main" id="{DEDFAE33-582E-4406-9F61-0F35D454B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7924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950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1. Install the desktop app from the official quickstart</a:t>
            </a:r>
          </a:p>
        </p:txBody>
      </p:sp>
      <p:sp>
        <p:nvSpPr>
          <p:cNvPr id="5" name="c3-text-228">
            <a:extLst xmlns:a="http://schemas.openxmlformats.org/drawingml/2006/main">
              <a:ext uri="{FF2B5EF4-FFF2-40B4-BE49-F238E27FC236}">
                <a16:creationId xmlns:a16="http://schemas.microsoft.com/office/drawing/2014/main" id="{F0DD033A-226E-42EA-99DF-09042A9A1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7924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2. Sign in with ChatGPT and open a new folder: codex-demo.</a:t>
            </a:r>
          </a:p>
        </p:txBody>
      </p:sp>
      <p:sp>
        <p:nvSpPr>
          <p:cNvPr id="6" name="c3-text-229">
            <a:extLst xmlns:a="http://schemas.openxmlformats.org/drawingml/2006/main">
              <a:ext uri="{FF2B5EF4-FFF2-40B4-BE49-F238E27FC236}">
                <a16:creationId xmlns:a16="http://schemas.microsoft.com/office/drawing/2014/main" id="{D319E83A-21B2-4FD1-82C0-381AD0446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7924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3. Try one small task before opening the course project.</a:t>
            </a:r>
          </a:p>
        </p:txBody>
      </p:sp>
      <p:sp>
        <p:nvSpPr>
          <p:cNvPr id="7" name="c3-text-331">
            <a:extLst xmlns:a="http://schemas.openxmlformats.org/drawingml/2006/main">
              <a:ext uri="{FF2B5EF4-FFF2-40B4-BE49-F238E27FC236}">
                <a16:creationId xmlns:a16="http://schemas.microsoft.com/office/drawing/2014/main" id="{3729CDA6-78F0-4F01-AEB5-3477771C3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87301511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3-text-230">
            <a:extLst xmlns:a="http://schemas.openxmlformats.org/drawingml/2006/main">
              <a:ext uri="{FF2B5EF4-FFF2-40B4-BE49-F238E27FC236}">
                <a16:creationId xmlns:a16="http://schemas.microsoft.com/office/drawing/2014/main" id="{CC772A37-87F4-4105-B43C-E5B146871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31">
            <a:extLst xmlns:a="http://schemas.openxmlformats.org/drawingml/2006/main">
              <a:ext uri="{FF2B5EF4-FFF2-40B4-BE49-F238E27FC236}">
                <a16:creationId xmlns:a16="http://schemas.microsoft.com/office/drawing/2014/main" id="{A50372F1-5D64-4725-9525-244D1FCD1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Codex Demo: A Browser Game</a:t>
            </a:r>
          </a:p>
        </p:txBody>
      </p:sp>
      <p:sp>
        <p:nvSpPr>
          <p:cNvPr id="3" name="c3-text-232">
            <a:extLst xmlns:a="http://schemas.openxmlformats.org/drawingml/2006/main">
              <a:ext uri="{FF2B5EF4-FFF2-40B4-BE49-F238E27FC236}">
                <a16:creationId xmlns:a16="http://schemas.microsoft.com/office/drawing/2014/main" id="{B6A9E145-3537-4614-B1A4-A73F1ED09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33">
            <a:extLst xmlns:a="http://schemas.openxmlformats.org/drawingml/2006/main">
              <a:ext uri="{FF2B5EF4-FFF2-40B4-BE49-F238E27FC236}">
                <a16:creationId xmlns:a16="http://schemas.microsoft.com/office/drawing/2014/main" id="{3F8A202B-3991-4929-974B-45E453D30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7924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Ask Codex in the empty codex-demo folder:</a:t>
            </a:r>
          </a:p>
        </p:txBody>
      </p:sp>
      <p:sp>
        <p:nvSpPr>
          <p:cNvPr id="5" name="c3-text-234">
            <a:extLst xmlns:a="http://schemas.openxmlformats.org/drawingml/2006/main">
              <a:ext uri="{FF2B5EF4-FFF2-40B4-BE49-F238E27FC236}">
                <a16:creationId xmlns:a16="http://schemas.microsoft.com/office/drawing/2014/main" id="{2F95CDD3-D1D5-4B6E-9D2C-5F9E0A565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79248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Create a simple, lightweight game in the style of {game style}.</a:t>
            </a:r>
          </a:p>
          <a:p xmlns:a="http://schemas.openxmlformats.org/drawingml/2006/main">
            <a:pPr>
              <a:defRPr sz="187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Put HTML, CSS and JavaScript in one index.html file.</a:t>
            </a:r>
          </a:p>
          <a:p xmlns:a="http://schemas.openxmlformats.org/drawingml/2006/main">
            <a:pPr>
              <a:defRPr sz="187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It should open directly in a browser.</a:t>
            </a:r>
          </a:p>
          <a:p xmlns:a="http://schemas.openxmlformats.org/drawingml/2006/main">
            <a:pPr>
              <a:defRPr sz="187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Add clear controls, a score and a restart button.</a:t>
            </a:r>
          </a:p>
        </p:txBody>
      </p:sp>
      <p:sp>
        <p:nvSpPr>
          <p:cNvPr id="6" name="c3-text-235">
            <a:extLst xmlns:a="http://schemas.openxmlformats.org/drawingml/2006/main">
              <a:ext uri="{FF2B5EF4-FFF2-40B4-BE49-F238E27FC236}">
                <a16:creationId xmlns:a16="http://schemas.microsoft.com/office/drawing/2014/main" id="{0D1CB533-7CBA-4D46-A703-AB3549862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792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Choose a style: Snake, Pong, a platformer or an endless runner.</a:t>
            </a:r>
          </a:p>
        </p:txBody>
      </p:sp>
      <p:sp>
        <p:nvSpPr>
          <p:cNvPr id="7" name="c3-text-332">
            <a:extLst xmlns:a="http://schemas.openxmlformats.org/drawingml/2006/main">
              <a:ext uri="{FF2B5EF4-FFF2-40B4-BE49-F238E27FC236}">
                <a16:creationId xmlns:a16="http://schemas.microsoft.com/office/drawing/2014/main" id="{A907DAD1-B371-4BF6-884A-742CB6246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300253567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236">
            <a:extLst xmlns:a="http://schemas.openxmlformats.org/drawingml/2006/main">
              <a:ext uri="{FF2B5EF4-FFF2-40B4-BE49-F238E27FC236}">
                <a16:creationId xmlns:a16="http://schemas.microsoft.com/office/drawing/2014/main" id="{DAD24F00-8B48-47B2-8D6D-E8F6163EB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37">
            <a:extLst xmlns:a="http://schemas.openxmlformats.org/drawingml/2006/main">
              <a:ext uri="{FF2B5EF4-FFF2-40B4-BE49-F238E27FC236}">
                <a16:creationId xmlns:a16="http://schemas.microsoft.com/office/drawing/2014/main" id="{EC3D3A27-E2D8-490A-8A54-A6FD03937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Exercise 1: A Virtual Meteorologist</a:t>
            </a:r>
          </a:p>
        </p:txBody>
      </p:sp>
      <p:sp>
        <p:nvSpPr>
          <p:cNvPr id="3" name="c3-text-238">
            <a:extLst xmlns:a="http://schemas.openxmlformats.org/drawingml/2006/main">
              <a:ext uri="{FF2B5EF4-FFF2-40B4-BE49-F238E27FC236}">
                <a16:creationId xmlns:a16="http://schemas.microsoft.com/office/drawing/2014/main" id="{E095E4C0-0704-4778-A855-027623A8A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39">
            <a:extLst xmlns:a="http://schemas.openxmlformats.org/drawingml/2006/main">
              <a:ext uri="{FF2B5EF4-FFF2-40B4-BE49-F238E27FC236}">
                <a16:creationId xmlns:a16="http://schemas.microsoft.com/office/drawing/2014/main" id="{92E8CCE9-4E2A-4AA8-9756-49DA939BC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7924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Open the course project and start from langgraph_avatar_agent.py.</a:t>
            </a:r>
          </a:p>
        </p:txBody>
      </p:sp>
      <p:sp>
        <p:nvSpPr>
          <p:cNvPr id="5" name="c3-text-240">
            <a:extLst xmlns:a="http://schemas.openxmlformats.org/drawingml/2006/main">
              <a:ext uri="{FF2B5EF4-FFF2-40B4-BE49-F238E27FC236}">
                <a16:creationId xmlns:a16="http://schemas.microsoft.com/office/drawing/2014/main" id="{E4738E5B-12A6-4117-AD17-5E379E521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7924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Use Codex to add current weather while keeping memory and animations.</a:t>
            </a:r>
          </a:p>
        </p:txBody>
      </p:sp>
      <p:sp>
        <p:nvSpPr>
          <p:cNvPr id="6" name="c3-text-241">
            <a:extLst xmlns:a="http://schemas.openxmlformats.org/drawingml/2006/main">
              <a:ext uri="{FF2B5EF4-FFF2-40B4-BE49-F238E27FC236}">
                <a16:creationId xmlns:a16="http://schemas.microsoft.com/office/drawing/2014/main" id="{14006600-A2C0-4979-9431-CA88C65C8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7924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First version: spoken replies and avatar behaviour. Leave the board unused.</a:t>
            </a:r>
          </a:p>
        </p:txBody>
      </p:sp>
      <p:sp>
        <p:nvSpPr>
          <p:cNvPr id="7" name="c3-text-242">
            <a:hlinkClick xmlns:r="http://schemas.openxmlformats.org/officeDocument/2006/relationships" xmlns:a="http://schemas.openxmlformats.org/drawingml/2006/main" r:id="Re303a40deccc437b"/>
            <a:extLst xmlns:a="http://schemas.openxmlformats.org/drawingml/2006/main">
              <a:ext uri="{FF2B5EF4-FFF2-40B4-BE49-F238E27FC236}">
                <a16:creationId xmlns:a16="http://schemas.microsoft.com/office/drawing/2014/main" id="{A4B04F2C-ADBA-48B2-907A-672E85B90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86275"/>
            <a:ext cx="792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Exercise brief and complete Codex prompt</a:t>
            </a:r>
          </a:p>
        </p:txBody>
      </p:sp>
      <p:sp>
        <p:nvSpPr>
          <p:cNvPr id="8" name="c3-text-333">
            <a:extLst xmlns:a="http://schemas.openxmlformats.org/drawingml/2006/main">
              <a:ext uri="{FF2B5EF4-FFF2-40B4-BE49-F238E27FC236}">
                <a16:creationId xmlns:a16="http://schemas.microsoft.com/office/drawing/2014/main" id="{0A81B57E-65E5-4D84-9924-270D09AFB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860933013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3-text-243">
            <a:extLst xmlns:a="http://schemas.openxmlformats.org/drawingml/2006/main">
              <a:ext uri="{FF2B5EF4-FFF2-40B4-BE49-F238E27FC236}">
                <a16:creationId xmlns:a16="http://schemas.microsoft.com/office/drawing/2014/main" id="{C1B28781-9CB8-4BAC-A192-67083F3F1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44">
            <a:extLst xmlns:a="http://schemas.openxmlformats.org/drawingml/2006/main">
              <a:ext uri="{FF2B5EF4-FFF2-40B4-BE49-F238E27FC236}">
                <a16:creationId xmlns:a16="http://schemas.microsoft.com/office/drawing/2014/main" id="{33DACAB2-9A65-4E16-84A2-FE98B2876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Prompt: Create the Weather Agent</a:t>
            </a:r>
          </a:p>
        </p:txBody>
      </p:sp>
      <p:sp>
        <p:nvSpPr>
          <p:cNvPr id="3" name="c3-text-245">
            <a:extLst xmlns:a="http://schemas.openxmlformats.org/drawingml/2006/main">
              <a:ext uri="{FF2B5EF4-FFF2-40B4-BE49-F238E27FC236}">
                <a16:creationId xmlns:a16="http://schemas.microsoft.com/office/drawing/2014/main" id="{28AD9BA9-336E-481F-BDA2-4F7B257C6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46">
            <a:extLst xmlns:a="http://schemas.openxmlformats.org/drawingml/2006/main">
              <a:ext uri="{FF2B5EF4-FFF2-40B4-BE49-F238E27FC236}">
                <a16:creationId xmlns:a16="http://schemas.microsoft.com/office/drawing/2014/main" id="{E222BD82-0F34-4969-9802-3302822F6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7924800" cy="270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Create weather_avatar_agent.py from langgraph_avatar_agent.py.</a:t>
            </a:r>
          </a:p>
          <a:p xmlns:a="http://schemas.openxmlformats.org/drawingml/2006/main">
            <a:pPr>
              <a:defRPr sz="18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Use OpenWeather for current-weather questions.</a:t>
            </a:r>
          </a:p>
          <a:p xmlns:a="http://schemas.openxmlformats.org/drawingml/2006/main">
            <a:pPr>
              <a:defRPr sz="18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Read the key from the YAML file I specify.</a:t>
            </a:r>
          </a:p>
          <a:p xmlns:a="http://schemas.openxmlformats.org/drawingml/2006/main">
            <a:pPr>
              <a:defRPr sz="18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Keep memory, animations and Clear conversation.</a:t>
            </a:r>
          </a:p>
          <a:p xmlns:a="http://schemas.openxmlformats.org/drawingml/2006/main">
            <a:pPr>
              <a:defRPr sz="18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Speech: spoken words only, no emoji or written actions.</a:t>
            </a:r>
          </a:p>
          <a:p xmlns:a="http://schemas.openxmlformats.org/drawingml/2006/main">
            <a:pPr>
              <a:defRPr sz="18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Use chat and message prompt templates.</a:t>
            </a:r>
          </a:p>
          <a:p xmlns:a="http://schemas.openxmlformats.org/drawingml/2006/main">
            <a:pPr>
              <a:defRPr sz="18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Return whiteboard=None. Keep the original agent unchanged.</a:t>
            </a:r>
          </a:p>
          <a:p xmlns:a="http://schemas.openxmlformats.org/drawingml/2006/main">
            <a:pPr>
              <a:defRPr sz="18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Show how to select and test the new agent.</a:t>
            </a:r>
          </a:p>
        </p:txBody>
      </p:sp>
      <p:sp>
        <p:nvSpPr>
          <p:cNvPr id="5" name="c3-text-247">
            <a:extLst xmlns:a="http://schemas.openxmlformats.org/drawingml/2006/main">
              <a:ext uri="{FF2B5EF4-FFF2-40B4-BE49-F238E27FC236}">
                <a16:creationId xmlns:a16="http://schemas.microsoft.com/office/drawing/2014/main" id="{0293B8DA-3E90-4880-842F-A22F8718A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52925"/>
            <a:ext cx="7924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Ask Codex to explain its plan, then review the diff and run the avatar.</a:t>
            </a:r>
          </a:p>
        </p:txBody>
      </p:sp>
      <p:sp>
        <p:nvSpPr>
          <p:cNvPr id="6" name="c3-text-334">
            <a:extLst xmlns:a="http://schemas.openxmlformats.org/drawingml/2006/main">
              <a:ext uri="{FF2B5EF4-FFF2-40B4-BE49-F238E27FC236}">
                <a16:creationId xmlns:a16="http://schemas.microsoft.com/office/drawing/2014/main" id="{8F827FD7-D6A8-4BA5-AC06-2E0773F5D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855797026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248">
            <a:extLst xmlns:a="http://schemas.openxmlformats.org/drawingml/2006/main">
              <a:ext uri="{FF2B5EF4-FFF2-40B4-BE49-F238E27FC236}">
                <a16:creationId xmlns:a16="http://schemas.microsoft.com/office/drawing/2014/main" id="{9F4A8A6A-1DEC-4354-A3E7-7E6B088EB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49">
            <a:extLst xmlns:a="http://schemas.openxmlformats.org/drawingml/2006/main">
              <a:ext uri="{FF2B5EF4-FFF2-40B4-BE49-F238E27FC236}">
                <a16:creationId xmlns:a16="http://schemas.microsoft.com/office/drawing/2014/main" id="{23D2DEC5-E5B2-48E7-BAD8-7F910FB4E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Test the First Weather Agent</a:t>
            </a:r>
          </a:p>
        </p:txBody>
      </p:sp>
      <p:sp>
        <p:nvSpPr>
          <p:cNvPr id="3" name="c3-text-250">
            <a:extLst xmlns:a="http://schemas.openxmlformats.org/drawingml/2006/main">
              <a:ext uri="{FF2B5EF4-FFF2-40B4-BE49-F238E27FC236}">
                <a16:creationId xmlns:a16="http://schemas.microsoft.com/office/drawing/2014/main" id="{F4DDB498-4177-4E96-84E6-6386D5532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51">
            <a:extLst xmlns:a="http://schemas.openxmlformats.org/drawingml/2006/main">
              <a:ext uri="{FF2B5EF4-FFF2-40B4-BE49-F238E27FC236}">
                <a16:creationId xmlns:a16="http://schemas.microsoft.com/office/drawing/2014/main" id="{8BA723DE-5C0E-4305-A0EA-6B3AC4B0B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7924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Introduce yourself, then ask the avatar to recall your name.</a:t>
            </a:r>
          </a:p>
        </p:txBody>
      </p:sp>
      <p:sp>
        <p:nvSpPr>
          <p:cNvPr id="5" name="c3-text-252">
            <a:extLst xmlns:a="http://schemas.openxmlformats.org/drawingml/2006/main">
              <a:ext uri="{FF2B5EF4-FFF2-40B4-BE49-F238E27FC236}">
                <a16:creationId xmlns:a16="http://schemas.microsoft.com/office/drawing/2014/main" id="{09A65207-6CF4-433D-917E-2CECA0D9D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7924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Ask for Rome, Italy. Follow with: What about Milan?</a:t>
            </a:r>
          </a:p>
        </p:txBody>
      </p:sp>
      <p:sp>
        <p:nvSpPr>
          <p:cNvPr id="6" name="c3-text-253">
            <a:extLst xmlns:a="http://schemas.openxmlformats.org/drawingml/2006/main">
              <a:ext uri="{FF2B5EF4-FFF2-40B4-BE49-F238E27FC236}">
                <a16:creationId xmlns:a16="http://schemas.microsoft.com/office/drawing/2014/main" id="{6252CEF8-F5E4-487B-96FC-2E10851DA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90875"/>
            <a:ext cx="7924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Ask for a happy greeting and check the animation. Clear and retry.</a:t>
            </a:r>
          </a:p>
        </p:txBody>
      </p:sp>
      <p:sp>
        <p:nvSpPr>
          <p:cNvPr id="7" name="c3-text-254">
            <a:extLst xmlns:a="http://schemas.openxmlformats.org/drawingml/2006/main">
              <a:ext uri="{FF2B5EF4-FFF2-40B4-BE49-F238E27FC236}">
                <a16:creationId xmlns:a16="http://schemas.microsoft.com/office/drawing/2014/main" id="{6E714C41-2DDC-4FDF-AA24-8E9CD2CD4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7924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Check an API failure. The first version does not update the board.</a:t>
            </a:r>
          </a:p>
        </p:txBody>
      </p:sp>
      <p:sp>
        <p:nvSpPr>
          <p:cNvPr id="8" name="c3-text-335">
            <a:extLst xmlns:a="http://schemas.openxmlformats.org/drawingml/2006/main">
              <a:ext uri="{FF2B5EF4-FFF2-40B4-BE49-F238E27FC236}">
                <a16:creationId xmlns:a16="http://schemas.microsoft.com/office/drawing/2014/main" id="{1C015711-74AA-46D5-8ADE-5D3E5D9CE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09992973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3-text-255">
            <a:extLst xmlns:a="http://schemas.openxmlformats.org/drawingml/2006/main">
              <a:ext uri="{FF2B5EF4-FFF2-40B4-BE49-F238E27FC236}">
                <a16:creationId xmlns:a16="http://schemas.microsoft.com/office/drawing/2014/main" id="{B8CB9F2F-F27A-455C-8D00-58FBAF3F6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56">
            <a:extLst xmlns:a="http://schemas.openxmlformats.org/drawingml/2006/main">
              <a:ext uri="{FF2B5EF4-FFF2-40B4-BE49-F238E27FC236}">
                <a16:creationId xmlns:a16="http://schemas.microsoft.com/office/drawing/2014/main" id="{133310B7-4D5A-4D0C-958F-E557835D2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How Could We Use the Whiteboard?</a:t>
            </a:r>
          </a:p>
        </p:txBody>
      </p:sp>
      <p:sp>
        <p:nvSpPr>
          <p:cNvPr id="3" name="c3-text-257">
            <a:extLst xmlns:a="http://schemas.openxmlformats.org/drawingml/2006/main">
              <a:ext uri="{FF2B5EF4-FFF2-40B4-BE49-F238E27FC236}">
                <a16:creationId xmlns:a16="http://schemas.microsoft.com/office/drawing/2014/main" id="{A05616C7-8F38-471F-9A72-F30F19E68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58">
            <a:extLst xmlns:a="http://schemas.openxmlformats.org/drawingml/2006/main">
              <a:ext uri="{FF2B5EF4-FFF2-40B4-BE49-F238E27FC236}">
                <a16:creationId xmlns:a16="http://schemas.microsoft.com/office/drawing/2014/main" id="{17D37894-8CB6-4F55-B7E3-1D480C8FE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7924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The weather presenter works. How could an image help?</a:t>
            </a:r>
          </a:p>
        </p:txBody>
      </p:sp>
      <p:sp>
        <p:nvSpPr>
          <p:cNvPr id="5" name="c3-text-259">
            <a:extLst xmlns:a="http://schemas.openxmlformats.org/drawingml/2006/main">
              <a:ext uri="{FF2B5EF4-FFF2-40B4-BE49-F238E27FC236}">
                <a16:creationId xmlns:a16="http://schemas.microsoft.com/office/drawing/2014/main" id="{40362B9E-D93B-430E-8273-A92D47702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7924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Show an image that represents the weather requested.</a:t>
            </a:r>
          </a:p>
        </p:txBody>
      </p:sp>
      <p:sp>
        <p:nvSpPr>
          <p:cNvPr id="6" name="c3-text-260">
            <a:extLst xmlns:a="http://schemas.openxmlformats.org/drawingml/2006/main">
              <a:ext uri="{FF2B5EF4-FFF2-40B4-BE49-F238E27FC236}">
                <a16:creationId xmlns:a16="http://schemas.microsoft.com/office/drawing/2014/main" id="{8E2999D7-F9B1-4D6C-83A1-5FFAB3383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7924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Write your own Codex prompt to extend the agent.</a:t>
            </a:r>
          </a:p>
        </p:txBody>
      </p:sp>
      <p:sp>
        <p:nvSpPr>
          <p:cNvPr id="7" name="c3-text-336">
            <a:extLst xmlns:a="http://schemas.openxmlformats.org/drawingml/2006/main">
              <a:ext uri="{FF2B5EF4-FFF2-40B4-BE49-F238E27FC236}">
                <a16:creationId xmlns:a16="http://schemas.microsoft.com/office/drawing/2014/main" id="{4892A241-D65E-4F04-BC0A-C93C233CD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31858399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3-text-261">
            <a:extLst xmlns:a="http://schemas.openxmlformats.org/drawingml/2006/main">
              <a:ext uri="{FF2B5EF4-FFF2-40B4-BE49-F238E27FC236}">
                <a16:creationId xmlns:a16="http://schemas.microsoft.com/office/drawing/2014/main" id="{3B485274-DC43-4603-BFCB-DFB2D9A44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62">
            <a:extLst xmlns:a="http://schemas.openxmlformats.org/drawingml/2006/main">
              <a:ext uri="{FF2B5EF4-FFF2-40B4-BE49-F238E27FC236}">
                <a16:creationId xmlns:a16="http://schemas.microsoft.com/office/drawing/2014/main" id="{09C0C40B-45A7-40CB-9676-4531C7ED7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Whiteboard Playground</a:t>
            </a:r>
          </a:p>
        </p:txBody>
      </p:sp>
      <p:sp>
        <p:nvSpPr>
          <p:cNvPr id="3" name="c3-text-263">
            <a:extLst xmlns:a="http://schemas.openxmlformats.org/drawingml/2006/main">
              <a:ext uri="{FF2B5EF4-FFF2-40B4-BE49-F238E27FC236}">
                <a16:creationId xmlns:a16="http://schemas.microsoft.com/office/drawing/2014/main" id="{271D71DE-F085-45F6-9FB2-EA94B1650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64">
            <a:extLst xmlns:a="http://schemas.openxmlformats.org/drawingml/2006/main">
              <a:ext uri="{FF2B5EF4-FFF2-40B4-BE49-F238E27FC236}">
                <a16:creationId xmlns:a16="http://schemas.microsoft.com/office/drawing/2014/main" id="{CAFB5803-15ED-43B1-868A-DCAFA8E64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7924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Upload an image and apply it to the avatar scene.</a:t>
            </a:r>
          </a:p>
        </p:txBody>
      </p:sp>
      <p:sp>
        <p:nvSpPr>
          <p:cNvPr id="5" name="c3-text-265">
            <a:extLst xmlns:a="http://schemas.openxmlformats.org/drawingml/2006/main">
              <a:ext uri="{FF2B5EF4-FFF2-40B4-BE49-F238E27FC236}">
                <a16:creationId xmlns:a16="http://schemas.microsoft.com/office/drawing/2014/main" id="{DC881D61-7486-449B-AEAC-5E5C4E980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7924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Replace it, keep it unchanged, then clear it.</a:t>
            </a:r>
          </a:p>
        </p:txBody>
      </p:sp>
      <p:sp>
        <p:nvSpPr>
          <p:cNvPr id="6" name="c3-text-266">
            <a:extLst xmlns:a="http://schemas.openxmlformats.org/drawingml/2006/main">
              <a:ext uri="{FF2B5EF4-FFF2-40B4-BE49-F238E27FC236}">
                <a16:creationId xmlns:a16="http://schemas.microsoft.com/office/drawing/2014/main" id="{9A8D5EEE-E273-4061-80BF-F1D3C86D6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7924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What would our weather agent need to automate?</a:t>
            </a:r>
          </a:p>
        </p:txBody>
      </p:sp>
      <p:sp>
        <p:nvSpPr>
          <p:cNvPr id="7" name="c3-text-337">
            <a:extLst xmlns:a="http://schemas.openxmlformats.org/drawingml/2006/main">
              <a:ext uri="{FF2B5EF4-FFF2-40B4-BE49-F238E27FC236}">
                <a16:creationId xmlns:a16="http://schemas.microsoft.com/office/drawing/2014/main" id="{C14AF20C-B1BA-4563-B4C7-7371762C1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480735921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267">
            <a:extLst xmlns:a="http://schemas.openxmlformats.org/drawingml/2006/main">
              <a:ext uri="{FF2B5EF4-FFF2-40B4-BE49-F238E27FC236}">
                <a16:creationId xmlns:a16="http://schemas.microsoft.com/office/drawing/2014/main" id="{F0AB1ED8-A00C-40A2-BF01-DCE142816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68">
            <a:extLst xmlns:a="http://schemas.openxmlformats.org/drawingml/2006/main">
              <a:ext uri="{FF2B5EF4-FFF2-40B4-BE49-F238E27FC236}">
                <a16:creationId xmlns:a16="http://schemas.microsoft.com/office/drawing/2014/main" id="{520EED1C-2F64-4BA6-84E2-87D6933A2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Exercise 2: Write Your Own Prompt</a:t>
            </a:r>
          </a:p>
        </p:txBody>
      </p:sp>
      <p:sp>
        <p:nvSpPr>
          <p:cNvPr id="3" name="c3-text-269">
            <a:extLst xmlns:a="http://schemas.openxmlformats.org/drawingml/2006/main">
              <a:ext uri="{FF2B5EF4-FFF2-40B4-BE49-F238E27FC236}">
                <a16:creationId xmlns:a16="http://schemas.microsoft.com/office/drawing/2014/main" id="{FA8DF5E1-D69A-471E-831D-1279C6996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70">
            <a:extLst xmlns:a="http://schemas.openxmlformats.org/drawingml/2006/main">
              <a:ext uri="{FF2B5EF4-FFF2-40B4-BE49-F238E27FC236}">
                <a16:creationId xmlns:a16="http://schemas.microsoft.com/office/drawing/2014/main" id="{C6D409DD-8CCD-4325-8D40-9033273D8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14475"/>
            <a:ext cx="7924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Ask Codex to show a weather image on the whiteboard.</a:t>
            </a:r>
          </a:p>
        </p:txBody>
      </p:sp>
      <p:sp>
        <p:nvSpPr>
          <p:cNvPr id="5" name="c3-text-271">
            <a:extLst xmlns:a="http://schemas.openxmlformats.org/drawingml/2006/main">
              <a:ext uri="{FF2B5EF4-FFF2-40B4-BE49-F238E27FC236}">
                <a16:creationId xmlns:a16="http://schemas.microsoft.com/office/drawing/2014/main" id="{6C74C18E-9AB9-4AB1-A7A2-2E93644BD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76475"/>
            <a:ext cx="7924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7FA8E3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7FA8E3"/>
                </a:solidFill>
                <a:latin typeface="Consolas"/>
                <a:ea typeface="Consolas"/>
                <a:cs typeface="Consolas"/>
              </a:rPr>
              <a:t>Agent: virtual_human_project/vh_cognitive_architecture_server/</a:t>
            </a:r>
          </a:p>
          <a:p xmlns:a="http://schemas.openxmlformats.org/drawingml/2006/main">
            <a:pPr>
              <a:defRPr sz="1425" b="0">
                <a:solidFill>
                  <a:srgbClr val="7FA8E3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7FA8E3"/>
                </a:solidFill>
                <a:latin typeface="Consolas"/>
                <a:ea typeface="Consolas"/>
                <a:cs typeface="Consolas"/>
              </a:rPr>
              <a:t>agents/Module_2/Chapter_03/weather_avatar_agent.py</a:t>
            </a:r>
          </a:p>
        </p:txBody>
      </p:sp>
      <p:sp>
        <p:nvSpPr>
          <p:cNvPr id="6" name="c3-text-272">
            <a:extLst xmlns:a="http://schemas.openxmlformats.org/drawingml/2006/main">
              <a:ext uri="{FF2B5EF4-FFF2-40B4-BE49-F238E27FC236}">
                <a16:creationId xmlns:a16="http://schemas.microsoft.com/office/drawing/2014/main" id="{ECF52579-3DBF-45F4-9459-AD70D6C03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7924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7FA8E3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7FA8E3"/>
                </a:solidFill>
                <a:latin typeface="Consolas"/>
                <a:ea typeface="Consolas"/>
                <a:cs typeface="Consolas"/>
              </a:rPr>
              <a:t>API: virtual_human_project/vh_embodiment_server/README.md</a:t>
            </a:r>
          </a:p>
        </p:txBody>
      </p:sp>
      <p:sp>
        <p:nvSpPr>
          <p:cNvPr id="7" name="c3-text-273">
            <a:extLst xmlns:a="http://schemas.openxmlformats.org/drawingml/2006/main">
              <a:ext uri="{FF2B5EF4-FFF2-40B4-BE49-F238E27FC236}">
                <a16:creationId xmlns:a16="http://schemas.microsoft.com/office/drawing/2014/main" id="{822112AD-A984-42F1-BA0F-E21FD0C34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24325"/>
            <a:ext cx="7924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Explain what already works and include your YAML file path.</a:t>
            </a:r>
          </a:p>
        </p:txBody>
      </p:sp>
      <p:sp>
        <p:nvSpPr>
          <p:cNvPr id="8" name="c3-text-338">
            <a:extLst xmlns:a="http://schemas.openxmlformats.org/drawingml/2006/main">
              <a:ext uri="{FF2B5EF4-FFF2-40B4-BE49-F238E27FC236}">
                <a16:creationId xmlns:a16="http://schemas.microsoft.com/office/drawing/2014/main" id="{02BD71D9-2240-4A86-84BF-F5FBA1902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024670148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c3-text-274">
            <a:extLst xmlns:a="http://schemas.openxmlformats.org/drawingml/2006/main">
              <a:ext uri="{FF2B5EF4-FFF2-40B4-BE49-F238E27FC236}">
                <a16:creationId xmlns:a16="http://schemas.microsoft.com/office/drawing/2014/main" id="{7D03B6EE-CE04-4009-8260-EEEFBC7DA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75">
            <a:extLst xmlns:a="http://schemas.openxmlformats.org/drawingml/2006/main">
              <a:ext uri="{FF2B5EF4-FFF2-40B4-BE49-F238E27FC236}">
                <a16:creationId xmlns:a16="http://schemas.microsoft.com/office/drawing/2014/main" id="{14828A99-80CB-4AAE-B595-D01672727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References</a:t>
            </a:r>
          </a:p>
        </p:txBody>
      </p:sp>
      <p:sp>
        <p:nvSpPr>
          <p:cNvPr id="3" name="c3-text-276">
            <a:extLst xmlns:a="http://schemas.openxmlformats.org/drawingml/2006/main">
              <a:ext uri="{FF2B5EF4-FFF2-40B4-BE49-F238E27FC236}">
                <a16:creationId xmlns:a16="http://schemas.microsoft.com/office/drawing/2014/main" id="{4E8996AC-95D8-4B06-A839-7898E30D1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77">
            <a:hlinkClick xmlns:r="http://schemas.openxmlformats.org/officeDocument/2006/relationships" xmlns:a="http://schemas.openxmlformats.org/drawingml/2006/main" r:id="R56fa5d67201a4d7f"/>
            <a:extLst xmlns:a="http://schemas.openxmlformats.org/drawingml/2006/main">
              <a:ext uri="{FF2B5EF4-FFF2-40B4-BE49-F238E27FC236}">
                <a16:creationId xmlns:a16="http://schemas.microsoft.com/office/drawing/2014/main" id="{F0853344-F557-41DB-B225-AE5DF1990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[1] LangGraph persistence</a:t>
            </a:r>
          </a:p>
        </p:txBody>
      </p:sp>
      <p:sp>
        <p:nvSpPr>
          <p:cNvPr id="5" name="c3-text-278">
            <a:hlinkClick xmlns:r="http://schemas.openxmlformats.org/officeDocument/2006/relationships" xmlns:a="http://schemas.openxmlformats.org/drawingml/2006/main" r:id="Rcd65bf21b94946da"/>
            <a:extLst xmlns:a="http://schemas.openxmlformats.org/drawingml/2006/main">
              <a:ext uri="{FF2B5EF4-FFF2-40B4-BE49-F238E27FC236}">
                <a16:creationId xmlns:a16="http://schemas.microsoft.com/office/drawing/2014/main" id="{2607867D-3E3D-44EB-BDBB-62BBEBFD6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Checkpoints, threads and deleting a thread</a:t>
            </a:r>
          </a:p>
        </p:txBody>
      </p:sp>
      <p:sp>
        <p:nvSpPr>
          <p:cNvPr id="6" name="c3-shape-279">
            <a:extLst xmlns:a="http://schemas.openxmlformats.org/drawingml/2006/main">
              <a:ext uri="{FF2B5EF4-FFF2-40B4-BE49-F238E27FC236}">
                <a16:creationId xmlns:a16="http://schemas.microsoft.com/office/drawing/2014/main" id="{88BA952D-4EDC-4FDD-875B-830517736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7" name="c3-text-280">
            <a:hlinkClick xmlns:r="http://schemas.openxmlformats.org/officeDocument/2006/relationships" xmlns:a="http://schemas.openxmlformats.org/drawingml/2006/main" r:id="R47e0a6eb5b454ec0"/>
            <a:extLst xmlns:a="http://schemas.openxmlformats.org/drawingml/2006/main">
              <a:ext uri="{FF2B5EF4-FFF2-40B4-BE49-F238E27FC236}">
                <a16:creationId xmlns:a16="http://schemas.microsoft.com/office/drawing/2014/main" id="{746123C7-C256-47A4-B0E3-0F001B090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[2] ChatOllama structured output</a:t>
            </a:r>
          </a:p>
        </p:txBody>
      </p:sp>
      <p:sp>
        <p:nvSpPr>
          <p:cNvPr id="8" name="c3-text-281">
            <a:hlinkClick xmlns:r="http://schemas.openxmlformats.org/officeDocument/2006/relationships" xmlns:a="http://schemas.openxmlformats.org/drawingml/2006/main" r:id="R3cf14e6311c4487d"/>
            <a:extLst xmlns:a="http://schemas.openxmlformats.org/drawingml/2006/main">
              <a:ext uri="{FF2B5EF4-FFF2-40B4-BE49-F238E27FC236}">
                <a16:creationId xmlns:a16="http://schemas.microsoft.com/office/drawing/2014/main" id="{BBEFEC91-DA60-443E-936E-6D6216556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908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with_structured_output and its methods</a:t>
            </a:r>
          </a:p>
        </p:txBody>
      </p:sp>
      <p:sp>
        <p:nvSpPr>
          <p:cNvPr id="9" name="c3-shape-282">
            <a:extLst xmlns:a="http://schemas.openxmlformats.org/drawingml/2006/main">
              <a:ext uri="{FF2B5EF4-FFF2-40B4-BE49-F238E27FC236}">
                <a16:creationId xmlns:a16="http://schemas.microsoft.com/office/drawing/2014/main" id="{3E0B9C36-3571-42B1-BDD9-5D52F288B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1942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0" name="c3-text-283">
            <a:hlinkClick xmlns:r="http://schemas.openxmlformats.org/officeDocument/2006/relationships" xmlns:a="http://schemas.openxmlformats.org/drawingml/2006/main" r:id="R4210b0d22b1047cf"/>
            <a:extLst xmlns:a="http://schemas.openxmlformats.org/drawingml/2006/main">
              <a:ext uri="{FF2B5EF4-FFF2-40B4-BE49-F238E27FC236}">
                <a16:creationId xmlns:a16="http://schemas.microsoft.com/office/drawing/2014/main" id="{7D70C6B7-369A-4E6D-9F67-36245F105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[3] Chat prompt templates</a:t>
            </a:r>
          </a:p>
        </p:txBody>
      </p:sp>
      <p:sp>
        <p:nvSpPr>
          <p:cNvPr id="11" name="c3-text-284">
            <a:hlinkClick xmlns:r="http://schemas.openxmlformats.org/officeDocument/2006/relationships" xmlns:a="http://schemas.openxmlformats.org/drawingml/2006/main" r:id="R24a22802efa04c67"/>
            <a:extLst xmlns:a="http://schemas.openxmlformats.org/drawingml/2006/main">
              <a:ext uri="{FF2B5EF4-FFF2-40B4-BE49-F238E27FC236}">
                <a16:creationId xmlns:a16="http://schemas.microsoft.com/office/drawing/2014/main" id="{3C07C573-3F1A-410D-9160-80BFA76E1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System templates and message placeholders</a:t>
            </a:r>
          </a:p>
        </p:txBody>
      </p:sp>
      <p:sp>
        <p:nvSpPr>
          <p:cNvPr id="12" name="c3-shape-285">
            <a:extLst xmlns:a="http://schemas.openxmlformats.org/drawingml/2006/main">
              <a:ext uri="{FF2B5EF4-FFF2-40B4-BE49-F238E27FC236}">
                <a16:creationId xmlns:a16="http://schemas.microsoft.com/office/drawing/2014/main" id="{58E05BDD-DC39-4DD3-8895-C70CD9C22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04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text-286">
            <a:hlinkClick xmlns:r="http://schemas.openxmlformats.org/officeDocument/2006/relationships" xmlns:a="http://schemas.openxmlformats.org/drawingml/2006/main" r:id="R2512e38264164bfa"/>
            <a:extLst xmlns:a="http://schemas.openxmlformats.org/drawingml/2006/main">
              <a:ext uri="{FF2B5EF4-FFF2-40B4-BE49-F238E27FC236}">
                <a16:creationId xmlns:a16="http://schemas.microsoft.com/office/drawing/2014/main" id="{FE6B563F-D60B-4FA1-B383-FE89B2582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[4] LangGraph tool loop</a:t>
            </a:r>
          </a:p>
        </p:txBody>
      </p:sp>
      <p:sp>
        <p:nvSpPr>
          <p:cNvPr id="14" name="c3-text-287">
            <a:hlinkClick xmlns:r="http://schemas.openxmlformats.org/officeDocument/2006/relationships" xmlns:a="http://schemas.openxmlformats.org/drawingml/2006/main" r:id="Rbc1f4daff26d4d36"/>
            <a:extLst xmlns:a="http://schemas.openxmlformats.org/drawingml/2006/main">
              <a:ext uri="{FF2B5EF4-FFF2-40B4-BE49-F238E27FC236}">
                <a16:creationId xmlns:a16="http://schemas.microsoft.com/office/drawing/2014/main" id="{C9BBCFB7-9887-4F06-96A0-C0944547C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Model decisions, tools and tool results</a:t>
            </a:r>
          </a:p>
        </p:txBody>
      </p:sp>
      <p:sp>
        <p:nvSpPr>
          <p:cNvPr id="15" name="c3-text-288">
            <a:hlinkClick xmlns:r="http://schemas.openxmlformats.org/officeDocument/2006/relationships" xmlns:a="http://schemas.openxmlformats.org/drawingml/2006/main" r:id="Re1431d57736e42dd"/>
            <a:extLst xmlns:a="http://schemas.openxmlformats.org/drawingml/2006/main">
              <a:ext uri="{FF2B5EF4-FFF2-40B4-BE49-F238E27FC236}">
                <a16:creationId xmlns:a16="http://schemas.microsoft.com/office/drawing/2014/main" id="{717A828F-B0EC-4829-A16B-9D0C06202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049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[5] Codex quickstart</a:t>
            </a:r>
          </a:p>
        </p:txBody>
      </p:sp>
      <p:sp>
        <p:nvSpPr>
          <p:cNvPr id="16" name="c3-text-289">
            <a:hlinkClick xmlns:r="http://schemas.openxmlformats.org/officeDocument/2006/relationships" xmlns:a="http://schemas.openxmlformats.org/drawingml/2006/main" r:id="R0fc8f3ecf4be4b80"/>
            <a:extLst xmlns:a="http://schemas.openxmlformats.org/drawingml/2006/main">
              <a:ext uri="{FF2B5EF4-FFF2-40B4-BE49-F238E27FC236}">
                <a16:creationId xmlns:a16="http://schemas.microsoft.com/office/drawing/2014/main" id="{193238F7-CF50-4D78-BFA1-F52CF976C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8097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Desktop installation and ChatGPT sign-in</a:t>
            </a:r>
          </a:p>
        </p:txBody>
      </p:sp>
      <p:sp>
        <p:nvSpPr>
          <p:cNvPr id="17" name="c3-shape-290">
            <a:extLst xmlns:a="http://schemas.openxmlformats.org/drawingml/2006/main">
              <a:ext uri="{FF2B5EF4-FFF2-40B4-BE49-F238E27FC236}">
                <a16:creationId xmlns:a16="http://schemas.microsoft.com/office/drawing/2014/main" id="{E1AF38D3-BD7B-4125-ABCF-EEDE66C86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383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8" name="c3-text-291">
            <a:hlinkClick xmlns:r="http://schemas.openxmlformats.org/officeDocument/2006/relationships" xmlns:a="http://schemas.openxmlformats.org/drawingml/2006/main" r:id="R1f23a865225f481a"/>
            <a:extLst xmlns:a="http://schemas.openxmlformats.org/drawingml/2006/main">
              <a:ext uri="{FF2B5EF4-FFF2-40B4-BE49-F238E27FC236}">
                <a16:creationId xmlns:a16="http://schemas.microsoft.com/office/drawing/2014/main" id="{AC12ACC6-0ED7-4FBA-9910-D6557836B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860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[6] Claude Code</a:t>
            </a:r>
          </a:p>
        </p:txBody>
      </p:sp>
      <p:sp>
        <p:nvSpPr>
          <p:cNvPr id="19" name="c3-text-292">
            <a:hlinkClick xmlns:r="http://schemas.openxmlformats.org/officeDocument/2006/relationships" xmlns:a="http://schemas.openxmlformats.org/drawingml/2006/main" r:id="R24d3a2bde5f841a7"/>
            <a:extLst xmlns:a="http://schemas.openxmlformats.org/drawingml/2006/main">
              <a:ext uri="{FF2B5EF4-FFF2-40B4-BE49-F238E27FC236}">
                <a16:creationId xmlns:a16="http://schemas.microsoft.com/office/drawing/2014/main" id="{658BC85C-4A88-40A2-BA4D-2D3A9C7B9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5908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Coding agent overview</a:t>
            </a:r>
          </a:p>
        </p:txBody>
      </p:sp>
      <p:sp>
        <p:nvSpPr>
          <p:cNvPr id="20" name="c3-shape-293">
            <a:extLst xmlns:a="http://schemas.openxmlformats.org/drawingml/2006/main">
              <a:ext uri="{FF2B5EF4-FFF2-40B4-BE49-F238E27FC236}">
                <a16:creationId xmlns:a16="http://schemas.microsoft.com/office/drawing/2014/main" id="{A9CA12F0-1653-49E0-BC57-12D83F710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1942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21" name="c3-text-294">
            <a:hlinkClick xmlns:r="http://schemas.openxmlformats.org/officeDocument/2006/relationships" xmlns:a="http://schemas.openxmlformats.org/drawingml/2006/main" r:id="Rcddf9fb27711438d"/>
            <a:extLst xmlns:a="http://schemas.openxmlformats.org/drawingml/2006/main">
              <a:ext uri="{FF2B5EF4-FFF2-40B4-BE49-F238E27FC236}">
                <a16:creationId xmlns:a16="http://schemas.microsoft.com/office/drawing/2014/main" id="{55CB7E85-7956-4A38-ABD6-C32F10F90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670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[7] OpenWeather current weather</a:t>
            </a:r>
          </a:p>
        </p:txBody>
      </p:sp>
      <p:sp>
        <p:nvSpPr>
          <p:cNvPr id="22" name="c3-text-295">
            <a:hlinkClick xmlns:r="http://schemas.openxmlformats.org/officeDocument/2006/relationships" xmlns:a="http://schemas.openxmlformats.org/drawingml/2006/main" r:id="R0a73f53e1f1b49a8"/>
            <a:extLst xmlns:a="http://schemas.openxmlformats.org/drawingml/2006/main">
              <a:ext uri="{FF2B5EF4-FFF2-40B4-BE49-F238E27FC236}">
                <a16:creationId xmlns:a16="http://schemas.microsoft.com/office/drawing/2014/main" id="{72E10DCF-C1A8-49F9-996F-56161D4F9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3718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Current conditions and metric units</a:t>
            </a:r>
          </a:p>
        </p:txBody>
      </p:sp>
      <p:sp>
        <p:nvSpPr>
          <p:cNvPr id="23" name="c3-shape-296">
            <a:extLst xmlns:a="http://schemas.openxmlformats.org/drawingml/2006/main">
              <a:ext uri="{FF2B5EF4-FFF2-40B4-BE49-F238E27FC236}">
                <a16:creationId xmlns:a16="http://schemas.microsoft.com/office/drawing/2014/main" id="{0CD96167-D280-4FDF-B2C9-5B53B1D54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8004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24" name="c3-text-297">
            <a:hlinkClick xmlns:r="http://schemas.openxmlformats.org/officeDocument/2006/relationships" xmlns:a="http://schemas.openxmlformats.org/drawingml/2006/main" r:id="R5f2f1e2d87ab4b53"/>
            <a:extLst xmlns:a="http://schemas.openxmlformats.org/drawingml/2006/main">
              <a:ext uri="{FF2B5EF4-FFF2-40B4-BE49-F238E27FC236}">
                <a16:creationId xmlns:a16="http://schemas.microsoft.com/office/drawing/2014/main" id="{D92F806D-E487-4DFE-A5F8-25EF52C02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8481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[8] OpenWeather geocoding</a:t>
            </a:r>
          </a:p>
        </p:txBody>
      </p:sp>
      <p:sp>
        <p:nvSpPr>
          <p:cNvPr id="25" name="c3-text-298">
            <a:hlinkClick xmlns:r="http://schemas.openxmlformats.org/officeDocument/2006/relationships" xmlns:a="http://schemas.openxmlformats.org/drawingml/2006/main" r:id="Rd3cfc15bd3b741c0"/>
            <a:extLst xmlns:a="http://schemas.openxmlformats.org/drawingml/2006/main">
              <a:ext uri="{FF2B5EF4-FFF2-40B4-BE49-F238E27FC236}">
                <a16:creationId xmlns:a16="http://schemas.microsoft.com/office/drawing/2014/main" id="{136DC6E0-BBB2-4006-8DF7-E37BE0FCF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1529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City names to coordinates</a:t>
            </a:r>
          </a:p>
        </p:txBody>
      </p:sp>
      <p:sp>
        <p:nvSpPr>
          <p:cNvPr id="26" name="c3-text-339">
            <a:extLst xmlns:a="http://schemas.openxmlformats.org/drawingml/2006/main">
              <a:ext uri="{FF2B5EF4-FFF2-40B4-BE49-F238E27FC236}">
                <a16:creationId xmlns:a16="http://schemas.microsoft.com/office/drawing/2014/main" id="{6F6A7DC9-28EE-418E-B38C-030C9539A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36460247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c3-text-299">
            <a:extLst xmlns:a="http://schemas.openxmlformats.org/drawingml/2006/main">
              <a:ext uri="{FF2B5EF4-FFF2-40B4-BE49-F238E27FC236}">
                <a16:creationId xmlns:a16="http://schemas.microsoft.com/office/drawing/2014/main" id="{2A3427C0-D8B5-4394-845F-7FE0A4986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300">
            <a:extLst xmlns:a="http://schemas.openxmlformats.org/drawingml/2006/main">
              <a:ext uri="{FF2B5EF4-FFF2-40B4-BE49-F238E27FC236}">
                <a16:creationId xmlns:a16="http://schemas.microsoft.com/office/drawing/2014/main" id="{32F85D77-F89A-4F24-B9D9-1BA60E347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References (continued)</a:t>
            </a:r>
          </a:p>
        </p:txBody>
      </p:sp>
      <p:sp>
        <p:nvSpPr>
          <p:cNvPr id="3" name="c3-text-301">
            <a:extLst xmlns:a="http://schemas.openxmlformats.org/drawingml/2006/main">
              <a:ext uri="{FF2B5EF4-FFF2-40B4-BE49-F238E27FC236}">
                <a16:creationId xmlns:a16="http://schemas.microsoft.com/office/drawing/2014/main" id="{8F2BFE9E-B105-4D2A-AFC2-6469FAD79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302">
            <a:hlinkClick xmlns:r="http://schemas.openxmlformats.org/officeDocument/2006/relationships" xmlns:a="http://schemas.openxmlformats.org/drawingml/2006/main" r:id="R22bb255c6d004611"/>
            <a:extLst xmlns:a="http://schemas.openxmlformats.org/drawingml/2006/main">
              <a:ext uri="{FF2B5EF4-FFF2-40B4-BE49-F238E27FC236}">
                <a16:creationId xmlns:a16="http://schemas.microsoft.com/office/drawing/2014/main" id="{0FDACC25-787D-4271-B960-39277C20D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[9] OpenWeather icons</a:t>
            </a:r>
          </a:p>
        </p:txBody>
      </p:sp>
      <p:sp>
        <p:nvSpPr>
          <p:cNvPr id="5" name="c3-text-303">
            <a:hlinkClick xmlns:r="http://schemas.openxmlformats.org/officeDocument/2006/relationships" xmlns:a="http://schemas.openxmlformats.org/drawingml/2006/main" r:id="R60eee523dd8442df"/>
            <a:extLst xmlns:a="http://schemas.openxmlformats.org/drawingml/2006/main">
              <a:ext uri="{FF2B5EF4-FFF2-40B4-BE49-F238E27FC236}">
                <a16:creationId xmlns:a16="http://schemas.microsoft.com/office/drawing/2014/main" id="{6AF00842-FA60-49D2-89D5-0B6E9A53D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Weather codes and condition icons</a:t>
            </a:r>
          </a:p>
        </p:txBody>
      </p:sp>
      <p:sp>
        <p:nvSpPr>
          <p:cNvPr id="6" name="c3-shape-304">
            <a:extLst xmlns:a="http://schemas.openxmlformats.org/drawingml/2006/main">
              <a:ext uri="{FF2B5EF4-FFF2-40B4-BE49-F238E27FC236}">
                <a16:creationId xmlns:a16="http://schemas.microsoft.com/office/drawing/2014/main" id="{AF63B0CD-1C4E-4212-8087-C3EC150FF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7" name="c3-text-305">
            <a:hlinkClick xmlns:r="http://schemas.openxmlformats.org/officeDocument/2006/relationships" xmlns:a="http://schemas.openxmlformats.org/drawingml/2006/main" r:id="Rd2261becac8a43e9"/>
            <a:extLst xmlns:a="http://schemas.openxmlformats.org/drawingml/2006/main">
              <a:ext uri="{FF2B5EF4-FFF2-40B4-BE49-F238E27FC236}">
                <a16:creationId xmlns:a16="http://schemas.microsoft.com/office/drawing/2014/main" id="{B4FB2158-B640-4D9E-9C03-1E199475D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[10] OpenWeather account and keys</a:t>
            </a:r>
          </a:p>
        </p:txBody>
      </p:sp>
      <p:sp>
        <p:nvSpPr>
          <p:cNvPr id="8" name="c3-text-306">
            <a:hlinkClick xmlns:r="http://schemas.openxmlformats.org/officeDocument/2006/relationships" xmlns:a="http://schemas.openxmlformats.org/drawingml/2006/main" r:id="R1f761f67e2cf4a13"/>
            <a:extLst xmlns:a="http://schemas.openxmlformats.org/drawingml/2006/main">
              <a:ext uri="{FF2B5EF4-FFF2-40B4-BE49-F238E27FC236}">
                <a16:creationId xmlns:a16="http://schemas.microsoft.com/office/drawing/2014/main" id="{E1C656CA-A4B3-4BB7-9D7C-05355C08B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908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Registration, email verification and activation</a:t>
            </a:r>
          </a:p>
        </p:txBody>
      </p:sp>
      <p:sp>
        <p:nvSpPr>
          <p:cNvPr id="9" name="c3-shape-307">
            <a:extLst xmlns:a="http://schemas.openxmlformats.org/drawingml/2006/main">
              <a:ext uri="{FF2B5EF4-FFF2-40B4-BE49-F238E27FC236}">
                <a16:creationId xmlns:a16="http://schemas.microsoft.com/office/drawing/2014/main" id="{8EAA6249-D126-4D1A-8092-84BF58481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1942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0" name="c3-text-308">
            <a:hlinkClick xmlns:r="http://schemas.openxmlformats.org/officeDocument/2006/relationships" xmlns:a="http://schemas.openxmlformats.org/drawingml/2006/main" r:id="Rcd2fcd2de0f84a33"/>
            <a:extLst xmlns:a="http://schemas.openxmlformats.org/drawingml/2006/main">
              <a:ext uri="{FF2B5EF4-FFF2-40B4-BE49-F238E27FC236}">
                <a16:creationId xmlns:a16="http://schemas.microsoft.com/office/drawing/2014/main" id="{A0269AA2-1DC1-4797-A3DC-5500ABC67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[11] OpenWeather free access</a:t>
            </a:r>
          </a:p>
        </p:txBody>
      </p:sp>
      <p:sp>
        <p:nvSpPr>
          <p:cNvPr id="11" name="c3-text-309">
            <a:hlinkClick xmlns:r="http://schemas.openxmlformats.org/officeDocument/2006/relationships" xmlns:a="http://schemas.openxmlformats.org/drawingml/2006/main" r:id="R3b41524eae2e4eed"/>
            <a:extLst xmlns:a="http://schemas.openxmlformats.org/drawingml/2006/main">
              <a:ext uri="{FF2B5EF4-FFF2-40B4-BE49-F238E27FC236}">
                <a16:creationId xmlns:a16="http://schemas.microsoft.com/office/drawing/2014/main" id="{873DF323-9E60-45D4-90FC-E7947248A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Current Weather and Geocoding availability</a:t>
            </a:r>
          </a:p>
        </p:txBody>
      </p:sp>
      <p:sp>
        <p:nvSpPr>
          <p:cNvPr id="12" name="c3-shape-310">
            <a:extLst xmlns:a="http://schemas.openxmlformats.org/drawingml/2006/main">
              <a:ext uri="{FF2B5EF4-FFF2-40B4-BE49-F238E27FC236}">
                <a16:creationId xmlns:a16="http://schemas.microsoft.com/office/drawing/2014/main" id="{0C2C3C24-3A80-4BF6-A4B9-DA452F3F8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04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text-340">
            <a:extLst xmlns:a="http://schemas.openxmlformats.org/drawingml/2006/main">
              <a:ext uri="{FF2B5EF4-FFF2-40B4-BE49-F238E27FC236}">
                <a16:creationId xmlns:a16="http://schemas.microsoft.com/office/drawing/2014/main" id="{F93C7C6B-C7F9-4855-8DC0-10457B282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1503792747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FFFFFF"/>
      </a:hlink>
      <a:folHlink>
        <a:srgbClr val="FFFFFF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2026-10-30T12:09:37.8600000Z</dcterms:created>
  <dcterms:modified xsi:type="dcterms:W3CDTF">2026-10-30T12:09:37.8600000Z</dcterms:modified>
</coreProperties>
</file>