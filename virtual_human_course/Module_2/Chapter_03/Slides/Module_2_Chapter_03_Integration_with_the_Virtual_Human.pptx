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50fb86c726478a" /><Relationship Type="http://schemas.openxmlformats.org/officeDocument/2006/relationships/extended-properties" Target="/docProps/app.xml" Id="R1b898befddf0430d" /><Relationship Type="http://schemas.openxmlformats.org/officeDocument/2006/relationships/officeDocument" Target="/ppt/presentation.xml" Id="R1fa91ed9ffa54126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e66eeda32ad24c2c"/>
  </ns0:sldMasterIdLst>
  <ns0:sldIdLst>
    <ns0:sldId id="256" ns1:id="R4171064e05ad4618"/>
    <ns0:sldId id="257" ns1:id="R9fac0f2537c6419d"/>
    <ns0:sldId id="258" ns1:id="R88e98cda111644ed"/>
    <ns0:sldId id="259" ns1:id="R2fb4b51b22744c5e"/>
    <ns0:sldId id="260" ns1:id="Rbec4add3933b4c7d"/>
    <ns0:sldId id="261" ns1:id="Rb61a1ffc77a34226"/>
    <ns0:sldId id="262" ns1:id="R7f31ad21476d4316"/>
    <ns0:sldId id="263" ns1:id="R92d61bc0321c4944"/>
    <ns0:sldId id="264" ns1:id="Rbff3de9d88f54a10"/>
    <ns0:sldId id="265" ns1:id="R6b306f0c0ddf4956"/>
    <ns0:sldId id="266" ns1:id="Rb870c1cf9f254735"/>
    <ns0:sldId id="267" ns1:id="R2956e9a1816b4b02"/>
    <ns0:sldId id="268" ns1:id="Rd3d41fedda5a4daf"/>
    <ns0:sldId id="269" ns1:id="Re904331cd6b24ce5"/>
    <ns0:sldId id="270" ns1:id="R777b6caae36c4961"/>
    <ns0:sldId id="271" ns1:id="R98b79beaf1a14798"/>
    <ns0:sldId id="272" ns1:id="Rbe2d64d169a5426e"/>
    <ns0:sldId id="273" ns1:id="R0f9ef5c75f444f92"/>
    <ns0:sldId id="274" ns1:id="Rdfaf5734b5e44906"/>
    <ns0:sldId id="275" ns1:id="R98d7cc38c3484491"/>
    <ns0:sldId id="276" ns1:id="R41ccde26ea534874"/>
    <ns0:sldId id="277" ns1:id="Rd48c90a0231f477f"/>
    <ns0:sldId id="278" ns1:id="R34d9a30a1ffd4145"/>
    <ns0:sldId id="279" ns1:id="R2da3db13cb9b4361"/>
    <ns0:sldId id="280" ns1:id="R73033ba7262f4261"/>
    <ns0:sldId id="281" ns1:id="R57f0ebf68c96454d"/>
    <ns0:sldId id="282" ns1:id="Rbe3fe214e085466c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4695379d0754649" /><ns0:Relationship Type="http://schemas.openxmlformats.org/officeDocument/2006/relationships/slideMaster" Target="/ppt/slideMasters/slideMaster1.xml" Id="Re66eeda32ad24c2c" /><ns0:Relationship Type="http://schemas.openxmlformats.org/officeDocument/2006/relationships/presProps" Target="/ppt/presProps.xml" Id="R9e897cb8fab94878" /><ns0:Relationship Type="http://schemas.openxmlformats.org/officeDocument/2006/relationships/viewProps" Target="/ppt/viewProps.xml" Id="R3cc2bd7d3642423d" /><ns0:Relationship Type="http://schemas.openxmlformats.org/officeDocument/2006/relationships/tableStyles" Target="/ppt/tableStyles.xml" Id="R09190d29aa8040be" /><ns0:Relationship Type="http://schemas.openxmlformats.org/officeDocument/2006/relationships/slide" Target="/ppt/slides/slide1.xml" Id="R4171064e05ad4618" /><ns0:Relationship Type="http://schemas.openxmlformats.org/officeDocument/2006/relationships/slide" Target="/ppt/slides/slide2.xml" Id="R9fac0f2537c6419d" /><ns0:Relationship Type="http://schemas.openxmlformats.org/officeDocument/2006/relationships/slide" Target="/ppt/slides/slide3.xml" Id="R88e98cda111644ed" /><ns0:Relationship Type="http://schemas.openxmlformats.org/officeDocument/2006/relationships/slide" Target="/ppt/slides/slide4.xml" Id="R2fb4b51b22744c5e" /><ns0:Relationship Type="http://schemas.openxmlformats.org/officeDocument/2006/relationships/slide" Target="/ppt/slides/slide5.xml" Id="Rbec4add3933b4c7d" /><ns0:Relationship Type="http://schemas.openxmlformats.org/officeDocument/2006/relationships/slide" Target="/ppt/slides/slide6.xml" Id="Rb61a1ffc77a34226" /><ns0:Relationship Type="http://schemas.openxmlformats.org/officeDocument/2006/relationships/slide" Target="/ppt/slides/slide7.xml" Id="R7f31ad21476d4316" /><ns0:Relationship Type="http://schemas.openxmlformats.org/officeDocument/2006/relationships/slide" Target="/ppt/slides/slide8.xml" Id="R92d61bc0321c4944" /><ns0:Relationship Type="http://schemas.openxmlformats.org/officeDocument/2006/relationships/slide" Target="/ppt/slides/slide9.xml" Id="Rbff3de9d88f54a10" /><ns0:Relationship Type="http://schemas.openxmlformats.org/officeDocument/2006/relationships/slide" Target="/ppt/slides/slide10.xml" Id="R6b306f0c0ddf4956" /><ns0:Relationship Type="http://schemas.openxmlformats.org/officeDocument/2006/relationships/slide" Target="/ppt/slides/slide11.xml" Id="Rb870c1cf9f254735" /><ns0:Relationship Type="http://schemas.openxmlformats.org/officeDocument/2006/relationships/slide" Target="/ppt/slides/slide12.xml" Id="R2956e9a1816b4b02" /><ns0:Relationship Type="http://schemas.openxmlformats.org/officeDocument/2006/relationships/slide" Target="/ppt/slides/slide13.xml" Id="Rd3d41fedda5a4daf" /><ns0:Relationship Type="http://schemas.openxmlformats.org/officeDocument/2006/relationships/slide" Target="/ppt/slides/slide14.xml" Id="Re904331cd6b24ce5" /><ns0:Relationship Type="http://schemas.openxmlformats.org/officeDocument/2006/relationships/slide" Target="/ppt/slides/slide15.xml" Id="R777b6caae36c4961" /><ns0:Relationship Type="http://schemas.openxmlformats.org/officeDocument/2006/relationships/slide" Target="/ppt/slides/slide16.xml" Id="R98b79beaf1a14798" /><ns0:Relationship Type="http://schemas.openxmlformats.org/officeDocument/2006/relationships/slide" Target="/ppt/slides/slide17.xml" Id="Rbe2d64d169a5426e" /><ns0:Relationship Type="http://schemas.openxmlformats.org/officeDocument/2006/relationships/slide" Target="/ppt/slides/slide18.xml" Id="R0f9ef5c75f444f92" /><ns0:Relationship Type="http://schemas.openxmlformats.org/officeDocument/2006/relationships/slide" Target="/ppt/slides/slide19.xml" Id="Rdfaf5734b5e44906" /><ns0:Relationship Type="http://schemas.openxmlformats.org/officeDocument/2006/relationships/slide" Target="/ppt/slides/slide20.xml" Id="R98d7cc38c3484491" /><ns0:Relationship Type="http://schemas.openxmlformats.org/officeDocument/2006/relationships/slide" Target="/ppt/slides/slide21.xml" Id="R41ccde26ea534874" /><ns0:Relationship Type="http://schemas.openxmlformats.org/officeDocument/2006/relationships/slide" Target="/ppt/slides/slide22.xml" Id="Rd48c90a0231f477f" /><ns0:Relationship Type="http://schemas.openxmlformats.org/officeDocument/2006/relationships/slide" Target="/ppt/slides/slide23.xml" Id="R34d9a30a1ffd4145" /><ns0:Relationship Type="http://schemas.openxmlformats.org/officeDocument/2006/relationships/slide" Target="/ppt/slides/slide24.xml" Id="R2da3db13cb9b4361" /><ns0:Relationship Type="http://schemas.openxmlformats.org/officeDocument/2006/relationships/slide" Target="/ppt/slides/slide25.xml" Id="R73033ba7262f4261" /><ns0:Relationship Type="http://schemas.openxmlformats.org/officeDocument/2006/relationships/slide" Target="/ppt/slides/slide26.xml" Id="R57f0ebf68c96454d" /><ns0:Relationship Type="http://schemas.openxmlformats.org/officeDocument/2006/relationships/slide" Target="/ppt/slides/slide27.xml" Id="Rbe3fe214e085466c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c418ae97e4c8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eb1a9600c7460f" /><Relationship Type="http://schemas.openxmlformats.org/officeDocument/2006/relationships/image" Target="/ppt/media/image.jpeg" Id="R245dc669fd634ae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312d649c74a02" /><Relationship Type="http://schemas.openxmlformats.org/officeDocument/2006/relationships/image" Target="/ppt/media/image.png" Id="R888b553afc554ef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4cc1733714f3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56e7a578a489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8a2ef3429c4cc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39559c9a9c49b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5c81c6f90a430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5dc669fd634ae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8b553afc554ef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c9ca480cfe40ab" /><Relationship Type="http://schemas.openxmlformats.org/officeDocument/2006/relationships/slideLayout" Target="/ppt/slideLayouts/slideLayout1.xml" Id="Rde85d9e559064d22" /><Relationship Type="http://schemas.openxmlformats.org/officeDocument/2006/relationships/slideLayout" Target="/ppt/slideLayouts/slideLayout2.xml" Id="R0cee60eee3a54b72" /><Relationship Type="http://schemas.openxmlformats.org/officeDocument/2006/relationships/slideLayout" Target="/ppt/slideLayouts/slideLayout3.xml" Id="R7c9de7c6ead44c69" /><Relationship Type="http://schemas.openxmlformats.org/officeDocument/2006/relationships/slideLayout" Target="/ppt/slideLayouts/slideLayout4.xml" Id="Rb1044bdb641a46ed" /><Relationship Type="http://schemas.openxmlformats.org/officeDocument/2006/relationships/slideLayout" Target="/ppt/slideLayouts/slideLayout5.xml" Id="Rb10f92bedeb04125" /><Relationship Type="http://schemas.openxmlformats.org/officeDocument/2006/relationships/slideLayout" Target="/ppt/slideLayouts/slideLayout6.xml" Id="R87c07e184284409d" /><Relationship Type="http://schemas.openxmlformats.org/officeDocument/2006/relationships/slideLayout" Target="/ppt/slideLayouts/slideLayout7.xml" Id="R98ecf44147f54b1c" /><Relationship Type="http://schemas.openxmlformats.org/officeDocument/2006/relationships/slideLayout" Target="/ppt/slideLayouts/slideLayout8.xml" Id="Rd7191a7373f4401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85d9e559064d22"/>
    <p:sldLayoutId xmlns:r="http://schemas.openxmlformats.org/officeDocument/2006/relationships" id="2147483650" r:id="R0cee60eee3a54b72"/>
    <p:sldLayoutId xmlns:r="http://schemas.openxmlformats.org/officeDocument/2006/relationships" id="2147483651" r:id="R7c9de7c6ead44c69"/>
    <p:sldLayoutId xmlns:r="http://schemas.openxmlformats.org/officeDocument/2006/relationships" id="2147483652" r:id="Rb1044bdb641a46ed"/>
    <p:sldLayoutId xmlns:r="http://schemas.openxmlformats.org/officeDocument/2006/relationships" id="2147483653" r:id="Rb10f92bedeb04125"/>
    <p:sldLayoutId xmlns:r="http://schemas.openxmlformats.org/officeDocument/2006/relationships" id="2147483654" r:id="R87c07e184284409d"/>
    <p:sldLayoutId xmlns:r="http://schemas.openxmlformats.org/officeDocument/2006/relationships" id="2147483655" r:id="R98ecf44147f54b1c"/>
    <p:sldLayoutId xmlns:r="http://schemas.openxmlformats.org/officeDocument/2006/relationships" id="2147483656" r:id="Rd7191a7373f4401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0d9b55258a3d491b" /><ns0:Relationship Type="http://schemas.openxmlformats.org/officeDocument/2006/relationships/image" Target="/ppt/media/image2.png" Id="R30911640ee7a4bc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0d22992685947b3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22bf3e36d0488a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f66e041a9740b9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348488a78f46bb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7851a6e8b74045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2382422302417c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2999a5b3174d13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a3aaf8152345e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5dcc91f98b34835" /><ns0:Relationship Type="http://schemas.openxmlformats.org/officeDocument/2006/relationships/hyperlink" Target="../Code/clear_memory_together.md" TargetMode="External" Id="R06fc6c45147a484f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51319dd59f4dcf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17cca782a44048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27140a28514a4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0f2e782ab4474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3c85dc60704d27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9e7c77ca9b4fdc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8add0fb8394fc0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ea2c93fc253444f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12732cd38b42ed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e55076f0194b1b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e93b3cb4ae4194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071d79f5424cdc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2cbb9ae70c4392" /><ns0:Relationship Type="http://schemas.openxmlformats.org/officeDocument/2006/relationships/hyperlink" Target="../Code/weather_exercise.md" TargetMode="External" Id="R03f378cdfd474f39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dadcd273a64be6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e81be1485c412f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08870cfc38d4213" /><ns0:Relationship Type="http://schemas.openxmlformats.org/officeDocument/2006/relationships/hyperlink" Target="https://docs.langchain.com/oss/python/langgraph/persistence" TargetMode="External" Id="R578acbc8c5a94f06" /><ns0:Relationship Type="http://schemas.openxmlformats.org/officeDocument/2006/relationships/hyperlink" Target="https://docs.langchain.com/oss/python/langgraph/persistence" TargetMode="External" Id="R7abd84785dd24ce8" /><ns0:Relationship Type="http://schemas.openxmlformats.org/officeDocument/2006/relationships/hyperlink" Target="https://reference.langchain.com/python/langchain-ollama/chat_models/ChatOllama/with_structured_output" TargetMode="External" Id="R32be3ad48eca4587" /><ns0:Relationship Type="http://schemas.openxmlformats.org/officeDocument/2006/relationships/hyperlink" Target="https://reference.langchain.com/python/langchain-ollama/chat_models/ChatOllama/with_structured_output" TargetMode="External" Id="Re455d5409531427b" /><ns0:Relationship Type="http://schemas.openxmlformats.org/officeDocument/2006/relationships/hyperlink" Target="https://reference.langchain.com/python/langchain-core/prompts/chat/ChatPromptTemplate" TargetMode="External" Id="Rcbe29a4ccf204b92" /><ns0:Relationship Type="http://schemas.openxmlformats.org/officeDocument/2006/relationships/hyperlink" Target="https://reference.langchain.com/python/langchain-core/prompts/chat/ChatPromptTemplate" TargetMode="External" Id="R78f87f2fadd541ed" /><ns0:Relationship Type="http://schemas.openxmlformats.org/officeDocument/2006/relationships/hyperlink" Target="https://docs.langchain.com/oss/python/langgraph/workflows-agents" TargetMode="External" Id="Rf954833f72f0484b" /><ns0:Relationship Type="http://schemas.openxmlformats.org/officeDocument/2006/relationships/hyperlink" Target="https://docs.langchain.com/oss/python/langgraph/workflows-agents" TargetMode="External" Id="R839e9a26d8924730" /><ns0:Relationship Type="http://schemas.openxmlformats.org/officeDocument/2006/relationships/hyperlink" Target="https://learn.chatgpt.com/docs/quickstart" TargetMode="External" Id="R41d7815ac0ca4db5" /><ns0:Relationship Type="http://schemas.openxmlformats.org/officeDocument/2006/relationships/hyperlink" Target="https://learn.chatgpt.com/docs/quickstart" TargetMode="External" Id="R4d17cc29ed3a4e9b" /><ns0:Relationship Type="http://schemas.openxmlformats.org/officeDocument/2006/relationships/hyperlink" Target="https://code.claude.com/docs/en/overview" TargetMode="External" Id="R1b14c5c6cd0446b3" /><ns0:Relationship Type="http://schemas.openxmlformats.org/officeDocument/2006/relationships/hyperlink" Target="https://code.claude.com/docs/en/overview" TargetMode="External" Id="R4398bc0f2b8b46e1" /><ns0:Relationship Type="http://schemas.openxmlformats.org/officeDocument/2006/relationships/hyperlink" Target="https://openweathermap.org/api/current" TargetMode="External" Id="Rab3795adf0404f97" /><ns0:Relationship Type="http://schemas.openxmlformats.org/officeDocument/2006/relationships/hyperlink" Target="https://openweathermap.org/api/current" TargetMode="External" Id="R44fe03d0334243f2" /><ns0:Relationship Type="http://schemas.openxmlformats.org/officeDocument/2006/relationships/hyperlink" Target="https://openweathermap.org/api/geocoding-api" TargetMode="External" Id="R23cbf18352554f65" /><ns0:Relationship Type="http://schemas.openxmlformats.org/officeDocument/2006/relationships/hyperlink" Target="https://openweathermap.org/api/geocoding-api" TargetMode="External" Id="Raf2335e265eb470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0017d70d2a4701" /><ns0:Relationship Type="http://schemas.openxmlformats.org/officeDocument/2006/relationships/hyperlink" Target="https://openweathermap.org/api/weather-conditions" TargetMode="External" Id="R4a4bac65fa4445f4" /><ns0:Relationship Type="http://schemas.openxmlformats.org/officeDocument/2006/relationships/hyperlink" Target="https://openweathermap.org/api/weather-conditions" TargetMode="External" Id="R9d64fde7971d4e81" /><ns0:Relationship Type="http://schemas.openxmlformats.org/officeDocument/2006/relationships/hyperlink" Target="https://learn.chatgpt.com/docs/pricing" TargetMode="External" Id="R938a143391cf407f" /><ns0:Relationship Type="http://schemas.openxmlformats.org/officeDocument/2006/relationships/hyperlink" Target="https://learn.chatgpt.com/docs/pricing" TargetMode="External" Id="Re08fa3c2519043b1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11640ee7a4bc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Integration with the Virtual Human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291">
            <a:extLst xmlns:a="http://schemas.openxmlformats.org/drawingml/2006/main">
              <a:ext uri="{FF2B5EF4-FFF2-40B4-BE49-F238E27FC236}">
                <a16:creationId xmlns:a16="http://schemas.microsoft.com/office/drawing/2014/main" id="{99EFEEFE-B0CA-46FB-9166-2D7886FA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">
            <a:extLst xmlns:a="http://schemas.openxmlformats.org/drawingml/2006/main">
              <a:ext uri="{FF2B5EF4-FFF2-40B4-BE49-F238E27FC236}">
                <a16:creationId xmlns:a16="http://schemas.microsoft.com/office/drawing/2014/main" id="{345A719F-898A-4F91-A499-AD54223C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F1A1A692-D9BD-4769-9CEE-233C2C5B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Loop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CBEA5E13-CA3F-425A-B1B0-C6BD4ABB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7771FD9F-266D-4B64-A195-786F3721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5">
            <a:extLst xmlns:a="http://schemas.openxmlformats.org/drawingml/2006/main">
              <a:ext uri="{FF2B5EF4-FFF2-40B4-BE49-F238E27FC236}">
                <a16:creationId xmlns:a16="http://schemas.microsoft.com/office/drawing/2014/main" id="{935B4929-AA19-4A54-9BCB-70D80DE1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voice or text</a:t>
            </a:r>
          </a:p>
        </p:txBody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00054C09-29CB-4345-8E5E-CD9DAC42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7">
            <a:extLst xmlns:a="http://schemas.openxmlformats.org/drawingml/2006/main">
              <a:ext uri="{FF2B5EF4-FFF2-40B4-BE49-F238E27FC236}">
                <a16:creationId xmlns:a16="http://schemas.microsoft.com/office/drawing/2014/main" id="{B63F5BF8-3D5D-41AB-9EE2-2F6AF8CD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C2D61E71-B3C6-4720-B25B-BC543381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Embodiment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52C85316-0C34-4D63-A6C0-CD3DF7D8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1B7C4ECD-C769-42FC-BAEB-BBCD8B0B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BD2CEFEB-0A75-4EC1-840A-C29C6270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Cognitive server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77867456-3526-48B1-9F5A-3434442F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5C7DC8C7-3CC5-4A05-9862-7598118A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6A548155-BF8A-4E95-822D-DCA23987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LangGraph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5" name="c3-shape-15">
            <a:extLst xmlns:a="http://schemas.openxmlformats.org/drawingml/2006/main">
              <a:ext uri="{FF2B5EF4-FFF2-40B4-BE49-F238E27FC236}">
                <a16:creationId xmlns:a16="http://schemas.microsoft.com/office/drawing/2014/main" id="{9BF76754-F980-4A61-99BD-6B5186FA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c3-text-16">
            <a:extLst xmlns:a="http://schemas.openxmlformats.org/drawingml/2006/main">
              <a:ext uri="{FF2B5EF4-FFF2-40B4-BE49-F238E27FC236}">
                <a16:creationId xmlns:a16="http://schemas.microsoft.com/office/drawing/2014/main" id="{E254BCB0-0CB0-4EAD-B673-164BEA89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696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AgentReply: speech_text, emotion, expression, gesture</a:t>
            </a:r>
          </a:p>
        </p:txBody>
      </p:sp>
      <p:sp>
        <p:nvSpPr>
          <p:cNvPr id="17" name="c3-text-17">
            <a:extLst xmlns:a="http://schemas.openxmlformats.org/drawingml/2006/main">
              <a:ext uri="{FF2B5EF4-FFF2-40B4-BE49-F238E27FC236}">
                <a16:creationId xmlns:a16="http://schemas.microsoft.com/office/drawing/2014/main" id="{CA914453-0209-43F5-B0B5-E28B062D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reply travels back: the avatar speaks, moves and changes expression.</a:t>
            </a:r>
          </a:p>
        </p:txBody>
      </p:sp>
      <p:sp>
        <p:nvSpPr>
          <p:cNvPr id="18" name="c3-text-292">
            <a:extLst xmlns:a="http://schemas.openxmlformats.org/drawingml/2006/main">
              <a:ext uri="{FF2B5EF4-FFF2-40B4-BE49-F238E27FC236}">
                <a16:creationId xmlns:a16="http://schemas.microsoft.com/office/drawing/2014/main" id="{1081C79C-E7A5-45CD-8F4E-12B29C70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04301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8">
            <a:extLst xmlns:a="http://schemas.openxmlformats.org/drawingml/2006/main">
              <a:ext uri="{FF2B5EF4-FFF2-40B4-BE49-F238E27FC236}">
                <a16:creationId xmlns:a16="http://schemas.microsoft.com/office/drawing/2014/main" id="{87369F8B-C985-47C6-8DAE-CF26AE927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">
            <a:extLst xmlns:a="http://schemas.openxmlformats.org/drawingml/2006/main">
              <a:ext uri="{FF2B5EF4-FFF2-40B4-BE49-F238E27FC236}">
                <a16:creationId xmlns:a16="http://schemas.microsoft.com/office/drawing/2014/main" id="{8C4DCA5B-712C-4ED3-BEED-A92C8644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Stays the Same</a:t>
            </a:r>
          </a:p>
        </p:txBody>
      </p:sp>
      <p:sp>
        <p:nvSpPr>
          <p:cNvPr id="3" name="c3-text-20">
            <a:extLst xmlns:a="http://schemas.openxmlformats.org/drawingml/2006/main">
              <a:ext uri="{FF2B5EF4-FFF2-40B4-BE49-F238E27FC236}">
                <a16:creationId xmlns:a16="http://schemas.microsoft.com/office/drawing/2014/main" id="{9C0B60AB-CB22-4D1F-A483-FFCD465C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1">
            <a:extLst xmlns:a="http://schemas.openxmlformats.org/drawingml/2006/main">
              <a:ext uri="{FF2B5EF4-FFF2-40B4-BE49-F238E27FC236}">
                <a16:creationId xmlns:a16="http://schemas.microsoft.com/office/drawing/2014/main" id="{2E2C682B-A1D4-4539-81BF-8CBD72CC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">
            <a:extLst xmlns:a="http://schemas.openxmlformats.org/drawingml/2006/main">
              <a:ext uri="{FF2B5EF4-FFF2-40B4-BE49-F238E27FC236}">
                <a16:creationId xmlns:a16="http://schemas.microsoft.com/office/drawing/2014/main" id="{8A11D4D1-B64B-4FDB-A9DF-86E7D8FD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3">
            <a:extLst xmlns:a="http://schemas.openxmlformats.org/drawingml/2006/main">
              <a:ext uri="{FF2B5EF4-FFF2-40B4-BE49-F238E27FC236}">
                <a16:creationId xmlns:a16="http://schemas.microsoft.com/office/drawing/2014/main" id="{40F696A7-9BF2-43BA-982E-5D7F56C1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sp>
        <p:nvSpPr>
          <p:cNvPr id="7" name="c3-text-24">
            <a:extLst xmlns:a="http://schemas.openxmlformats.org/drawingml/2006/main">
              <a:ext uri="{FF2B5EF4-FFF2-40B4-BE49-F238E27FC236}">
                <a16:creationId xmlns:a16="http://schemas.microsoft.com/office/drawing/2014/main" id="{DB804100-9E45-45F5-B81B-BA542107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Sends only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Plays the reply.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Unchanged.</a:t>
            </a:r>
          </a:p>
        </p:txBody>
      </p:sp>
      <p:sp>
        <p:nvSpPr>
          <p:cNvPr id="8" name="c3-shape-25">
            <a:extLst xmlns:a="http://schemas.openxmlformats.org/drawingml/2006/main">
              <a:ext uri="{FF2B5EF4-FFF2-40B4-BE49-F238E27FC236}">
                <a16:creationId xmlns:a16="http://schemas.microsoft.com/office/drawing/2014/main" id="{5AB89517-DB1C-485B-94CB-CC6EB50A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">
            <a:extLst xmlns:a="http://schemas.openxmlformats.org/drawingml/2006/main">
              <a:ext uri="{FF2B5EF4-FFF2-40B4-BE49-F238E27FC236}">
                <a16:creationId xmlns:a16="http://schemas.microsoft.com/office/drawing/2014/main" id="{7BF1836F-A8DD-4558-B229-0EA21DA5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">
            <a:extLst xmlns:a="http://schemas.openxmlformats.org/drawingml/2006/main">
              <a:ext uri="{FF2B5EF4-FFF2-40B4-BE49-F238E27FC236}">
                <a16:creationId xmlns:a16="http://schemas.microsoft.com/office/drawing/2014/main" id="{50245B98-6977-40A3-8A5E-35D12951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Contract</a:t>
            </a:r>
          </a:p>
        </p:txBody>
      </p:sp>
      <p:sp>
        <p:nvSpPr>
          <p:cNvPr id="11" name="c3-text-28">
            <a:extLst xmlns:a="http://schemas.openxmlformats.org/drawingml/2006/main">
              <a:ext uri="{FF2B5EF4-FFF2-40B4-BE49-F238E27FC236}">
                <a16:creationId xmlns:a16="http://schemas.microsoft.com/office/drawing/2014/main" id="{EA6C7996-E3AB-4BDE-9B99-DB39F812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→ AgentReply</a:t>
            </a:r>
          </a:p>
        </p:txBody>
      </p:sp>
      <p:sp>
        <p:nvSpPr>
          <p:cNvPr id="12" name="c3-shape-29">
            <a:extLst xmlns:a="http://schemas.openxmlformats.org/drawingml/2006/main">
              <a:ext uri="{FF2B5EF4-FFF2-40B4-BE49-F238E27FC236}">
                <a16:creationId xmlns:a16="http://schemas.microsoft.com/office/drawing/2014/main" id="{07994365-AC54-4A10-8891-FD5D4FE1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30">
            <a:extLst xmlns:a="http://schemas.openxmlformats.org/drawingml/2006/main">
              <a:ext uri="{FF2B5EF4-FFF2-40B4-BE49-F238E27FC236}">
                <a16:creationId xmlns:a16="http://schemas.microsoft.com/office/drawing/2014/main" id="{2720B7FF-3A3F-46DB-8277-4C2158DB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31">
            <a:extLst xmlns:a="http://schemas.openxmlformats.org/drawingml/2006/main">
              <a:ext uri="{FF2B5EF4-FFF2-40B4-BE49-F238E27FC236}">
                <a16:creationId xmlns:a16="http://schemas.microsoft.com/office/drawing/2014/main" id="{C4ADC4FE-2103-42FD-949E-5A75E23D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Server routes</a:t>
            </a:r>
          </a:p>
        </p:txBody>
      </p:sp>
      <p:sp>
        <p:nvSpPr>
          <p:cNvPr id="15" name="c3-text-32">
            <a:extLst xmlns:a="http://schemas.openxmlformats.org/drawingml/2006/main">
              <a:ext uri="{FF2B5EF4-FFF2-40B4-BE49-F238E27FC236}">
                <a16:creationId xmlns:a16="http://schemas.microsoft.com/office/drawing/2014/main" id="{F8A6B4FC-9FC7-4DA1-9347-6D73BC7A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/agent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</p:txBody>
      </p:sp>
      <p:sp>
        <p:nvSpPr>
          <p:cNvPr id="16" name="c3-shape-33">
            <a:extLst xmlns:a="http://schemas.openxmlformats.org/drawingml/2006/main">
              <a:ext uri="{FF2B5EF4-FFF2-40B4-BE49-F238E27FC236}">
                <a16:creationId xmlns:a16="http://schemas.microsoft.com/office/drawing/2014/main" id="{6C7B498F-50FB-4DFE-A46D-75120C5B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34">
            <a:extLst xmlns:a="http://schemas.openxmlformats.org/drawingml/2006/main">
              <a:ext uri="{FF2B5EF4-FFF2-40B4-BE49-F238E27FC236}">
                <a16:creationId xmlns:a16="http://schemas.microsoft.com/office/drawing/2014/main" id="{2609E96F-B057-432B-9A61-534E5362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is a backend decision: select another agent import.</a:t>
            </a:r>
          </a:p>
        </p:txBody>
      </p:sp>
      <p:sp>
        <p:nvSpPr>
          <p:cNvPr id="18" name="c3-text-293">
            <a:extLst xmlns:a="http://schemas.openxmlformats.org/drawingml/2006/main">
              <a:ext uri="{FF2B5EF4-FFF2-40B4-BE49-F238E27FC236}">
                <a16:creationId xmlns:a16="http://schemas.microsoft.com/office/drawing/2014/main" id="{E20950B0-236A-4F3E-92D0-C01CBDBC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35180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35">
            <a:extLst xmlns:a="http://schemas.openxmlformats.org/drawingml/2006/main">
              <a:ext uri="{FF2B5EF4-FFF2-40B4-BE49-F238E27FC236}">
                <a16:creationId xmlns:a16="http://schemas.microsoft.com/office/drawing/2014/main" id="{53DBEFD4-9CFB-4879-8E30-312ABC1C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">
            <a:extLst xmlns:a="http://schemas.openxmlformats.org/drawingml/2006/main">
              <a:ext uri="{FF2B5EF4-FFF2-40B4-BE49-F238E27FC236}">
                <a16:creationId xmlns:a16="http://schemas.microsoft.com/office/drawing/2014/main" id="{DCF1F99D-8B6F-4D36-A315-EFE1841A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Graph Behind response() [1]</a:t>
            </a:r>
          </a:p>
        </p:txBody>
      </p:sp>
      <p:sp>
        <p:nvSpPr>
          <p:cNvPr id="3" name="c3-text-37">
            <a:extLst xmlns:a="http://schemas.openxmlformats.org/drawingml/2006/main">
              <a:ext uri="{FF2B5EF4-FFF2-40B4-BE49-F238E27FC236}">
                <a16:creationId xmlns:a16="http://schemas.microsoft.com/office/drawing/2014/main" id="{9A790BB5-081A-4E68-8506-0DADC6FA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38">
            <a:extLst xmlns:a="http://schemas.openxmlformats.org/drawingml/2006/main">
              <a:ext uri="{FF2B5EF4-FFF2-40B4-BE49-F238E27FC236}">
                <a16:creationId xmlns:a16="http://schemas.microsoft.com/office/drawing/2014/main" id="{120C1BC1-87C5-4B55-8C02-56ABF357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39">
            <a:extLst xmlns:a="http://schemas.openxmlformats.org/drawingml/2006/main">
              <a:ext uri="{FF2B5EF4-FFF2-40B4-BE49-F238E27FC236}">
                <a16:creationId xmlns:a16="http://schemas.microsoft.com/office/drawing/2014/main" id="{6FDEEE34-2B54-4CE7-8C5A-CC5C75F0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40">
            <a:extLst xmlns:a="http://schemas.openxmlformats.org/drawingml/2006/main">
              <a:ext uri="{FF2B5EF4-FFF2-40B4-BE49-F238E27FC236}">
                <a16:creationId xmlns:a16="http://schemas.microsoft.com/office/drawing/2014/main" id="{E3C25268-93DE-4ED3-8B02-3BF3EA45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41">
            <a:extLst xmlns:a="http://schemas.openxmlformats.org/drawingml/2006/main">
              <a:ext uri="{FF2B5EF4-FFF2-40B4-BE49-F238E27FC236}">
                <a16:creationId xmlns:a16="http://schemas.microsoft.com/office/drawing/2014/main" id="{48C106C3-340C-4CE9-A9EA-C3EE468A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2">
            <a:extLst xmlns:a="http://schemas.openxmlformats.org/drawingml/2006/main">
              <a:ext uri="{FF2B5EF4-FFF2-40B4-BE49-F238E27FC236}">
                <a16:creationId xmlns:a16="http://schemas.microsoft.com/office/drawing/2014/main" id="{0A6E15E9-B02A-4043-889A-E1278C01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343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9" name="c3-shape-43">
            <a:extLst xmlns:a="http://schemas.openxmlformats.org/drawingml/2006/main">
              <a:ext uri="{FF2B5EF4-FFF2-40B4-BE49-F238E27FC236}">
                <a16:creationId xmlns:a16="http://schemas.microsoft.com/office/drawing/2014/main" id="{1CD1A726-3367-4375-99BD-3ECA02DC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44">
            <a:extLst xmlns:a="http://schemas.openxmlformats.org/drawingml/2006/main">
              <a:ext uri="{FF2B5EF4-FFF2-40B4-BE49-F238E27FC236}">
                <a16:creationId xmlns:a16="http://schemas.microsoft.com/office/drawing/2014/main" id="{C18D3415-25FC-4E05-9002-A20C0675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text-45">
            <a:extLst xmlns:a="http://schemas.openxmlformats.org/drawingml/2006/main">
              <a:ext uri="{FF2B5EF4-FFF2-40B4-BE49-F238E27FC236}">
                <a16:creationId xmlns:a16="http://schemas.microsoft.com/office/drawing/2014/main" id="{10E877EC-23F2-4737-92E1-1E432581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2" name="c3-shape-46">
            <a:extLst xmlns:a="http://schemas.openxmlformats.org/drawingml/2006/main">
              <a:ext uri="{FF2B5EF4-FFF2-40B4-BE49-F238E27FC236}">
                <a16:creationId xmlns:a16="http://schemas.microsoft.com/office/drawing/2014/main" id="{BD51C674-DF21-4A5F-B50D-CDED5111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572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text-47">
            <a:extLst xmlns:a="http://schemas.openxmlformats.org/drawingml/2006/main">
              <a:ext uri="{FF2B5EF4-FFF2-40B4-BE49-F238E27FC236}">
                <a16:creationId xmlns:a16="http://schemas.microsoft.com/office/drawing/2014/main" id="{DD5B43A8-1C71-4761-9AAD-B381C370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634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InMemorySaver checkpointer · thread_id = "avatar"</a:t>
            </a:r>
          </a:p>
        </p:txBody>
      </p:sp>
      <p:sp>
        <p:nvSpPr>
          <p:cNvPr id="14" name="c3-text-48">
            <a:extLst xmlns:a="http://schemas.openxmlformats.org/drawingml/2006/main">
              <a:ext uri="{FF2B5EF4-FFF2-40B4-BE49-F238E27FC236}">
                <a16:creationId xmlns:a16="http://schemas.microsoft.com/office/drawing/2014/main" id="{7203E495-CE37-49AC-8971-1105D3FA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respond: prompt template + recent messages → ModelReply</a:t>
            </a:r>
          </a:p>
        </p:txBody>
      </p:sp>
      <p:sp>
        <p:nvSpPr>
          <p:cNvPr id="15" name="c3-text-294">
            <a:extLst xmlns:a="http://schemas.openxmlformats.org/drawingml/2006/main">
              <a:ext uri="{FF2B5EF4-FFF2-40B4-BE49-F238E27FC236}">
                <a16:creationId xmlns:a16="http://schemas.microsoft.com/office/drawing/2014/main" id="{111EE670-6006-4CC6-B1D3-5B58797F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874329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49">
            <a:extLst xmlns:a="http://schemas.openxmlformats.org/drawingml/2006/main">
              <a:ext uri="{FF2B5EF4-FFF2-40B4-BE49-F238E27FC236}">
                <a16:creationId xmlns:a16="http://schemas.microsoft.com/office/drawing/2014/main" id="{5CA7ACFB-5F0A-421D-B0D7-E2180AC6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0">
            <a:extLst xmlns:a="http://schemas.openxmlformats.org/drawingml/2006/main">
              <a:ext uri="{FF2B5EF4-FFF2-40B4-BE49-F238E27FC236}">
                <a16:creationId xmlns:a16="http://schemas.microsoft.com/office/drawing/2014/main" id="{CCB165E5-C3EB-44AE-82C6-4EAF57AA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State: Messages and Reply [2]</a:t>
            </a:r>
          </a:p>
        </p:txBody>
      </p:sp>
      <p:sp>
        <p:nvSpPr>
          <p:cNvPr id="3" name="c3-text-51">
            <a:extLst xmlns:a="http://schemas.openxmlformats.org/drawingml/2006/main">
              <a:ext uri="{FF2B5EF4-FFF2-40B4-BE49-F238E27FC236}">
                <a16:creationId xmlns:a16="http://schemas.microsoft.com/office/drawing/2014/main" id="{AB5F6698-5177-4DCE-8909-5187A5E6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52">
            <a:extLst xmlns:a="http://schemas.openxmlformats.org/drawingml/2006/main">
              <a:ext uri="{FF2B5EF4-FFF2-40B4-BE49-F238E27FC236}">
                <a16:creationId xmlns:a16="http://schemas.microsoft.com/office/drawing/2014/main" id="{5C9FCD0E-A870-4EAC-BDEF-894BDAF4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53">
            <a:extLst xmlns:a="http://schemas.openxmlformats.org/drawingml/2006/main">
              <a:ext uri="{FF2B5EF4-FFF2-40B4-BE49-F238E27FC236}">
                <a16:creationId xmlns:a16="http://schemas.microsoft.com/office/drawing/2014/main" id="{DA55DE26-7028-450F-A877-486306B1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AvatarState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(MessagesState):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reply: dict</a:t>
            </a:r>
          </a:p>
        </p:txBody>
      </p:sp>
      <p:sp>
        <p:nvSpPr>
          <p:cNvPr id="6" name="c3-shape-54">
            <a:extLst xmlns:a="http://schemas.openxmlformats.org/drawingml/2006/main">
              <a:ext uri="{FF2B5EF4-FFF2-40B4-BE49-F238E27FC236}">
                <a16:creationId xmlns:a16="http://schemas.microsoft.com/office/drawing/2014/main" id="{A12F53B8-8973-4328-8B62-D7EA991A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55">
            <a:extLst xmlns:a="http://schemas.openxmlformats.org/drawingml/2006/main">
              <a:ext uri="{FF2B5EF4-FFF2-40B4-BE49-F238E27FC236}">
                <a16:creationId xmlns:a16="http://schemas.microsoft.com/office/drawing/2014/main" id="{CC6393CC-6ACB-4B01-A45B-82C52459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56">
            <a:extLst xmlns:a="http://schemas.openxmlformats.org/drawingml/2006/main">
              <a:ext uri="{FF2B5EF4-FFF2-40B4-BE49-F238E27FC236}">
                <a16:creationId xmlns:a16="http://schemas.microsoft.com/office/drawing/2014/main" id="{CA18CD8E-101F-411B-972F-0511005A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9" name="c3-text-57">
            <a:extLst xmlns:a="http://schemas.openxmlformats.org/drawingml/2006/main">
              <a:ext uri="{FF2B5EF4-FFF2-40B4-BE49-F238E27FC236}">
                <a16:creationId xmlns:a16="http://schemas.microsoft.com/office/drawing/2014/main" id="{347E628F-6F30-4C4D-904B-933CEBD7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conversation, appended by the reducer.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Only the spoken text is stored.</a:t>
            </a:r>
          </a:p>
        </p:txBody>
      </p:sp>
      <p:sp>
        <p:nvSpPr>
          <p:cNvPr id="10" name="c3-shape-58">
            <a:extLst xmlns:a="http://schemas.openxmlformats.org/drawingml/2006/main">
              <a:ext uri="{FF2B5EF4-FFF2-40B4-BE49-F238E27FC236}">
                <a16:creationId xmlns:a16="http://schemas.microsoft.com/office/drawing/2014/main" id="{24EAA0F1-9880-43EC-BD5A-1AB9796E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59">
            <a:extLst xmlns:a="http://schemas.openxmlformats.org/drawingml/2006/main">
              <a:ext uri="{FF2B5EF4-FFF2-40B4-BE49-F238E27FC236}">
                <a16:creationId xmlns:a16="http://schemas.microsoft.com/office/drawing/2014/main" id="{C9EAF868-84F6-4A66-8C32-0BE420A6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60">
            <a:extLst xmlns:a="http://schemas.openxmlformats.org/drawingml/2006/main">
              <a:ext uri="{FF2B5EF4-FFF2-40B4-BE49-F238E27FC236}">
                <a16:creationId xmlns:a16="http://schemas.microsoft.com/office/drawing/2014/main" id="{173170E3-E097-498D-8CAB-8E8371DB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13" name="c3-text-61">
            <a:extLst xmlns:a="http://schemas.openxmlformats.org/drawingml/2006/main">
              <a:ext uri="{FF2B5EF4-FFF2-40B4-BE49-F238E27FC236}">
                <a16:creationId xmlns:a16="http://schemas.microsoft.com/office/drawing/2014/main" id="{F92034C9-E58C-4ABC-B3D0-1A0D5015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latest ModelReply for the avatar: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emotion, expression, gesture.</a:t>
            </a:r>
          </a:p>
        </p:txBody>
      </p:sp>
      <p:sp>
        <p:nvSpPr>
          <p:cNvPr id="14" name="c3-text-295">
            <a:extLst xmlns:a="http://schemas.openxmlformats.org/drawingml/2006/main">
              <a:ext uri="{FF2B5EF4-FFF2-40B4-BE49-F238E27FC236}">
                <a16:creationId xmlns:a16="http://schemas.microsoft.com/office/drawing/2014/main" id="{C16D1BB6-5143-45DC-B881-DDDFD2E7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055438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62">
            <a:extLst xmlns:a="http://schemas.openxmlformats.org/drawingml/2006/main">
              <a:ext uri="{FF2B5EF4-FFF2-40B4-BE49-F238E27FC236}">
                <a16:creationId xmlns:a16="http://schemas.microsoft.com/office/drawing/2014/main" id="{AF1F197F-7D15-480D-9631-460D5D87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3">
            <a:extLst xmlns:a="http://schemas.openxmlformats.org/drawingml/2006/main">
              <a:ext uri="{FF2B5EF4-FFF2-40B4-BE49-F238E27FC236}">
                <a16:creationId xmlns:a16="http://schemas.microsoft.com/office/drawing/2014/main" id="{27F332CC-C73D-4CB1-ACAD-602ACFBC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 Templates and Message History [3]</a:t>
            </a:r>
          </a:p>
        </p:txBody>
      </p:sp>
      <p:sp>
        <p:nvSpPr>
          <p:cNvPr id="3" name="c3-text-64">
            <a:extLst xmlns:a="http://schemas.openxmlformats.org/drawingml/2006/main">
              <a:ext uri="{FF2B5EF4-FFF2-40B4-BE49-F238E27FC236}">
                <a16:creationId xmlns:a16="http://schemas.microsoft.com/office/drawing/2014/main" id="{CA2D77E2-4A8C-40B6-9582-0DFBD786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65">
            <a:extLst xmlns:a="http://schemas.openxmlformats.org/drawingml/2006/main">
              <a:ext uri="{FF2B5EF4-FFF2-40B4-BE49-F238E27FC236}">
                <a16:creationId xmlns:a16="http://schemas.microsoft.com/office/drawing/2014/main" id="{6F95BE35-C50D-44BB-B630-7AFF2FFB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66">
            <a:extLst xmlns:a="http://schemas.openxmlformats.org/drawingml/2006/main">
              <a:ext uri="{FF2B5EF4-FFF2-40B4-BE49-F238E27FC236}">
                <a16:creationId xmlns:a16="http://schemas.microsoft.com/office/drawing/2014/main" id="{F4BEA714-D301-401B-A887-BBF8E558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prompt = ChatPromptTemplate.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SystemMessagePromptTemplate.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virtual human. Time: {current_time}."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MessagesPlaceholder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text-67">
            <a:extLst xmlns:a="http://schemas.openxmlformats.org/drawingml/2006/main">
              <a:ext uri="{FF2B5EF4-FFF2-40B4-BE49-F238E27FC236}">
                <a16:creationId xmlns:a16="http://schemas.microsoft.com/office/drawing/2014/main" id="{A29830B4-AF39-4408-897A-B3C40DCA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system template fills variables. The placeholder keeps message roles.</a:t>
            </a:r>
          </a:p>
        </p:txBody>
      </p:sp>
      <p:sp>
        <p:nvSpPr>
          <p:cNvPr id="7" name="c3-text-296">
            <a:extLst xmlns:a="http://schemas.openxmlformats.org/drawingml/2006/main">
              <a:ext uri="{FF2B5EF4-FFF2-40B4-BE49-F238E27FC236}">
                <a16:creationId xmlns:a16="http://schemas.microsoft.com/office/drawing/2014/main" id="{4A2FE0B8-1AE5-4ED1-B746-F5FA84BF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23627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68">
            <a:extLst xmlns:a="http://schemas.openxmlformats.org/drawingml/2006/main">
              <a:ext uri="{FF2B5EF4-FFF2-40B4-BE49-F238E27FC236}">
                <a16:creationId xmlns:a16="http://schemas.microsoft.com/office/drawing/2014/main" id="{178DCD67-6173-43F8-AECF-BCB975EC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9">
            <a:extLst xmlns:a="http://schemas.openxmlformats.org/drawingml/2006/main">
              <a:ext uri="{FF2B5EF4-FFF2-40B4-BE49-F238E27FC236}">
                <a16:creationId xmlns:a16="http://schemas.microsoft.com/office/drawing/2014/main" id="{4D6A8B8C-ABF5-41B8-BF38-36B11605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respond Node [2]</a:t>
            </a:r>
          </a:p>
        </p:txBody>
      </p:sp>
      <p:sp>
        <p:nvSpPr>
          <p:cNvPr id="3" name="c3-text-70">
            <a:extLst xmlns:a="http://schemas.openxmlformats.org/drawingml/2006/main">
              <a:ext uri="{FF2B5EF4-FFF2-40B4-BE49-F238E27FC236}">
                <a16:creationId xmlns:a16="http://schemas.microsoft.com/office/drawing/2014/main" id="{1D89E569-A014-4AC3-B281-3E5B5E51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1">
            <a:extLst xmlns:a="http://schemas.openxmlformats.org/drawingml/2006/main">
              <a:ext uri="{FF2B5EF4-FFF2-40B4-BE49-F238E27FC236}">
                <a16:creationId xmlns:a16="http://schemas.microsoft.com/office/drawing/2014/main" id="{455BB2A6-20F6-4926-AB18-A8218011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2">
            <a:extLst xmlns:a="http://schemas.openxmlformats.org/drawingml/2006/main">
              <a:ext uri="{FF2B5EF4-FFF2-40B4-BE49-F238E27FC236}">
                <a16:creationId xmlns:a16="http://schemas.microsoft.com/office/drawing/2014/main" id="{58F57DE1-FE20-4924-A1DD-9D6B9C04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AvatarState):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answer = structured_client.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prompt.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current_time=current_time,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messages=state[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][-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:]))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AIMessage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(answer.speech_text)],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answer.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model_dump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()}</a:t>
            </a:r>
          </a:p>
        </p:txBody>
      </p:sp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21C4422F-2EC4-4740-96D2-1348F95A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74">
            <a:extLst xmlns:a="http://schemas.openxmlformats.org/drawingml/2006/main">
              <a:ext uri="{FF2B5EF4-FFF2-40B4-BE49-F238E27FC236}">
                <a16:creationId xmlns:a16="http://schemas.microsoft.com/office/drawing/2014/main" id="{F1B5844C-28EF-476E-9D19-0C4DD822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from Module 1 + rolling buffer from Chapter 02.</a:t>
            </a:r>
          </a:p>
        </p:txBody>
      </p:sp>
      <p:sp>
        <p:nvSpPr>
          <p:cNvPr id="8" name="c3-text-297">
            <a:extLst xmlns:a="http://schemas.openxmlformats.org/drawingml/2006/main">
              <a:ext uri="{FF2B5EF4-FFF2-40B4-BE49-F238E27FC236}">
                <a16:creationId xmlns:a16="http://schemas.microsoft.com/office/drawing/2014/main" id="{86858CD6-184D-421F-8B92-EC13E651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071241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75">
            <a:extLst xmlns:a="http://schemas.openxmlformats.org/drawingml/2006/main">
              <a:ext uri="{FF2B5EF4-FFF2-40B4-BE49-F238E27FC236}">
                <a16:creationId xmlns:a16="http://schemas.microsoft.com/office/drawing/2014/main" id="{F65F5C45-4DAD-4D47-8334-47385992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6">
            <a:extLst xmlns:a="http://schemas.openxmlformats.org/drawingml/2006/main">
              <a:ext uri="{FF2B5EF4-FFF2-40B4-BE49-F238E27FC236}">
                <a16:creationId xmlns:a16="http://schemas.microsoft.com/office/drawing/2014/main" id="{F667DFAF-6460-4049-8D4A-52F8333E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Thread Lives in the Backend [1]</a:t>
            </a:r>
          </a:p>
        </p:txBody>
      </p:sp>
      <p:sp>
        <p:nvSpPr>
          <p:cNvPr id="3" name="c3-text-77">
            <a:extLst xmlns:a="http://schemas.openxmlformats.org/drawingml/2006/main">
              <a:ext uri="{FF2B5EF4-FFF2-40B4-BE49-F238E27FC236}">
                <a16:creationId xmlns:a16="http://schemas.microsoft.com/office/drawing/2014/main" id="{A8497F88-D65C-4890-9024-501EC4B2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8">
            <a:extLst xmlns:a="http://schemas.openxmlformats.org/drawingml/2006/main">
              <a:ext uri="{FF2B5EF4-FFF2-40B4-BE49-F238E27FC236}">
                <a16:creationId xmlns:a16="http://schemas.microsoft.com/office/drawing/2014/main" id="{9CB8E43E-2255-4CDC-8A2E-342F23D2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9">
            <a:extLst xmlns:a="http://schemas.openxmlformats.org/drawingml/2006/main">
              <a:ext uri="{FF2B5EF4-FFF2-40B4-BE49-F238E27FC236}">
                <a16:creationId xmlns:a16="http://schemas.microsoft.com/office/drawing/2014/main" id="{AE11AE44-3C06-4DB5-964B-C41A949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"avatar"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config =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"configurable"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"thread_id"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(text: str) -&gt; AgentReply: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result = graph.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(text)]}, config)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shape-80">
            <a:extLst xmlns:a="http://schemas.openxmlformats.org/drawingml/2006/main">
              <a:ext uri="{FF2B5EF4-FFF2-40B4-BE49-F238E27FC236}">
                <a16:creationId xmlns:a16="http://schemas.microsoft.com/office/drawing/2014/main" id="{45FCA1A8-B5EA-475B-8CAB-C2310AC0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81">
            <a:extLst xmlns:a="http://schemas.openxmlformats.org/drawingml/2006/main">
              <a:ext uri="{FF2B5EF4-FFF2-40B4-BE49-F238E27FC236}">
                <a16:creationId xmlns:a16="http://schemas.microsoft.com/office/drawing/2014/main" id="{68321704-DAA7-44EB-947F-D2B5B5D0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browser sends only text; every request continues the same thread.</a:t>
            </a:r>
          </a:p>
        </p:txBody>
      </p:sp>
      <p:sp>
        <p:nvSpPr>
          <p:cNvPr id="8" name="c3-text-298">
            <a:extLst xmlns:a="http://schemas.openxmlformats.org/drawingml/2006/main">
              <a:ext uri="{FF2B5EF4-FFF2-40B4-BE49-F238E27FC236}">
                <a16:creationId xmlns:a16="http://schemas.microsoft.com/office/drawing/2014/main" id="{73F5F69E-B3FD-40DA-A029-A55A04CF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670143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82">
            <a:extLst xmlns:a="http://schemas.openxmlformats.org/drawingml/2006/main">
              <a:ext uri="{FF2B5EF4-FFF2-40B4-BE49-F238E27FC236}">
                <a16:creationId xmlns:a16="http://schemas.microsoft.com/office/drawing/2014/main" id="{1DC9F9B8-7ADF-4091-B09B-5E6CD8F3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3">
            <a:extLst xmlns:a="http://schemas.openxmlformats.org/drawingml/2006/main">
              <a:ext uri="{FF2B5EF4-FFF2-40B4-BE49-F238E27FC236}">
                <a16:creationId xmlns:a16="http://schemas.microsoft.com/office/drawing/2014/main" id="{C5ECABB5-ADA3-41A9-99E1-D48288E0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Conversation [1]</a:t>
            </a:r>
          </a:p>
        </p:txBody>
      </p:sp>
      <p:sp>
        <p:nvSpPr>
          <p:cNvPr id="3" name="c3-text-84">
            <a:extLst xmlns:a="http://schemas.openxmlformats.org/drawingml/2006/main">
              <a:ext uri="{FF2B5EF4-FFF2-40B4-BE49-F238E27FC236}">
                <a16:creationId xmlns:a16="http://schemas.microsoft.com/office/drawing/2014/main" id="{5CD6CAA2-3E6E-4F0A-BF33-EB5BF7D3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85">
            <a:extLst xmlns:a="http://schemas.openxmlformats.org/drawingml/2006/main">
              <a:ext uri="{FF2B5EF4-FFF2-40B4-BE49-F238E27FC236}">
                <a16:creationId xmlns:a16="http://schemas.microsoft.com/office/drawing/2014/main" id="{12106439-585E-4A3B-93A1-1A205094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86">
            <a:extLst xmlns:a="http://schemas.openxmlformats.org/drawingml/2006/main">
              <a:ext uri="{FF2B5EF4-FFF2-40B4-BE49-F238E27FC236}">
                <a16:creationId xmlns:a16="http://schemas.microsoft.com/office/drawing/2014/main" id="{5F10E036-AACB-42C3-8C48-119EFD86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button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(browser)</a:t>
            </a:r>
          </a:p>
        </p:txBody>
      </p:sp>
      <p:sp>
        <p:nvSpPr>
          <p:cNvPr id="6" name="c3-shape-87">
            <a:extLst xmlns:a="http://schemas.openxmlformats.org/drawingml/2006/main">
              <a:ext uri="{FF2B5EF4-FFF2-40B4-BE49-F238E27FC236}">
                <a16:creationId xmlns:a16="http://schemas.microsoft.com/office/drawing/2014/main" id="{80FDBCEF-977A-4B81-BD37-8D930F22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8">
            <a:extLst xmlns:a="http://schemas.openxmlformats.org/drawingml/2006/main">
              <a:ext uri="{FF2B5EF4-FFF2-40B4-BE49-F238E27FC236}">
                <a16:creationId xmlns:a16="http://schemas.microsoft.com/office/drawing/2014/main" id="{DC644DB1-43FE-4807-8635-4B991C47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9">
            <a:extLst xmlns:a="http://schemas.openxmlformats.org/drawingml/2006/main">
              <a:ext uri="{FF2B5EF4-FFF2-40B4-BE49-F238E27FC236}">
                <a16:creationId xmlns:a16="http://schemas.microsoft.com/office/drawing/2014/main" id="{A8F08151-F8D4-487C-A0E7-D79B6E17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(server)</a:t>
            </a:r>
          </a:p>
        </p:txBody>
      </p:sp>
      <p:sp>
        <p:nvSpPr>
          <p:cNvPr id="9" name="c3-shape-90">
            <a:extLst xmlns:a="http://schemas.openxmlformats.org/drawingml/2006/main">
              <a:ext uri="{FF2B5EF4-FFF2-40B4-BE49-F238E27FC236}">
                <a16:creationId xmlns:a16="http://schemas.microsoft.com/office/drawing/2014/main" id="{9DC19CDC-B825-42F3-B875-7A28C84C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91">
            <a:extLst xmlns:a="http://schemas.openxmlformats.org/drawingml/2006/main">
              <a:ext uri="{FF2B5EF4-FFF2-40B4-BE49-F238E27FC236}">
                <a16:creationId xmlns:a16="http://schemas.microsoft.com/office/drawing/2014/main" id="{6EDCC24C-E5E8-42F1-B18B-53996FDB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1" name="c3-text-92">
            <a:extLst xmlns:a="http://schemas.openxmlformats.org/drawingml/2006/main">
              <a:ext uri="{FF2B5EF4-FFF2-40B4-BE49-F238E27FC236}">
                <a16:creationId xmlns:a16="http://schemas.microsoft.com/office/drawing/2014/main" id="{BF2BA958-31D0-4F0D-8C6C-42A146B8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clear_conversation()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(agent)</a:t>
            </a:r>
          </a:p>
        </p:txBody>
      </p:sp>
      <p:sp>
        <p:nvSpPr>
          <p:cNvPr id="12" name="c3-shape-93">
            <a:extLst xmlns:a="http://schemas.openxmlformats.org/drawingml/2006/main">
              <a:ext uri="{FF2B5EF4-FFF2-40B4-BE49-F238E27FC236}">
                <a16:creationId xmlns:a16="http://schemas.microsoft.com/office/drawing/2014/main" id="{79B58307-FF6D-494E-ADFF-0EE6AB6F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3" name="c3-text-94">
            <a:extLst xmlns:a="http://schemas.openxmlformats.org/drawingml/2006/main">
              <a:ext uri="{FF2B5EF4-FFF2-40B4-BE49-F238E27FC236}">
                <a16:creationId xmlns:a16="http://schemas.microsoft.com/office/drawing/2014/main" id="{44FE73D3-D057-4A71-A89A-8C3E3467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checkpointer.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delete_thread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4" name="c3-text-95">
            <a:extLst xmlns:a="http://schemas.openxmlformats.org/drawingml/2006/main">
              <a:ext uri="{FF2B5EF4-FFF2-40B4-BE49-F238E27FC236}">
                <a16:creationId xmlns:a16="http://schemas.microsoft.com/office/drawing/2014/main" id="{DC51BD8A-609A-4514-A55D-20917FBA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next message starts an empty conversation.</a:t>
            </a:r>
          </a:p>
        </p:txBody>
      </p:sp>
      <p:sp>
        <p:nvSpPr>
          <p:cNvPr id="15" name="c3-text-299">
            <a:extLst xmlns:a="http://schemas.openxmlformats.org/drawingml/2006/main">
              <a:ext uri="{FF2B5EF4-FFF2-40B4-BE49-F238E27FC236}">
                <a16:creationId xmlns:a16="http://schemas.microsoft.com/office/drawing/2014/main" id="{EFCCA889-3E13-4840-A72F-D3ED91A0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974910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96">
            <a:extLst xmlns:a="http://schemas.openxmlformats.org/drawingml/2006/main">
              <a:ext uri="{FF2B5EF4-FFF2-40B4-BE49-F238E27FC236}">
                <a16:creationId xmlns:a16="http://schemas.microsoft.com/office/drawing/2014/main" id="{A250BAB2-CD09-4815-8C5A-EA1D3769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7">
            <a:extLst xmlns:a="http://schemas.openxmlformats.org/drawingml/2006/main">
              <a:ext uri="{FF2B5EF4-FFF2-40B4-BE49-F238E27FC236}">
                <a16:creationId xmlns:a16="http://schemas.microsoft.com/office/drawing/2014/main" id="{B3CC5ABB-1DAC-47E0-96CC-FBBD2D2D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Together: Clear Memory through the API</a:t>
            </a:r>
          </a:p>
        </p:txBody>
      </p:sp>
      <p:sp>
        <p:nvSpPr>
          <p:cNvPr id="3" name="c3-text-98">
            <a:extLst xmlns:a="http://schemas.openxmlformats.org/drawingml/2006/main">
              <a:ext uri="{FF2B5EF4-FFF2-40B4-BE49-F238E27FC236}">
                <a16:creationId xmlns:a16="http://schemas.microsoft.com/office/drawing/2014/main" id="{F485BCA3-715A-4642-BC01-27836F3A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99">
            <a:extLst xmlns:a="http://schemas.openxmlformats.org/drawingml/2006/main">
              <a:ext uri="{FF2B5EF4-FFF2-40B4-BE49-F238E27FC236}">
                <a16:creationId xmlns:a16="http://schemas.microsoft.com/office/drawing/2014/main" id="{A2D38C1B-8ED5-4A73-957E-E0B3616A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00">
            <a:extLst xmlns:a="http://schemas.openxmlformats.org/drawingml/2006/main">
              <a:ext uri="{FF2B5EF4-FFF2-40B4-BE49-F238E27FC236}">
                <a16:creationId xmlns:a16="http://schemas.microsoft.com/office/drawing/2014/main" id="{7EAF5E4C-74BE-489B-84CF-71A9D0BB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@app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post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"/conversation/clear"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selected_agent = sys.modules[response.__module__]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clear_agent_memory =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getattr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selected_agent,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"clear_conversation"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None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callable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(clear_agent_memory):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clear_agent_memory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"status"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"ok"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c3-text-101">
            <a:hlinkClick xmlns:r="http://schemas.openxmlformats.org/officeDocument/2006/relationships" xmlns:a="http://schemas.openxmlformats.org/drawingml/2006/main" r:id="R06fc6c45147a484f"/>
            <a:extLst xmlns:a="http://schemas.openxmlformats.org/drawingml/2006/main">
              <a:ext uri="{FF2B5EF4-FFF2-40B4-BE49-F238E27FC236}">
                <a16:creationId xmlns:a16="http://schemas.microsoft.com/office/drawing/2014/main" id="{9B1022B9-D872-49D1-BB92-A14D2D05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Guided exercise: agent hook, server route and browser test</a:t>
            </a:r>
          </a:p>
        </p:txBody>
      </p:sp>
      <p:sp>
        <p:nvSpPr>
          <p:cNvPr id="7" name="c3-text-300">
            <a:extLst xmlns:a="http://schemas.openxmlformats.org/drawingml/2006/main">
              <a:ext uri="{FF2B5EF4-FFF2-40B4-BE49-F238E27FC236}">
                <a16:creationId xmlns:a16="http://schemas.microsoft.com/office/drawing/2014/main" id="{69F656DF-10C5-4615-979B-2D0B1ACC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152396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02">
            <a:extLst xmlns:a="http://schemas.openxmlformats.org/drawingml/2006/main">
              <a:ext uri="{FF2B5EF4-FFF2-40B4-BE49-F238E27FC236}">
                <a16:creationId xmlns:a16="http://schemas.microsoft.com/office/drawing/2014/main" id="{AC17195C-AF55-45CB-9357-C02B2D69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3">
            <a:extLst xmlns:a="http://schemas.openxmlformats.org/drawingml/2006/main">
              <a:ext uri="{FF2B5EF4-FFF2-40B4-BE49-F238E27FC236}">
                <a16:creationId xmlns:a16="http://schemas.microsoft.com/office/drawing/2014/main" id="{B9A29D0A-FEB7-47CD-B330-EC0ABF17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Always Answer</a:t>
            </a:r>
          </a:p>
        </p:txBody>
      </p:sp>
      <p:sp>
        <p:nvSpPr>
          <p:cNvPr id="3" name="c3-text-104">
            <a:extLst xmlns:a="http://schemas.openxmlformats.org/drawingml/2006/main">
              <a:ext uri="{FF2B5EF4-FFF2-40B4-BE49-F238E27FC236}">
                <a16:creationId xmlns:a16="http://schemas.microsoft.com/office/drawing/2014/main" id="{60B584B6-56A5-41C7-8824-8FBDE9C6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05">
            <a:extLst xmlns:a="http://schemas.openxmlformats.org/drawingml/2006/main">
              <a:ext uri="{FF2B5EF4-FFF2-40B4-BE49-F238E27FC236}">
                <a16:creationId xmlns:a16="http://schemas.microsoft.com/office/drawing/2014/main" id="{08816CC7-CB28-42FB-AE51-55A73E54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06">
            <a:extLst xmlns:a="http://schemas.openxmlformats.org/drawingml/2006/main">
              <a:ext uri="{FF2B5EF4-FFF2-40B4-BE49-F238E27FC236}">
                <a16:creationId xmlns:a16="http://schemas.microsoft.com/office/drawing/2014/main" id="{DDFC99DF-7AAC-4474-99A3-5E538D4B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07">
            <a:extLst xmlns:a="http://schemas.openxmlformats.org/drawingml/2006/main">
              <a:ext uri="{FF2B5EF4-FFF2-40B4-BE49-F238E27FC236}">
                <a16:creationId xmlns:a16="http://schemas.microsoft.com/office/drawing/2014/main" id="{E1B63EA4-7B34-4B36-8934-0CF7B64C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 error or timeout</a:t>
            </a:r>
          </a:p>
        </p:txBody>
      </p:sp>
      <p:sp>
        <p:nvSpPr>
          <p:cNvPr id="7" name="c3-text-108">
            <a:extLst xmlns:a="http://schemas.openxmlformats.org/drawingml/2006/main">
              <a:ext uri="{FF2B5EF4-FFF2-40B4-BE49-F238E27FC236}">
                <a16:creationId xmlns:a16="http://schemas.microsoft.com/office/drawing/2014/main" id="{1EC6562C-2366-4AD0-8F57-A3C6656E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short apology and a shrug.</a:t>
            </a:r>
          </a:p>
        </p:txBody>
      </p:sp>
      <p:sp>
        <p:nvSpPr>
          <p:cNvPr id="8" name="c3-shape-109">
            <a:extLst xmlns:a="http://schemas.openxmlformats.org/drawingml/2006/main">
              <a:ext uri="{FF2B5EF4-FFF2-40B4-BE49-F238E27FC236}">
                <a16:creationId xmlns:a16="http://schemas.microsoft.com/office/drawing/2014/main" id="{9E725EA2-69DE-44F2-9AAB-7723C7F5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10">
            <a:extLst xmlns:a="http://schemas.openxmlformats.org/drawingml/2006/main">
              <a:ext uri="{FF2B5EF4-FFF2-40B4-BE49-F238E27FC236}">
                <a16:creationId xmlns:a16="http://schemas.microsoft.com/office/drawing/2014/main" id="{57BBE9A0-FD94-4168-A788-1C735E6A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11">
            <a:extLst xmlns:a="http://schemas.openxmlformats.org/drawingml/2006/main">
              <a:ext uri="{FF2B5EF4-FFF2-40B4-BE49-F238E27FC236}">
                <a16:creationId xmlns:a16="http://schemas.microsoft.com/office/drawing/2014/main" id="{BD371B5A-9314-4F4D-A48E-01D33F55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No structured reply</a:t>
            </a:r>
          </a:p>
        </p:txBody>
      </p:sp>
      <p:sp>
        <p:nvSpPr>
          <p:cNvPr id="11" name="c3-text-112">
            <a:extLst xmlns:a="http://schemas.openxmlformats.org/drawingml/2006/main">
              <a:ext uri="{FF2B5EF4-FFF2-40B4-BE49-F238E27FC236}">
                <a16:creationId xmlns:a16="http://schemas.microsoft.com/office/drawing/2014/main" id="{95C00282-741E-48BD-A94D-E9E61FEC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fallback reply.</a:t>
            </a:r>
          </a:p>
        </p:txBody>
      </p:sp>
      <p:sp>
        <p:nvSpPr>
          <p:cNvPr id="12" name="c3-shape-113">
            <a:extLst xmlns:a="http://schemas.openxmlformats.org/drawingml/2006/main">
              <a:ext uri="{FF2B5EF4-FFF2-40B4-BE49-F238E27FC236}">
                <a16:creationId xmlns:a16="http://schemas.microsoft.com/office/drawing/2014/main" id="{DD4A7E9C-E936-4A8B-BC0D-5545DDC0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14">
            <a:extLst xmlns:a="http://schemas.openxmlformats.org/drawingml/2006/main">
              <a:ext uri="{FF2B5EF4-FFF2-40B4-BE49-F238E27FC236}">
                <a16:creationId xmlns:a16="http://schemas.microsoft.com/office/drawing/2014/main" id="{B97B8EA8-1568-45D8-9093-B2BA733C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15">
            <a:extLst xmlns:a="http://schemas.openxmlformats.org/drawingml/2006/main">
              <a:ext uri="{FF2B5EF4-FFF2-40B4-BE49-F238E27FC236}">
                <a16:creationId xmlns:a16="http://schemas.microsoft.com/office/drawing/2014/main" id="{CDA6F4F7-C706-46A9-86BA-5C2D22A7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History in order</a:t>
            </a:r>
          </a:p>
        </p:txBody>
      </p:sp>
      <p:sp>
        <p:nvSpPr>
          <p:cNvPr id="15" name="c3-text-116">
            <a:extLst xmlns:a="http://schemas.openxmlformats.org/drawingml/2006/main">
              <a:ext uri="{FF2B5EF4-FFF2-40B4-BE49-F238E27FC236}">
                <a16:creationId xmlns:a16="http://schemas.microsoft.com/office/drawing/2014/main" id="{CBB2E6A6-D788-432D-A200-3550136D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and AI messages still alternate.</a:t>
            </a:r>
          </a:p>
        </p:txBody>
      </p:sp>
      <p:sp>
        <p:nvSpPr>
          <p:cNvPr id="16" name="c3-shape-117">
            <a:extLst xmlns:a="http://schemas.openxmlformats.org/drawingml/2006/main">
              <a:ext uri="{FF2B5EF4-FFF2-40B4-BE49-F238E27FC236}">
                <a16:creationId xmlns:a16="http://schemas.microsoft.com/office/drawing/2014/main" id="{F7E17102-09EA-4194-838B-D1DFC42F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18">
            <a:extLst xmlns:a="http://schemas.openxmlformats.org/drawingml/2006/main">
              <a:ext uri="{FF2B5EF4-FFF2-40B4-BE49-F238E27FC236}">
                <a16:creationId xmlns:a16="http://schemas.microsoft.com/office/drawing/2014/main" id="{6813B254-BA15-4827-8732-53A6134F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failed call must not break the avatar or the saved conversation.</a:t>
            </a:r>
          </a:p>
        </p:txBody>
      </p:sp>
      <p:sp>
        <p:nvSpPr>
          <p:cNvPr id="18" name="c3-text-301">
            <a:extLst xmlns:a="http://schemas.openxmlformats.org/drawingml/2006/main">
              <a:ext uri="{FF2B5EF4-FFF2-40B4-BE49-F238E27FC236}">
                <a16:creationId xmlns:a16="http://schemas.microsoft.com/office/drawing/2014/main" id="{11EBEF61-2EA6-413B-8BEB-56B98154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88284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19">
            <a:extLst xmlns:a="http://schemas.openxmlformats.org/drawingml/2006/main">
              <a:ext uri="{FF2B5EF4-FFF2-40B4-BE49-F238E27FC236}">
                <a16:creationId xmlns:a16="http://schemas.microsoft.com/office/drawing/2014/main" id="{A987A974-E38E-4B54-BE7B-3EE6F2F8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0">
            <a:extLst xmlns:a="http://schemas.openxmlformats.org/drawingml/2006/main">
              <a:ext uri="{FF2B5EF4-FFF2-40B4-BE49-F238E27FC236}">
                <a16:creationId xmlns:a16="http://schemas.microsoft.com/office/drawing/2014/main" id="{B63FD408-9305-4452-AE1A-37FC0596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It on the Avatar</a:t>
            </a:r>
          </a:p>
        </p:txBody>
      </p:sp>
      <p:sp>
        <p:nvSpPr>
          <p:cNvPr id="3" name="c3-text-121">
            <a:extLst xmlns:a="http://schemas.openxmlformats.org/drawingml/2006/main">
              <a:ext uri="{FF2B5EF4-FFF2-40B4-BE49-F238E27FC236}">
                <a16:creationId xmlns:a16="http://schemas.microsoft.com/office/drawing/2014/main" id="{10CFC0F6-666B-4166-B467-86CAA8D3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E0004983-F52A-464D-B12E-F491BCDA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3">
            <a:extLst xmlns:a="http://schemas.openxmlformats.org/drawingml/2006/main">
              <a:ext uri="{FF2B5EF4-FFF2-40B4-BE49-F238E27FC236}">
                <a16:creationId xmlns:a16="http://schemas.microsoft.com/office/drawing/2014/main" id="{9AE6A320-DB05-47A3-AE07-F6DEABF8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4">
            <a:extLst xmlns:a="http://schemas.openxmlformats.org/drawingml/2006/main">
              <a:ext uri="{FF2B5EF4-FFF2-40B4-BE49-F238E27FC236}">
                <a16:creationId xmlns:a16="http://schemas.microsoft.com/office/drawing/2014/main" id="{AC1E40A1-74E9-442D-8EAB-0C79BD95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Select the agent</a:t>
            </a:r>
          </a:p>
        </p:txBody>
      </p:sp>
      <p:sp>
        <p:nvSpPr>
          <p:cNvPr id="7" name="c3-text-125">
            <a:extLst xmlns:a="http://schemas.openxmlformats.org/drawingml/2006/main">
              <a:ext uri="{FF2B5EF4-FFF2-40B4-BE49-F238E27FC236}">
                <a16:creationId xmlns:a16="http://schemas.microsoft.com/office/drawing/2014/main" id="{C04F59E4-FE12-430F-ACEC-DD996B1C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vh_cognitive_server.py keep one import: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agents.Module_2.Chapter_03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.langgraph_avatar_agent</a:t>
            </a:r>
          </a:p>
        </p:txBody>
      </p:sp>
      <p:sp>
        <p:nvSpPr>
          <p:cNvPr id="8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355CCB5E-7955-4EC5-8377-FC891C9A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7">
            <a:extLst xmlns:a="http://schemas.openxmlformats.org/drawingml/2006/main">
              <a:ext uri="{FF2B5EF4-FFF2-40B4-BE49-F238E27FC236}">
                <a16:creationId xmlns:a16="http://schemas.microsoft.com/office/drawing/2014/main" id="{8A2499EA-BD36-4DD7-8246-B6607764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8">
            <a:extLst xmlns:a="http://schemas.openxmlformats.org/drawingml/2006/main">
              <a:ext uri="{FF2B5EF4-FFF2-40B4-BE49-F238E27FC236}">
                <a16:creationId xmlns:a16="http://schemas.microsoft.com/office/drawing/2014/main" id="{C71CE514-B2D2-4E5A-B8B5-94D8FF5E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Test the memory</a:t>
            </a:r>
          </a:p>
        </p:txBody>
      </p:sp>
      <p:sp>
        <p:nvSpPr>
          <p:cNvPr id="11" name="c3-text-129">
            <a:extLst xmlns:a="http://schemas.openxmlformats.org/drawingml/2006/main">
              <a:ext uri="{FF2B5EF4-FFF2-40B4-BE49-F238E27FC236}">
                <a16:creationId xmlns:a16="http://schemas.microsoft.com/office/drawing/2014/main" id="{3A41A04B-FB89-4C16-AC29-65C99A7D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Tell your name and favourite colour.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both.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the conversation and ask again.</a:t>
            </a:r>
          </a:p>
        </p:txBody>
      </p:sp>
      <p:sp>
        <p:nvSpPr>
          <p:cNvPr id="12" name="c3-shape-130">
            <a:extLst xmlns:a="http://schemas.openxmlformats.org/drawingml/2006/main">
              <a:ext uri="{FF2B5EF4-FFF2-40B4-BE49-F238E27FC236}">
                <a16:creationId xmlns:a16="http://schemas.microsoft.com/office/drawing/2014/main" id="{F8B66997-F460-4610-9CDB-6467B798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1">
            <a:extLst xmlns:a="http://schemas.openxmlformats.org/drawingml/2006/main">
              <a:ext uri="{FF2B5EF4-FFF2-40B4-BE49-F238E27FC236}">
                <a16:creationId xmlns:a16="http://schemas.microsoft.com/office/drawing/2014/main" id="{21F834A0-BFE4-4770-8EAD-9361BFFF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Save, then restart the cognitive server in the avatar Settings.</a:t>
            </a:r>
          </a:p>
        </p:txBody>
      </p:sp>
      <p:sp>
        <p:nvSpPr>
          <p:cNvPr id="14" name="c3-text-302">
            <a:extLst xmlns:a="http://schemas.openxmlformats.org/drawingml/2006/main">
              <a:ext uri="{FF2B5EF4-FFF2-40B4-BE49-F238E27FC236}">
                <a16:creationId xmlns:a16="http://schemas.microsoft.com/office/drawing/2014/main" id="{9CD978A2-7298-458C-80D7-E43AC672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07112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32">
            <a:extLst xmlns:a="http://schemas.openxmlformats.org/drawingml/2006/main">
              <a:ext uri="{FF2B5EF4-FFF2-40B4-BE49-F238E27FC236}">
                <a16:creationId xmlns:a16="http://schemas.microsoft.com/office/drawing/2014/main" id="{1B2458F2-C8DB-4FFE-86D0-47720AC0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3">
            <a:extLst xmlns:a="http://schemas.openxmlformats.org/drawingml/2006/main">
              <a:ext uri="{FF2B5EF4-FFF2-40B4-BE49-F238E27FC236}">
                <a16:creationId xmlns:a16="http://schemas.microsoft.com/office/drawing/2014/main" id="{50BA370A-A641-457A-A59E-3B7228F9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Turn</a:t>
            </a:r>
          </a:p>
        </p:txBody>
      </p:sp>
      <p:sp>
        <p:nvSpPr>
          <p:cNvPr id="3" name="c3-text-134">
            <a:extLst xmlns:a="http://schemas.openxmlformats.org/drawingml/2006/main">
              <a:ext uri="{FF2B5EF4-FFF2-40B4-BE49-F238E27FC236}">
                <a16:creationId xmlns:a16="http://schemas.microsoft.com/office/drawing/2014/main" id="{F174E958-01E4-4C1F-A491-B8A65EB5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35">
            <a:extLst xmlns:a="http://schemas.openxmlformats.org/drawingml/2006/main">
              <a:ext uri="{FF2B5EF4-FFF2-40B4-BE49-F238E27FC236}">
                <a16:creationId xmlns:a16="http://schemas.microsoft.com/office/drawing/2014/main" id="{2AEA0FDD-F810-4F02-A13B-B9F3F0B1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6">
            <a:extLst xmlns:a="http://schemas.openxmlformats.org/drawingml/2006/main">
              <a:ext uri="{FF2B5EF4-FFF2-40B4-BE49-F238E27FC236}">
                <a16:creationId xmlns:a16="http://schemas.microsoft.com/office/drawing/2014/main" id="{EBB4581F-3384-4488-B7C7-BEDD120D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7">
            <a:extLst xmlns:a="http://schemas.openxmlformats.org/drawingml/2006/main">
              <a:ext uri="{FF2B5EF4-FFF2-40B4-BE49-F238E27FC236}">
                <a16:creationId xmlns:a16="http://schemas.microsoft.com/office/drawing/2014/main" id="{5BAA605D-0A9F-42CB-9ED5-0E126266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Persona</a:t>
            </a:r>
          </a:p>
        </p:txBody>
      </p:sp>
      <p:sp>
        <p:nvSpPr>
          <p:cNvPr id="7" name="c3-text-138">
            <a:extLst xmlns:a="http://schemas.openxmlformats.org/drawingml/2006/main">
              <a:ext uri="{FF2B5EF4-FFF2-40B4-BE49-F238E27FC236}">
                <a16:creationId xmlns:a16="http://schemas.microsoft.com/office/drawing/2014/main" id="{1FF4A41E-3CE4-4443-91AA-8EA737A1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Change the system instruction: a museum guide with its own name.</a:t>
            </a:r>
          </a:p>
        </p:txBody>
      </p:sp>
      <p:sp>
        <p:nvSpPr>
          <p:cNvPr id="8" name="c3-shape-139">
            <a:extLst xmlns:a="http://schemas.openxmlformats.org/drawingml/2006/main">
              <a:ext uri="{FF2B5EF4-FFF2-40B4-BE49-F238E27FC236}">
                <a16:creationId xmlns:a16="http://schemas.microsoft.com/office/drawing/2014/main" id="{09FCC5F1-CB73-4747-96DE-C0EC1E74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40">
            <a:extLst xmlns:a="http://schemas.openxmlformats.org/drawingml/2006/main">
              <a:ext uri="{FF2B5EF4-FFF2-40B4-BE49-F238E27FC236}">
                <a16:creationId xmlns:a16="http://schemas.microsoft.com/office/drawing/2014/main" id="{4E5D239E-BC28-4781-B588-46C669EA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41">
            <a:extLst xmlns:a="http://schemas.openxmlformats.org/drawingml/2006/main">
              <a:ext uri="{FF2B5EF4-FFF2-40B4-BE49-F238E27FC236}">
                <a16:creationId xmlns:a16="http://schemas.microsoft.com/office/drawing/2014/main" id="{1A346077-A2F2-467F-A23F-AEEB4551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Buffer</a:t>
            </a:r>
          </a:p>
        </p:txBody>
      </p:sp>
      <p:sp>
        <p:nvSpPr>
          <p:cNvPr id="11" name="c3-text-142">
            <a:extLst xmlns:a="http://schemas.openxmlformats.org/drawingml/2006/main">
              <a:ext uri="{FF2B5EF4-FFF2-40B4-BE49-F238E27FC236}">
                <a16:creationId xmlns:a16="http://schemas.microsoft.com/office/drawing/2014/main" id="{DE25E132-F1AA-42A2-A2F6-CFF73E10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MAX_MESSAGES = 4.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When does the avatar forget?</a:t>
            </a:r>
          </a:p>
        </p:txBody>
      </p:sp>
      <p:sp>
        <p:nvSpPr>
          <p:cNvPr id="12" name="c3-shape-143">
            <a:extLst xmlns:a="http://schemas.openxmlformats.org/drawingml/2006/main">
              <a:ext uri="{FF2B5EF4-FFF2-40B4-BE49-F238E27FC236}">
                <a16:creationId xmlns:a16="http://schemas.microsoft.com/office/drawing/2014/main" id="{E31AC345-952F-4337-8A5B-0CB866A0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4">
            <a:extLst xmlns:a="http://schemas.openxmlformats.org/drawingml/2006/main">
              <a:ext uri="{FF2B5EF4-FFF2-40B4-BE49-F238E27FC236}">
                <a16:creationId xmlns:a16="http://schemas.microsoft.com/office/drawing/2014/main" id="{1D052A84-D1AA-4E4C-A807-ACD7159C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5">
            <a:extLst xmlns:a="http://schemas.openxmlformats.org/drawingml/2006/main">
              <a:ext uri="{FF2B5EF4-FFF2-40B4-BE49-F238E27FC236}">
                <a16:creationId xmlns:a16="http://schemas.microsoft.com/office/drawing/2014/main" id="{C93D12C3-875D-4BCA-87B3-B9F44D0E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Optional</a:t>
            </a:r>
          </a:p>
        </p:txBody>
      </p:sp>
      <p:sp>
        <p:nvSpPr>
          <p:cNvPr id="15" name="c3-text-146">
            <a:extLst xmlns:a="http://schemas.openxmlformats.org/drawingml/2006/main">
              <a:ext uri="{FF2B5EF4-FFF2-40B4-BE49-F238E27FC236}">
                <a16:creationId xmlns:a16="http://schemas.microsoft.com/office/drawing/2014/main" id="{A947E0F3-348A-4718-B043-38E32F63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a different gesture when greeting and when saying goodbye.</a:t>
            </a:r>
          </a:p>
        </p:txBody>
      </p:sp>
      <p:sp>
        <p:nvSpPr>
          <p:cNvPr id="16" name="c3-shape-147">
            <a:extLst xmlns:a="http://schemas.openxmlformats.org/drawingml/2006/main">
              <a:ext uri="{FF2B5EF4-FFF2-40B4-BE49-F238E27FC236}">
                <a16:creationId xmlns:a16="http://schemas.microsoft.com/office/drawing/2014/main" id="{778177C1-BE2C-47FD-A383-4213A478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48">
            <a:extLst xmlns:a="http://schemas.openxmlformats.org/drawingml/2006/main">
              <a:ext uri="{FF2B5EF4-FFF2-40B4-BE49-F238E27FC236}">
                <a16:creationId xmlns:a16="http://schemas.microsoft.com/office/drawing/2014/main" id="{DA04A8B7-1E61-40B6-B4B3-3E26B6FA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the agent file, save and restart the cognitive server each time.</a:t>
            </a:r>
          </a:p>
        </p:txBody>
      </p:sp>
      <p:sp>
        <p:nvSpPr>
          <p:cNvPr id="18" name="c3-text-303">
            <a:extLst xmlns:a="http://schemas.openxmlformats.org/drawingml/2006/main">
              <a:ext uri="{FF2B5EF4-FFF2-40B4-BE49-F238E27FC236}">
                <a16:creationId xmlns:a16="http://schemas.microsoft.com/office/drawing/2014/main" id="{FCF5A24D-9E00-46E8-A640-9D31BD26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834761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49">
            <a:extLst xmlns:a="http://schemas.openxmlformats.org/drawingml/2006/main">
              <a:ext uri="{FF2B5EF4-FFF2-40B4-BE49-F238E27FC236}">
                <a16:creationId xmlns:a16="http://schemas.microsoft.com/office/drawing/2014/main" id="{2909D1C5-2BA9-4E7B-B2BA-09664BCB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0">
            <a:extLst xmlns:a="http://schemas.openxmlformats.org/drawingml/2006/main">
              <a:ext uri="{FF2B5EF4-FFF2-40B4-BE49-F238E27FC236}">
                <a16:creationId xmlns:a16="http://schemas.microsoft.com/office/drawing/2014/main" id="{D064E0AD-1312-4BB0-A18C-3EEA48A6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Recap [1] [2]</a:t>
            </a:r>
          </a:p>
        </p:txBody>
      </p:sp>
      <p:sp>
        <p:nvSpPr>
          <p:cNvPr id="3" name="c3-text-151">
            <a:extLst xmlns:a="http://schemas.openxmlformats.org/drawingml/2006/main">
              <a:ext uri="{FF2B5EF4-FFF2-40B4-BE49-F238E27FC236}">
                <a16:creationId xmlns:a16="http://schemas.microsoft.com/office/drawing/2014/main" id="{B5A2CBF9-8E25-4D52-B655-97F3601F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52">
            <a:extLst xmlns:a="http://schemas.openxmlformats.org/drawingml/2006/main">
              <a:ext uri="{FF2B5EF4-FFF2-40B4-BE49-F238E27FC236}">
                <a16:creationId xmlns:a16="http://schemas.microsoft.com/office/drawing/2014/main" id="{15FB5D91-2D18-411A-88BC-7CD49D25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53">
            <a:extLst xmlns:a="http://schemas.openxmlformats.org/drawingml/2006/main">
              <a:ext uri="{FF2B5EF4-FFF2-40B4-BE49-F238E27FC236}">
                <a16:creationId xmlns:a16="http://schemas.microsoft.com/office/drawing/2014/main" id="{F5EA7A87-349C-4634-9AC5-234A7A54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54">
            <a:extLst xmlns:a="http://schemas.openxmlformats.org/drawingml/2006/main">
              <a:ext uri="{FF2B5EF4-FFF2-40B4-BE49-F238E27FC236}">
                <a16:creationId xmlns:a16="http://schemas.microsoft.com/office/drawing/2014/main" id="{C1F0EC3D-ED34-461A-A8C7-0C534781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01</a:t>
            </a:r>
          </a:p>
        </p:txBody>
      </p:sp>
      <p:sp>
        <p:nvSpPr>
          <p:cNvPr id="7" name="c3-text-155">
            <a:extLst xmlns:a="http://schemas.openxmlformats.org/drawingml/2006/main">
              <a:ext uri="{FF2B5EF4-FFF2-40B4-BE49-F238E27FC236}">
                <a16:creationId xmlns:a16="http://schemas.microsoft.com/office/drawing/2014/main" id="{4C095400-FF7E-4C45-A387-82D237D4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Graphs: state, nodes, edges.</a:t>
            </a:r>
          </a:p>
        </p:txBody>
      </p:sp>
      <p:sp>
        <p:nvSpPr>
          <p:cNvPr id="8" name="c3-shape-156">
            <a:extLst xmlns:a="http://schemas.openxmlformats.org/drawingml/2006/main">
              <a:ext uri="{FF2B5EF4-FFF2-40B4-BE49-F238E27FC236}">
                <a16:creationId xmlns:a16="http://schemas.microsoft.com/office/drawing/2014/main" id="{4FDD4381-2559-42EB-A20B-E36B4C49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57">
            <a:extLst xmlns:a="http://schemas.openxmlformats.org/drawingml/2006/main">
              <a:ext uri="{FF2B5EF4-FFF2-40B4-BE49-F238E27FC236}">
                <a16:creationId xmlns:a16="http://schemas.microsoft.com/office/drawing/2014/main" id="{640D7AD8-5685-48C5-9ACB-4C29E7BE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58">
            <a:extLst xmlns:a="http://schemas.openxmlformats.org/drawingml/2006/main">
              <a:ext uri="{FF2B5EF4-FFF2-40B4-BE49-F238E27FC236}">
                <a16:creationId xmlns:a16="http://schemas.microsoft.com/office/drawing/2014/main" id="{0A308EF1-A029-4CDD-9E84-1E1D83B4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Chapter 02</a:t>
            </a:r>
          </a:p>
        </p:txBody>
      </p:sp>
      <p:sp>
        <p:nvSpPr>
          <p:cNvPr id="11" name="c3-text-159">
            <a:extLst xmlns:a="http://schemas.openxmlformats.org/drawingml/2006/main">
              <a:ext uri="{FF2B5EF4-FFF2-40B4-BE49-F238E27FC236}">
                <a16:creationId xmlns:a16="http://schemas.microsoft.com/office/drawing/2014/main" id="{00EE2B32-80E2-4449-B410-EBB74C3D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Messages, reducers, checkpointer and threads.</a:t>
            </a:r>
          </a:p>
        </p:txBody>
      </p:sp>
      <p:sp>
        <p:nvSpPr>
          <p:cNvPr id="12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BA098C6B-F1ED-4462-8B09-84AF91DE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61">
            <a:extLst xmlns:a="http://schemas.openxmlformats.org/drawingml/2006/main">
              <a:ext uri="{FF2B5EF4-FFF2-40B4-BE49-F238E27FC236}">
                <a16:creationId xmlns:a16="http://schemas.microsoft.com/office/drawing/2014/main" id="{A3F9650D-795E-47B1-AD83-8F565E0B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62">
            <a:extLst xmlns:a="http://schemas.openxmlformats.org/drawingml/2006/main">
              <a:ext uri="{FF2B5EF4-FFF2-40B4-BE49-F238E27FC236}">
                <a16:creationId xmlns:a16="http://schemas.microsoft.com/office/drawing/2014/main" id="{B9A9C143-C623-4AC2-909B-1434C953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03</a:t>
            </a:r>
          </a:p>
        </p:txBody>
      </p:sp>
      <p:sp>
        <p:nvSpPr>
          <p:cNvPr id="15" name="c3-text-163">
            <a:extLst xmlns:a="http://schemas.openxmlformats.org/drawingml/2006/main">
              <a:ext uri="{FF2B5EF4-FFF2-40B4-BE49-F238E27FC236}">
                <a16:creationId xmlns:a16="http://schemas.microsoft.com/office/drawing/2014/main" id="{367DA7FA-6C19-4D9B-B9ED-E3023652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remembers the conversation.</a:t>
            </a:r>
          </a:p>
        </p:txBody>
      </p:sp>
      <p:sp>
        <p:nvSpPr>
          <p:cNvPr id="16" name="c3-shape-164">
            <a:extLst xmlns:a="http://schemas.openxmlformats.org/drawingml/2006/main">
              <a:ext uri="{FF2B5EF4-FFF2-40B4-BE49-F238E27FC236}">
                <a16:creationId xmlns:a16="http://schemas.microsoft.com/office/drawing/2014/main" id="{C22843DA-5559-4B52-B95F-3B85CAB7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65">
            <a:extLst xmlns:a="http://schemas.openxmlformats.org/drawingml/2006/main">
              <a:ext uri="{FF2B5EF4-FFF2-40B4-BE49-F238E27FC236}">
                <a16:creationId xmlns:a16="http://schemas.microsoft.com/office/drawing/2014/main" id="{5C018E0E-B987-4483-9F32-6CD14D0B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lab: tools, coding agents and a weather presenter.</a:t>
            </a:r>
          </a:p>
        </p:txBody>
      </p:sp>
      <p:sp>
        <p:nvSpPr>
          <p:cNvPr id="18" name="c3-text-304">
            <a:extLst xmlns:a="http://schemas.openxmlformats.org/drawingml/2006/main">
              <a:ext uri="{FF2B5EF4-FFF2-40B4-BE49-F238E27FC236}">
                <a16:creationId xmlns:a16="http://schemas.microsoft.com/office/drawing/2014/main" id="{61BACF19-EB49-4EA1-924C-8A55A5AA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713729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66">
            <a:extLst xmlns:a="http://schemas.openxmlformats.org/drawingml/2006/main">
              <a:ext uri="{FF2B5EF4-FFF2-40B4-BE49-F238E27FC236}">
                <a16:creationId xmlns:a16="http://schemas.microsoft.com/office/drawing/2014/main" id="{6788E566-DA39-480C-81D2-883C4FAF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7">
            <a:extLst xmlns:a="http://schemas.openxmlformats.org/drawingml/2006/main">
              <a:ext uri="{FF2B5EF4-FFF2-40B4-BE49-F238E27FC236}">
                <a16:creationId xmlns:a16="http://schemas.microsoft.com/office/drawing/2014/main" id="{803D2D94-8998-4FB8-A078-750809E6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Tools: Data Outside the Model [4]</a:t>
            </a:r>
          </a:p>
        </p:txBody>
      </p:sp>
      <p:sp>
        <p:nvSpPr>
          <p:cNvPr id="3" name="c3-text-168">
            <a:extLst xmlns:a="http://schemas.openxmlformats.org/drawingml/2006/main">
              <a:ext uri="{FF2B5EF4-FFF2-40B4-BE49-F238E27FC236}">
                <a16:creationId xmlns:a16="http://schemas.microsoft.com/office/drawing/2014/main" id="{6C0E31F2-374B-409D-8C8B-8A7634E6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69">
            <a:extLst xmlns:a="http://schemas.openxmlformats.org/drawingml/2006/main">
              <a:ext uri="{FF2B5EF4-FFF2-40B4-BE49-F238E27FC236}">
                <a16:creationId xmlns:a16="http://schemas.microsoft.com/office/drawing/2014/main" id="{7E509732-4ED6-48A5-ACF7-EEB33C83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tool is a Python function with a name, description and input schema.</a:t>
            </a:r>
          </a:p>
        </p:txBody>
      </p:sp>
      <p:sp>
        <p:nvSpPr>
          <p:cNvPr id="5" name="c3-shape-170">
            <a:extLst xmlns:a="http://schemas.openxmlformats.org/drawingml/2006/main">
              <a:ext uri="{FF2B5EF4-FFF2-40B4-BE49-F238E27FC236}">
                <a16:creationId xmlns:a16="http://schemas.microsoft.com/office/drawing/2014/main" id="{16DBF8C5-5284-4994-86E7-3A061112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79248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171">
            <a:extLst xmlns:a="http://schemas.openxmlformats.org/drawingml/2006/main">
              <a:ext uri="{FF2B5EF4-FFF2-40B4-BE49-F238E27FC236}">
                <a16:creationId xmlns:a16="http://schemas.microsoft.com/office/drawing/2014/main" id="{6998F4D9-B864-4C53-9434-5B2490C8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7581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@tool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get_weather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(city: str, country: str) -&gt; dict: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"""Get current weather for a city and country code."""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75938C"/>
                </a:solidFill>
                <a:latin typeface="Consolas"/>
                <a:ea typeface="Consolas"/>
                <a:cs typeface="Consolas"/>
              </a:rPr>
              <a:t># Python calls OpenWeather and returns real observations.</a:t>
            </a:r>
          </a:p>
        </p:txBody>
      </p:sp>
      <p:sp>
        <p:nvSpPr>
          <p:cNvPr id="7" name="c3-text-172">
            <a:extLst xmlns:a="http://schemas.openxmlformats.org/drawingml/2006/main">
              <a:ext uri="{FF2B5EF4-FFF2-40B4-BE49-F238E27FC236}">
                <a16:creationId xmlns:a16="http://schemas.microsoft.com/office/drawing/2014/main" id="{B7C82E6F-6C57-4704-B655-1C0C5EDE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requests a call. Your program executes it and returns the result.</a:t>
            </a:r>
          </a:p>
        </p:txBody>
      </p:sp>
      <p:sp>
        <p:nvSpPr>
          <p:cNvPr id="8" name="c3-text-305">
            <a:extLst xmlns:a="http://schemas.openxmlformats.org/drawingml/2006/main">
              <a:ext uri="{FF2B5EF4-FFF2-40B4-BE49-F238E27FC236}">
                <a16:creationId xmlns:a16="http://schemas.microsoft.com/office/drawing/2014/main" id="{473C01E8-8344-47C8-984A-BBBB0EF5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919905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3-text-173">
            <a:extLst xmlns:a="http://schemas.openxmlformats.org/drawingml/2006/main">
              <a:ext uri="{FF2B5EF4-FFF2-40B4-BE49-F238E27FC236}">
                <a16:creationId xmlns:a16="http://schemas.microsoft.com/office/drawing/2014/main" id="{A9561CAD-A11B-49DC-A685-1C453B4B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4">
            <a:extLst xmlns:a="http://schemas.openxmlformats.org/drawingml/2006/main">
              <a:ext uri="{FF2B5EF4-FFF2-40B4-BE49-F238E27FC236}">
                <a16:creationId xmlns:a16="http://schemas.microsoft.com/office/drawing/2014/main" id="{4F7C5837-F98E-4964-AADA-96CC104B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Tool Loop [4]</a:t>
            </a:r>
          </a:p>
        </p:txBody>
      </p:sp>
      <p:sp>
        <p:nvSpPr>
          <p:cNvPr id="3" name="c3-text-175">
            <a:extLst xmlns:a="http://schemas.openxmlformats.org/drawingml/2006/main">
              <a:ext uri="{FF2B5EF4-FFF2-40B4-BE49-F238E27FC236}">
                <a16:creationId xmlns:a16="http://schemas.microsoft.com/office/drawing/2014/main" id="{B49A8369-37B1-4BAE-97E1-AC2AB808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76">
            <a:extLst xmlns:a="http://schemas.openxmlformats.org/drawingml/2006/main">
              <a:ext uri="{FF2B5EF4-FFF2-40B4-BE49-F238E27FC236}">
                <a16:creationId xmlns:a16="http://schemas.microsoft.com/office/drawing/2014/main" id="{42842B6D-40F3-4B0A-A39E-8383C92C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2192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77">
            <a:extLst xmlns:a="http://schemas.openxmlformats.org/drawingml/2006/main">
              <a:ext uri="{FF2B5EF4-FFF2-40B4-BE49-F238E27FC236}">
                <a16:creationId xmlns:a16="http://schemas.microsoft.com/office/drawing/2014/main" id="{9ACC845D-04AA-491B-8ED8-462EB80D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990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178">
            <a:extLst xmlns:a="http://schemas.openxmlformats.org/drawingml/2006/main">
              <a:ext uri="{FF2B5EF4-FFF2-40B4-BE49-F238E27FC236}">
                <a16:creationId xmlns:a16="http://schemas.microsoft.com/office/drawing/2014/main" id="{42E4ECC3-04CC-4C36-9783-BF1EF333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79">
            <a:extLst xmlns:a="http://schemas.openxmlformats.org/drawingml/2006/main">
              <a:ext uri="{FF2B5EF4-FFF2-40B4-BE49-F238E27FC236}">
                <a16:creationId xmlns:a16="http://schemas.microsoft.com/office/drawing/2014/main" id="{B8DED0F0-9490-4AC2-9A2E-8C0B2DC9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8595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180">
            <a:extLst xmlns:a="http://schemas.openxmlformats.org/drawingml/2006/main">
              <a:ext uri="{FF2B5EF4-FFF2-40B4-BE49-F238E27FC236}">
                <a16:creationId xmlns:a16="http://schemas.microsoft.com/office/drawing/2014/main" id="{FE87950D-2113-4990-95A2-9B746FC7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621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</a:t>
            </a:r>
          </a:p>
        </p:txBody>
      </p:sp>
      <p:sp>
        <p:nvSpPr>
          <p:cNvPr id="9" name="c3-shape-181">
            <a:extLst xmlns:a="http://schemas.openxmlformats.org/drawingml/2006/main">
              <a:ext uri="{FF2B5EF4-FFF2-40B4-BE49-F238E27FC236}">
                <a16:creationId xmlns:a16="http://schemas.microsoft.com/office/drawing/2014/main" id="{82BB1A02-4C09-4F39-B650-CB09482B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82">
            <a:extLst xmlns:a="http://schemas.openxmlformats.org/drawingml/2006/main">
              <a:ext uri="{FF2B5EF4-FFF2-40B4-BE49-F238E27FC236}">
                <a16:creationId xmlns:a16="http://schemas.microsoft.com/office/drawing/2014/main" id="{B0CB7F9B-1397-438C-A05A-3D8CA9FD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83">
            <a:extLst xmlns:a="http://schemas.openxmlformats.org/drawingml/2006/main">
              <a:ext uri="{FF2B5EF4-FFF2-40B4-BE49-F238E27FC236}">
                <a16:creationId xmlns:a16="http://schemas.microsoft.com/office/drawing/2014/main" id="{647FE7EC-9BF7-4820-995B-B0991A7A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621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2" name="c3-text-184">
            <a:extLst xmlns:a="http://schemas.openxmlformats.org/drawingml/2006/main">
              <a:ext uri="{FF2B5EF4-FFF2-40B4-BE49-F238E27FC236}">
                <a16:creationId xmlns:a16="http://schemas.microsoft.com/office/drawing/2014/main" id="{0814D924-2EF5-4210-969A-21075C14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9725"/>
            <a:ext cx="2809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tool_calls present</a:t>
            </a:r>
          </a:p>
        </p:txBody>
      </p:sp>
      <p:sp>
        <p:nvSpPr>
          <p:cNvPr id="13" name="c3-shape-185">
            <a:extLst xmlns:a="http://schemas.openxmlformats.org/drawingml/2006/main">
              <a:ext uri="{FF2B5EF4-FFF2-40B4-BE49-F238E27FC236}">
                <a16:creationId xmlns:a16="http://schemas.microsoft.com/office/drawing/2014/main" id="{12CF6A24-4FFE-46F5-90BF-D122398E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86">
            <a:extLst xmlns:a="http://schemas.openxmlformats.org/drawingml/2006/main">
              <a:ext uri="{FF2B5EF4-FFF2-40B4-BE49-F238E27FC236}">
                <a16:creationId xmlns:a16="http://schemas.microsoft.com/office/drawing/2014/main" id="{ED994205-6039-4106-96A3-3821F5DF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finalize</a:t>
            </a:r>
          </a:p>
        </p:txBody>
      </p:sp>
      <p:sp>
        <p:nvSpPr>
          <p:cNvPr id="15" name="c3-shape-187">
            <a:extLst xmlns:a="http://schemas.openxmlformats.org/drawingml/2006/main">
              <a:ext uri="{FF2B5EF4-FFF2-40B4-BE49-F238E27FC236}">
                <a16:creationId xmlns:a16="http://schemas.microsoft.com/office/drawing/2014/main" id="{2C8A1682-3ED3-4EE0-BDAA-FB7BF29A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6" name="c3-shape-188">
            <a:extLst xmlns:a="http://schemas.openxmlformats.org/drawingml/2006/main">
              <a:ext uri="{FF2B5EF4-FFF2-40B4-BE49-F238E27FC236}">
                <a16:creationId xmlns:a16="http://schemas.microsoft.com/office/drawing/2014/main" id="{88449818-BE36-4BDA-A4C3-CC32E25B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3850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89">
            <a:extLst xmlns:a="http://schemas.openxmlformats.org/drawingml/2006/main">
              <a:ext uri="{FF2B5EF4-FFF2-40B4-BE49-F238E27FC236}">
                <a16:creationId xmlns:a16="http://schemas.microsoft.com/office/drawing/2014/main" id="{70BF4CE6-219C-4266-9E03-A21DD4DF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8" name="c3-shape-190">
            <a:extLst xmlns:a="http://schemas.openxmlformats.org/drawingml/2006/main">
              <a:ext uri="{FF2B5EF4-FFF2-40B4-BE49-F238E27FC236}">
                <a16:creationId xmlns:a16="http://schemas.microsoft.com/office/drawing/2014/main" id="{290969C1-A1FF-4FE9-9CA5-5FDE2956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42875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text-191">
            <a:extLst xmlns:a="http://schemas.openxmlformats.org/drawingml/2006/main">
              <a:ext uri="{FF2B5EF4-FFF2-40B4-BE49-F238E27FC236}">
                <a16:creationId xmlns:a16="http://schemas.microsoft.com/office/drawing/2014/main" id="{C7E0F11A-FE59-4F54-AA41-C1E46B4F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33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no tool call</a:t>
            </a:r>
          </a:p>
        </p:txBody>
      </p:sp>
      <p:sp>
        <p:nvSpPr>
          <p:cNvPr id="20" name="c3-shape-192">
            <a:extLst xmlns:a="http://schemas.openxmlformats.org/drawingml/2006/main">
              <a:ext uri="{FF2B5EF4-FFF2-40B4-BE49-F238E27FC236}">
                <a16:creationId xmlns:a16="http://schemas.microsoft.com/office/drawing/2014/main" id="{B84FC70C-5B97-4BCF-A9D8-CF0E4359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4302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D4FC1736-0BF3-4D8C-BA4E-6BE2686F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43025"/>
            <a:ext cx="27527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shape-194">
            <a:extLst xmlns:a="http://schemas.openxmlformats.org/drawingml/2006/main">
              <a:ext uri="{FF2B5EF4-FFF2-40B4-BE49-F238E27FC236}">
                <a16:creationId xmlns:a16="http://schemas.microsoft.com/office/drawing/2014/main" id="{6630AA1F-3482-42B2-8C08-2A6D1900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43025"/>
            <a:ext cx="133350" cy="4667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3" name="c3-text-195">
            <a:extLst xmlns:a="http://schemas.openxmlformats.org/drawingml/2006/main">
              <a:ext uri="{FF2B5EF4-FFF2-40B4-BE49-F238E27FC236}">
                <a16:creationId xmlns:a16="http://schemas.microsoft.com/office/drawing/2014/main" id="{34A61896-FEEE-40BA-978B-52A165CF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572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ToolMessage: return to assistant</a:t>
            </a:r>
          </a:p>
        </p:txBody>
      </p:sp>
      <p:sp>
        <p:nvSpPr>
          <p:cNvPr id="24" name="c3-text-196">
            <a:extLst xmlns:a="http://schemas.openxmlformats.org/drawingml/2006/main">
              <a:ext uri="{FF2B5EF4-FFF2-40B4-BE49-F238E27FC236}">
                <a16:creationId xmlns:a16="http://schemas.microsoft.com/office/drawing/2014/main" id="{F740390F-0A4A-483A-ADFC-90EFF703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Repeat after tool execution; finalize produces ModelReply for the avatar.</a:t>
            </a:r>
          </a:p>
        </p:txBody>
      </p:sp>
      <p:sp>
        <p:nvSpPr>
          <p:cNvPr id="25" name="c3-text-306">
            <a:extLst xmlns:a="http://schemas.openxmlformats.org/drawingml/2006/main">
              <a:ext uri="{FF2B5EF4-FFF2-40B4-BE49-F238E27FC236}">
                <a16:creationId xmlns:a16="http://schemas.microsoft.com/office/drawing/2014/main" id="{64765CCB-5092-4053-AD4F-6B0F323B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8536847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97">
            <a:extLst xmlns:a="http://schemas.openxmlformats.org/drawingml/2006/main">
              <a:ext uri="{FF2B5EF4-FFF2-40B4-BE49-F238E27FC236}">
                <a16:creationId xmlns:a16="http://schemas.microsoft.com/office/drawing/2014/main" id="{9FE6141E-057F-433D-BC6E-F3294E3E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8">
            <a:extLst xmlns:a="http://schemas.openxmlformats.org/drawingml/2006/main">
              <a:ext uri="{FF2B5EF4-FFF2-40B4-BE49-F238E27FC236}">
                <a16:creationId xmlns:a16="http://schemas.microsoft.com/office/drawing/2014/main" id="{BA74D7F4-CF3B-48EE-B290-BDB191DD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Wiring the Tool Graph [4]</a:t>
            </a:r>
          </a:p>
        </p:txBody>
      </p:sp>
      <p:sp>
        <p:nvSpPr>
          <p:cNvPr id="3" name="c3-text-199">
            <a:extLst xmlns:a="http://schemas.openxmlformats.org/drawingml/2006/main">
              <a:ext uri="{FF2B5EF4-FFF2-40B4-BE49-F238E27FC236}">
                <a16:creationId xmlns:a16="http://schemas.microsoft.com/office/drawing/2014/main" id="{2F9D5B37-09AC-4C78-A031-6D4B97A7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00">
            <a:extLst xmlns:a="http://schemas.openxmlformats.org/drawingml/2006/main">
              <a:ext uri="{FF2B5EF4-FFF2-40B4-BE49-F238E27FC236}">
                <a16:creationId xmlns:a16="http://schemas.microsoft.com/office/drawing/2014/main" id="{BEB9EE92-1AE7-41C8-A1B1-2F5E4DAE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01">
            <a:extLst xmlns:a="http://schemas.openxmlformats.org/drawingml/2006/main">
              <a:ext uri="{FF2B5EF4-FFF2-40B4-BE49-F238E27FC236}">
                <a16:creationId xmlns:a16="http://schemas.microsoft.com/office/drawing/2014/main" id="{6E91CF6E-92EE-4F5E-B758-C41C72E8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tool_client = client.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bind_tools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([get_weather])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add_node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"tools"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ToolNode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([get_weather]))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add_conditional_edges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"assistant"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tools_condition,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{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"tools"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"tools"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"__end__"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"finalize"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"tools"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"assistant"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"finalize"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END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c3-text-202">
            <a:extLst xmlns:a="http://schemas.openxmlformats.org/drawingml/2006/main">
              <a:ext uri="{FF2B5EF4-FFF2-40B4-BE49-F238E27FC236}">
                <a16:creationId xmlns:a16="http://schemas.microsoft.com/office/drawing/2014/main" id="{2D4EADA0-A95D-47DB-8640-97E5F275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 returns the raw AIMessage, including its tool_calls.</a:t>
            </a:r>
          </a:p>
        </p:txBody>
      </p:sp>
      <p:sp>
        <p:nvSpPr>
          <p:cNvPr id="7" name="c3-text-307">
            <a:extLst xmlns:a="http://schemas.openxmlformats.org/drawingml/2006/main">
              <a:ext uri="{FF2B5EF4-FFF2-40B4-BE49-F238E27FC236}">
                <a16:creationId xmlns:a16="http://schemas.microsoft.com/office/drawing/2014/main" id="{CD5A8F4C-F087-46A1-8FF9-53466A4E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741930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03">
            <a:extLst xmlns:a="http://schemas.openxmlformats.org/drawingml/2006/main">
              <a:ext uri="{FF2B5EF4-FFF2-40B4-BE49-F238E27FC236}">
                <a16:creationId xmlns:a16="http://schemas.microsoft.com/office/drawing/2014/main" id="{A196E4F8-346F-4AD1-A301-D73279B6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4">
            <a:extLst xmlns:a="http://schemas.openxmlformats.org/drawingml/2006/main">
              <a:ext uri="{FF2B5EF4-FFF2-40B4-BE49-F238E27FC236}">
                <a16:creationId xmlns:a16="http://schemas.microsoft.com/office/drawing/2014/main" id="{0000FF08-33AC-4DE5-A836-C9878172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OpenWeather: Current Conditions [7] [8]</a:t>
            </a:r>
          </a:p>
        </p:txBody>
      </p:sp>
      <p:sp>
        <p:nvSpPr>
          <p:cNvPr id="3" name="c3-text-205">
            <a:extLst xmlns:a="http://schemas.openxmlformats.org/drawingml/2006/main">
              <a:ext uri="{FF2B5EF4-FFF2-40B4-BE49-F238E27FC236}">
                <a16:creationId xmlns:a16="http://schemas.microsoft.com/office/drawing/2014/main" id="{2FC7E59D-BBC8-4FCF-AC84-4502B307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06">
            <a:extLst xmlns:a="http://schemas.openxmlformats.org/drawingml/2006/main">
              <a:ext uri="{FF2B5EF4-FFF2-40B4-BE49-F238E27FC236}">
                <a16:creationId xmlns:a16="http://schemas.microsoft.com/office/drawing/2014/main" id="{DD805647-7E7A-46EC-95D7-FDF111EB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Resolve city and country to latitude and longitude.</a:t>
            </a:r>
          </a:p>
        </p:txBody>
      </p:sp>
      <p:sp>
        <p:nvSpPr>
          <p:cNvPr id="5" name="c3-text-207">
            <a:extLst xmlns:a="http://schemas.openxmlformats.org/drawingml/2006/main">
              <a:ext uri="{FF2B5EF4-FFF2-40B4-BE49-F238E27FC236}">
                <a16:creationId xmlns:a16="http://schemas.microsoft.com/office/drawing/2014/main" id="{A6A12AB9-0832-41B9-A131-FD24C2E9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Request current weather using those coordinates.</a:t>
            </a:r>
          </a:p>
        </p:txBody>
      </p:sp>
      <p:sp>
        <p:nvSpPr>
          <p:cNvPr id="6" name="c3-text-208">
            <a:extLst xmlns:a="http://schemas.openxmlformats.org/drawingml/2006/main">
              <a:ext uri="{FF2B5EF4-FFF2-40B4-BE49-F238E27FC236}">
                <a16:creationId xmlns:a16="http://schemas.microsoft.com/office/drawing/2014/main" id="{E8F9EFBB-04DE-4973-9A49-78266751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Return location, temperature, conditions and observation time.</a:t>
            </a:r>
          </a:p>
        </p:txBody>
      </p:sp>
      <p:sp>
        <p:nvSpPr>
          <p:cNvPr id="7" name="c3-text-209">
            <a:extLst xmlns:a="http://schemas.openxmlformats.org/drawingml/2006/main">
              <a:ext uri="{FF2B5EF4-FFF2-40B4-BE49-F238E27FC236}">
                <a16:creationId xmlns:a16="http://schemas.microsoft.com/office/drawing/2014/main" id="{25B40DFC-9C38-4E4C-9C9C-53C7740C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units=metric. Keep the API key in OPENWEATHER_API_KEY.</a:t>
            </a:r>
          </a:p>
        </p:txBody>
      </p:sp>
      <p:sp>
        <p:nvSpPr>
          <p:cNvPr id="8" name="c3-text-308">
            <a:extLst xmlns:a="http://schemas.openxmlformats.org/drawingml/2006/main">
              <a:ext uri="{FF2B5EF4-FFF2-40B4-BE49-F238E27FC236}">
                <a16:creationId xmlns:a16="http://schemas.microsoft.com/office/drawing/2014/main" id="{357E1256-8BAD-46DE-A0F7-481D5CD5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598759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10">
            <a:extLst xmlns:a="http://schemas.openxmlformats.org/drawingml/2006/main">
              <a:ext uri="{FF2B5EF4-FFF2-40B4-BE49-F238E27FC236}">
                <a16:creationId xmlns:a16="http://schemas.microsoft.com/office/drawing/2014/main" id="{1B96BDCE-281B-40EF-A2A1-105E2009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1">
            <a:extLst xmlns:a="http://schemas.openxmlformats.org/drawingml/2006/main">
              <a:ext uri="{FF2B5EF4-FFF2-40B4-BE49-F238E27FC236}">
                <a16:creationId xmlns:a16="http://schemas.microsoft.com/office/drawing/2014/main" id="{8DF40034-BFF2-49E1-8C00-7AEA2F4F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Whiteboard API</a:t>
            </a:r>
          </a:p>
        </p:txBody>
      </p:sp>
      <p:sp>
        <p:nvSpPr>
          <p:cNvPr id="3" name="c3-text-212">
            <a:extLst xmlns:a="http://schemas.openxmlformats.org/drawingml/2006/main">
              <a:ext uri="{FF2B5EF4-FFF2-40B4-BE49-F238E27FC236}">
                <a16:creationId xmlns:a16="http://schemas.microsoft.com/office/drawing/2014/main" id="{766FD4F5-FF68-44E7-9FC6-0D059F80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13">
            <a:extLst xmlns:a="http://schemas.openxmlformats.org/drawingml/2006/main">
              <a:ext uri="{FF2B5EF4-FFF2-40B4-BE49-F238E27FC236}">
                <a16:creationId xmlns:a16="http://schemas.microsoft.com/office/drawing/2014/main" id="{09B4FF12-7BFD-4EAD-9EF5-82652C2A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can speak and display an image in the same reply.</a:t>
            </a:r>
          </a:p>
        </p:txBody>
      </p:sp>
      <p:sp>
        <p:nvSpPr>
          <p:cNvPr id="5" name="c3-shape-214">
            <a:extLst xmlns:a="http://schemas.openxmlformats.org/drawingml/2006/main">
              <a:ext uri="{FF2B5EF4-FFF2-40B4-BE49-F238E27FC236}">
                <a16:creationId xmlns:a16="http://schemas.microsoft.com/office/drawing/2014/main" id="{8171B1FB-EC76-4109-97F4-08BCEA3E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15">
            <a:extLst xmlns:a="http://schemas.openxmlformats.org/drawingml/2006/main">
              <a:ext uri="{FF2B5EF4-FFF2-40B4-BE49-F238E27FC236}">
                <a16:creationId xmlns:a16="http://schemas.microsoft.com/office/drawing/2014/main" id="{D9D11D79-9118-41F7-9DE7-0BAC1B03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75819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whiteboard = {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"type"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"image"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"image_url"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uploaded_image_url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], whiteboard=whiteboard)</a:t>
            </a:r>
          </a:p>
        </p:txBody>
      </p:sp>
      <p:sp>
        <p:nvSpPr>
          <p:cNvPr id="7" name="c3-text-216">
            <a:extLst xmlns:a="http://schemas.openxmlformats.org/drawingml/2006/main">
              <a:ext uri="{FF2B5EF4-FFF2-40B4-BE49-F238E27FC236}">
                <a16:creationId xmlns:a16="http://schemas.microsoft.com/office/drawing/2014/main" id="{B23A1BF5-868A-4226-8EDC-7F5FEB8E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null keeps the image. {"type": "clear"} clears the board.</a:t>
            </a:r>
          </a:p>
        </p:txBody>
      </p:sp>
      <p:sp>
        <p:nvSpPr>
          <p:cNvPr id="8" name="c3-text-309">
            <a:extLst xmlns:a="http://schemas.openxmlformats.org/drawingml/2006/main">
              <a:ext uri="{FF2B5EF4-FFF2-40B4-BE49-F238E27FC236}">
                <a16:creationId xmlns:a16="http://schemas.microsoft.com/office/drawing/2014/main" id="{D85E1AA1-84BB-4B34-99E0-D643775B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6750025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17">
            <a:extLst xmlns:a="http://schemas.openxmlformats.org/drawingml/2006/main">
              <a:ext uri="{FF2B5EF4-FFF2-40B4-BE49-F238E27FC236}">
                <a16:creationId xmlns:a16="http://schemas.microsoft.com/office/drawing/2014/main" id="{684FCD72-7021-4003-BCEC-B37111C0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8">
            <a:extLst xmlns:a="http://schemas.openxmlformats.org/drawingml/2006/main">
              <a:ext uri="{FF2B5EF4-FFF2-40B4-BE49-F238E27FC236}">
                <a16:creationId xmlns:a16="http://schemas.microsoft.com/office/drawing/2014/main" id="{D89F99F2-8FBF-4900-B50E-4BC6066A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Demo: Weather on the Whiteboard [9]</a:t>
            </a:r>
          </a:p>
        </p:txBody>
      </p:sp>
      <p:sp>
        <p:nvSpPr>
          <p:cNvPr id="3" name="c3-text-219">
            <a:extLst xmlns:a="http://schemas.openxmlformats.org/drawingml/2006/main">
              <a:ext uri="{FF2B5EF4-FFF2-40B4-BE49-F238E27FC236}">
                <a16:creationId xmlns:a16="http://schemas.microsoft.com/office/drawing/2014/main" id="{1D1870F0-CBCB-4B60-BA76-BE823D4B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20">
            <a:extLst xmlns:a="http://schemas.openxmlformats.org/drawingml/2006/main">
              <a:ext uri="{FF2B5EF4-FFF2-40B4-BE49-F238E27FC236}">
                <a16:creationId xmlns:a16="http://schemas.microsoft.com/office/drawing/2014/main" id="{14C84A7F-7C4A-47FE-A175-79581526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What is the weather in Rome, Italy?</a:t>
            </a:r>
          </a:p>
        </p:txBody>
      </p:sp>
      <p:sp>
        <p:nvSpPr>
          <p:cNvPr id="5" name="c3-text-221">
            <a:extLst xmlns:a="http://schemas.openxmlformats.org/drawingml/2006/main">
              <a:ext uri="{FF2B5EF4-FFF2-40B4-BE49-F238E27FC236}">
                <a16:creationId xmlns:a16="http://schemas.microsoft.com/office/drawing/2014/main" id="{A5BA99EE-99D3-4EF4-8FD0-897A6589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Download the condition icon selected by the API response.</a:t>
            </a:r>
          </a:p>
        </p:txBody>
      </p:sp>
      <p:sp>
        <p:nvSpPr>
          <p:cNvPr id="6" name="c3-text-222">
            <a:extLst xmlns:a="http://schemas.openxmlformats.org/drawingml/2006/main">
              <a:ext uri="{FF2B5EF4-FFF2-40B4-BE49-F238E27FC236}">
                <a16:creationId xmlns:a16="http://schemas.microsoft.com/office/drawing/2014/main" id="{0A5358FD-1DD5-4AB3-AE33-D0DC59DD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Upload the image to the embodiment server, then use its local URL.</a:t>
            </a:r>
          </a:p>
        </p:txBody>
      </p:sp>
      <p:sp>
        <p:nvSpPr>
          <p:cNvPr id="7" name="c3-text-223">
            <a:extLst xmlns:a="http://schemas.openxmlformats.org/drawingml/2006/main">
              <a:ext uri="{FF2B5EF4-FFF2-40B4-BE49-F238E27FC236}">
                <a16:creationId xmlns:a16="http://schemas.microsoft.com/office/drawing/2014/main" id="{AB5614A9-D557-4DB9-931D-114D4AF2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reports the observation while the board shows the condition.</a:t>
            </a:r>
          </a:p>
        </p:txBody>
      </p:sp>
      <p:sp>
        <p:nvSpPr>
          <p:cNvPr id="8" name="c3-text-310">
            <a:extLst xmlns:a="http://schemas.openxmlformats.org/drawingml/2006/main">
              <a:ext uri="{FF2B5EF4-FFF2-40B4-BE49-F238E27FC236}">
                <a16:creationId xmlns:a16="http://schemas.microsoft.com/office/drawing/2014/main" id="{498AF0A2-A723-4BF8-BF41-137FDEFF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9438348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24">
            <a:extLst xmlns:a="http://schemas.openxmlformats.org/drawingml/2006/main">
              <a:ext uri="{FF2B5EF4-FFF2-40B4-BE49-F238E27FC236}">
                <a16:creationId xmlns:a16="http://schemas.microsoft.com/office/drawing/2014/main" id="{6084E7DC-3719-4415-8074-42B067A6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25">
            <a:extLst xmlns:a="http://schemas.openxmlformats.org/drawingml/2006/main">
              <a:ext uri="{FF2B5EF4-FFF2-40B4-BE49-F238E27FC236}">
                <a16:creationId xmlns:a16="http://schemas.microsoft.com/office/drawing/2014/main" id="{251B86A7-C835-4752-ACFB-EE2478BF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Agents [5] [6]</a:t>
            </a:r>
          </a:p>
        </p:txBody>
      </p:sp>
      <p:sp>
        <p:nvSpPr>
          <p:cNvPr id="3" name="c3-text-226">
            <a:extLst xmlns:a="http://schemas.openxmlformats.org/drawingml/2006/main">
              <a:ext uri="{FF2B5EF4-FFF2-40B4-BE49-F238E27FC236}">
                <a16:creationId xmlns:a16="http://schemas.microsoft.com/office/drawing/2014/main" id="{EAF03EA3-1F3F-41D1-9117-F6DA42A8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27">
            <a:extLst xmlns:a="http://schemas.openxmlformats.org/drawingml/2006/main">
              <a:ext uri="{FF2B5EF4-FFF2-40B4-BE49-F238E27FC236}">
                <a16:creationId xmlns:a16="http://schemas.microsoft.com/office/drawing/2014/main" id="{6DD049FE-E536-4281-A901-E6C3CF23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Claude Code and Codex work with the files in a project.</a:t>
            </a:r>
          </a:p>
        </p:txBody>
      </p:sp>
      <p:sp>
        <p:nvSpPr>
          <p:cNvPr id="5" name="c3-text-228">
            <a:extLst xmlns:a="http://schemas.openxmlformats.org/drawingml/2006/main">
              <a:ext uri="{FF2B5EF4-FFF2-40B4-BE49-F238E27FC236}">
                <a16:creationId xmlns:a16="http://schemas.microsoft.com/office/drawing/2014/main" id="{AE49EA99-A842-4F90-9923-884098E1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They inspect code, propose edits, run commands and use results to revise.</a:t>
            </a:r>
          </a:p>
        </p:txBody>
      </p:sp>
      <p:sp>
        <p:nvSpPr>
          <p:cNvPr id="6" name="c3-text-229">
            <a:extLst xmlns:a="http://schemas.openxmlformats.org/drawingml/2006/main">
              <a:ext uri="{FF2B5EF4-FFF2-40B4-BE49-F238E27FC236}">
                <a16:creationId xmlns:a16="http://schemas.microsoft.com/office/drawing/2014/main" id="{D6CEBA87-4283-4017-BC15-8059F155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7924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Give a goal, file paths and acceptance checks. Review the changes and run them.</a:t>
            </a:r>
          </a:p>
        </p:txBody>
      </p:sp>
      <p:sp>
        <p:nvSpPr>
          <p:cNvPr id="7" name="c3-text-311">
            <a:extLst xmlns:a="http://schemas.openxmlformats.org/drawingml/2006/main">
              <a:ext uri="{FF2B5EF4-FFF2-40B4-BE49-F238E27FC236}">
                <a16:creationId xmlns:a16="http://schemas.microsoft.com/office/drawing/2014/main" id="{DC0998E2-AA2F-4249-9FC0-75CA70DA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4226193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30">
            <a:extLst xmlns:a="http://schemas.openxmlformats.org/drawingml/2006/main">
              <a:ext uri="{FF2B5EF4-FFF2-40B4-BE49-F238E27FC236}">
                <a16:creationId xmlns:a16="http://schemas.microsoft.com/office/drawing/2014/main" id="{B8DAC793-5AFD-40A7-9439-D8DDE499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1">
            <a:extLst xmlns:a="http://schemas.openxmlformats.org/drawingml/2006/main">
              <a:ext uri="{FF2B5EF4-FFF2-40B4-BE49-F238E27FC236}">
                <a16:creationId xmlns:a16="http://schemas.microsoft.com/office/drawing/2014/main" id="{584A743C-9BF7-493D-8C41-472730CE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Codex: Installation and First Task [5] [10]</a:t>
            </a:r>
          </a:p>
        </p:txBody>
      </p:sp>
      <p:sp>
        <p:nvSpPr>
          <p:cNvPr id="3" name="c3-text-232">
            <a:extLst xmlns:a="http://schemas.openxmlformats.org/drawingml/2006/main">
              <a:ext uri="{FF2B5EF4-FFF2-40B4-BE49-F238E27FC236}">
                <a16:creationId xmlns:a16="http://schemas.microsoft.com/office/drawing/2014/main" id="{AC21F883-D4CA-4104-A91A-91664187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33">
            <a:extLst xmlns:a="http://schemas.openxmlformats.org/drawingml/2006/main">
              <a:ext uri="{FF2B5EF4-FFF2-40B4-BE49-F238E27FC236}">
                <a16:creationId xmlns:a16="http://schemas.microsoft.com/office/drawing/2014/main" id="{C0A012E7-15B1-4EE4-8F9A-AD3ECA9D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Open the official quickstart and install the desktop app.</a:t>
            </a:r>
          </a:p>
        </p:txBody>
      </p:sp>
      <p:sp>
        <p:nvSpPr>
          <p:cNvPr id="5" name="c3-text-234">
            <a:extLst xmlns:a="http://schemas.openxmlformats.org/drawingml/2006/main">
              <a:ext uri="{FF2B5EF4-FFF2-40B4-BE49-F238E27FC236}">
                <a16:creationId xmlns:a16="http://schemas.microsoft.com/office/drawing/2014/main" id="{1C67427F-A772-4AD4-97BA-872A99C1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7924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Sign in with ChatGPT and open your local course project.</a:t>
            </a:r>
          </a:p>
        </p:txBody>
      </p:sp>
      <p:sp>
        <p:nvSpPr>
          <p:cNvPr id="6" name="c3-text-235">
            <a:extLst xmlns:a="http://schemas.openxmlformats.org/drawingml/2006/main">
              <a:ext uri="{FF2B5EF4-FFF2-40B4-BE49-F238E27FC236}">
                <a16:creationId xmlns:a16="http://schemas.microsoft.com/office/drawing/2014/main" id="{056D9DFA-2D93-4574-BC9D-3F1E98BA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7924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Ask it to explain the selected avatar agent before editing.</a:t>
            </a:r>
          </a:p>
        </p:txBody>
      </p:sp>
      <p:sp>
        <p:nvSpPr>
          <p:cNvPr id="7" name="c3-text-236">
            <a:extLst xmlns:a="http://schemas.openxmlformats.org/drawingml/2006/main">
              <a:ext uri="{FF2B5EF4-FFF2-40B4-BE49-F238E27FC236}">
                <a16:creationId xmlns:a16="http://schemas.microsoft.com/office/drawing/2014/main" id="{032EDD1D-B492-4B4D-B463-128F4A3D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Check account access before class. API-key billing is separate.</a:t>
            </a:r>
          </a:p>
        </p:txBody>
      </p:sp>
      <p:sp>
        <p:nvSpPr>
          <p:cNvPr id="8" name="c3-text-312">
            <a:extLst xmlns:a="http://schemas.openxmlformats.org/drawingml/2006/main">
              <a:ext uri="{FF2B5EF4-FFF2-40B4-BE49-F238E27FC236}">
                <a16:creationId xmlns:a16="http://schemas.microsoft.com/office/drawing/2014/main" id="{AB6BC85D-92CB-41B5-92D3-E29AEFAE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3960395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37">
            <a:extLst xmlns:a="http://schemas.openxmlformats.org/drawingml/2006/main">
              <a:ext uri="{FF2B5EF4-FFF2-40B4-BE49-F238E27FC236}">
                <a16:creationId xmlns:a16="http://schemas.microsoft.com/office/drawing/2014/main" id="{FFB3070C-C2EA-4351-8004-246EABA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8">
            <a:extLst xmlns:a="http://schemas.openxmlformats.org/drawingml/2006/main">
              <a:ext uri="{FF2B5EF4-FFF2-40B4-BE49-F238E27FC236}">
                <a16:creationId xmlns:a16="http://schemas.microsoft.com/office/drawing/2014/main" id="{90311759-325E-4338-A61D-72E019F9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Memory, Animation and Weather</a:t>
            </a:r>
          </a:p>
        </p:txBody>
      </p:sp>
      <p:sp>
        <p:nvSpPr>
          <p:cNvPr id="3" name="c3-text-239">
            <a:extLst xmlns:a="http://schemas.openxmlformats.org/drawingml/2006/main">
              <a:ext uri="{FF2B5EF4-FFF2-40B4-BE49-F238E27FC236}">
                <a16:creationId xmlns:a16="http://schemas.microsoft.com/office/drawing/2014/main" id="{B0F2173B-7869-4992-97FD-532C9525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0">
            <a:extLst xmlns:a="http://schemas.openxmlformats.org/drawingml/2006/main">
              <a:ext uri="{FF2B5EF4-FFF2-40B4-BE49-F238E27FC236}">
                <a16:creationId xmlns:a16="http://schemas.microsoft.com/office/drawing/2014/main" id="{0C139416-9E6E-456B-8B86-D8DB72F9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 from the memory avatar and add a current-weather tool.</a:t>
            </a:r>
          </a:p>
        </p:txBody>
      </p:sp>
      <p:sp>
        <p:nvSpPr>
          <p:cNvPr id="5" name="c3-text-241">
            <a:extLst xmlns:a="http://schemas.openxmlformats.org/drawingml/2006/main">
              <a:ext uri="{FF2B5EF4-FFF2-40B4-BE49-F238E27FC236}">
                <a16:creationId xmlns:a16="http://schemas.microsoft.com/office/drawing/2014/main" id="{EF2BD459-59B9-4B4A-A666-F13BB255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 memory, animated ModelReply and Clear conversation.</a:t>
            </a:r>
          </a:p>
        </p:txBody>
      </p:sp>
      <p:sp>
        <p:nvSpPr>
          <p:cNvPr id="6" name="c3-text-242">
            <a:extLst xmlns:a="http://schemas.openxmlformats.org/drawingml/2006/main">
              <a:ext uri="{FF2B5EF4-FFF2-40B4-BE49-F238E27FC236}">
                <a16:creationId xmlns:a16="http://schemas.microsoft.com/office/drawing/2014/main" id="{C04CD200-7550-42A1-91D1-2B834ED4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792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Show the observed condition on the whiteboard and explain the tool graph.</a:t>
            </a:r>
          </a:p>
        </p:txBody>
      </p:sp>
      <p:sp>
        <p:nvSpPr>
          <p:cNvPr id="7" name="c3-text-243">
            <a:hlinkClick xmlns:r="http://schemas.openxmlformats.org/officeDocument/2006/relationships" xmlns:a="http://schemas.openxmlformats.org/drawingml/2006/main" r:id="R03f378cdfd474f39"/>
            <a:extLst xmlns:a="http://schemas.openxmlformats.org/drawingml/2006/main">
              <a:ext uri="{FF2B5EF4-FFF2-40B4-BE49-F238E27FC236}">
                <a16:creationId xmlns:a16="http://schemas.microsoft.com/office/drawing/2014/main" id="{EB550D35-845D-4361-B893-E53A5FDC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Exercise brief and suggested Codex prompt</a:t>
            </a:r>
          </a:p>
        </p:txBody>
      </p:sp>
      <p:sp>
        <p:nvSpPr>
          <p:cNvPr id="8" name="c3-text-313">
            <a:extLst xmlns:a="http://schemas.openxmlformats.org/drawingml/2006/main">
              <a:ext uri="{FF2B5EF4-FFF2-40B4-BE49-F238E27FC236}">
                <a16:creationId xmlns:a16="http://schemas.microsoft.com/office/drawing/2014/main" id="{61823AAE-8D42-4670-9218-8522DF38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07028983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44">
            <a:extLst xmlns:a="http://schemas.openxmlformats.org/drawingml/2006/main">
              <a:ext uri="{FF2B5EF4-FFF2-40B4-BE49-F238E27FC236}">
                <a16:creationId xmlns:a16="http://schemas.microsoft.com/office/drawing/2014/main" id="{8BE1FADD-5506-4DB1-A025-946520D2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5">
            <a:extLst xmlns:a="http://schemas.openxmlformats.org/drawingml/2006/main">
              <a:ext uri="{FF2B5EF4-FFF2-40B4-BE49-F238E27FC236}">
                <a16:creationId xmlns:a16="http://schemas.microsoft.com/office/drawing/2014/main" id="{464CAD12-467A-4C57-9970-E2D01586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Useful Prompt for Codex</a:t>
            </a:r>
          </a:p>
        </p:txBody>
      </p:sp>
      <p:sp>
        <p:nvSpPr>
          <p:cNvPr id="3" name="c3-text-246">
            <a:extLst xmlns:a="http://schemas.openxmlformats.org/drawingml/2006/main">
              <a:ext uri="{FF2B5EF4-FFF2-40B4-BE49-F238E27FC236}">
                <a16:creationId xmlns:a16="http://schemas.microsoft.com/office/drawing/2014/main" id="{B9A865D8-A174-441F-95BA-B295191B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47">
            <a:extLst xmlns:a="http://schemas.openxmlformats.org/drawingml/2006/main">
              <a:ext uri="{FF2B5EF4-FFF2-40B4-BE49-F238E27FC236}">
                <a16:creationId xmlns:a16="http://schemas.microsoft.com/office/drawing/2014/main" id="{A141EE29-8405-4A00-A003-78DEDC39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4384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48">
            <a:extLst xmlns:a="http://schemas.openxmlformats.org/drawingml/2006/main">
              <a:ext uri="{FF2B5EF4-FFF2-40B4-BE49-F238E27FC236}">
                <a16:creationId xmlns:a16="http://schemas.microsoft.com/office/drawing/2014/main" id="{481F22B4-2239-4720-9017-5D3B3046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Read the avatar agent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the whiteboard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contract.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Explain how memory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ModelReply currently work.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Add an OpenWeather current-weather tool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a tool loop.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Keep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Download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upload the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condition icon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the board.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Read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OPENWEATHER_API_KEY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the environment.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Use mocked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HTTP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tests; show the diff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explain it.</a:t>
            </a:r>
          </a:p>
        </p:txBody>
      </p:sp>
      <p:sp>
        <p:nvSpPr>
          <p:cNvPr id="6" name="c3-text-249">
            <a:extLst xmlns:a="http://schemas.openxmlformats.org/drawingml/2006/main">
              <a:ext uri="{FF2B5EF4-FFF2-40B4-BE49-F238E27FC236}">
                <a16:creationId xmlns:a16="http://schemas.microsoft.com/office/drawing/2014/main" id="{50EF8FB5-BB57-4641-A59D-39ED3D10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Provide the full brief. Ask for a plan, then implement and inspect each step.</a:t>
            </a:r>
          </a:p>
        </p:txBody>
      </p:sp>
      <p:sp>
        <p:nvSpPr>
          <p:cNvPr id="7" name="c3-text-314">
            <a:extLst xmlns:a="http://schemas.openxmlformats.org/drawingml/2006/main">
              <a:ext uri="{FF2B5EF4-FFF2-40B4-BE49-F238E27FC236}">
                <a16:creationId xmlns:a16="http://schemas.microsoft.com/office/drawing/2014/main" id="{E109BEA7-CD6B-4E46-8397-B1AD70DD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6539827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50">
            <a:extLst xmlns:a="http://schemas.openxmlformats.org/drawingml/2006/main">
              <a:ext uri="{FF2B5EF4-FFF2-40B4-BE49-F238E27FC236}">
                <a16:creationId xmlns:a16="http://schemas.microsoft.com/office/drawing/2014/main" id="{E04B10C6-C789-4A82-B562-8B9DADAA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1">
            <a:extLst xmlns:a="http://schemas.openxmlformats.org/drawingml/2006/main">
              <a:ext uri="{FF2B5EF4-FFF2-40B4-BE49-F238E27FC236}">
                <a16:creationId xmlns:a16="http://schemas.microsoft.com/office/drawing/2014/main" id="{15317E28-34D5-4BA2-A43A-80025FBF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Agent: Acceptance Checks</a:t>
            </a:r>
          </a:p>
        </p:txBody>
      </p:sp>
      <p:sp>
        <p:nvSpPr>
          <p:cNvPr id="3" name="c3-text-252">
            <a:extLst xmlns:a="http://schemas.openxmlformats.org/drawingml/2006/main">
              <a:ext uri="{FF2B5EF4-FFF2-40B4-BE49-F238E27FC236}">
                <a16:creationId xmlns:a16="http://schemas.microsoft.com/office/drawing/2014/main" id="{66E33B65-7998-457A-87DE-F95D4F6B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3">
            <a:extLst xmlns:a="http://schemas.openxmlformats.org/drawingml/2006/main">
              <a:ext uri="{FF2B5EF4-FFF2-40B4-BE49-F238E27FC236}">
                <a16:creationId xmlns:a16="http://schemas.microsoft.com/office/drawing/2014/main" id="{4D06AA05-B2BB-4D20-81AD-D8DEE83D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Rome, IT: real observation, units and a matching board image.</a:t>
            </a:r>
          </a:p>
        </p:txBody>
      </p:sp>
      <p:sp>
        <p:nvSpPr>
          <p:cNvPr id="5" name="c3-text-254">
            <a:extLst xmlns:a="http://schemas.openxmlformats.org/drawingml/2006/main">
              <a:ext uri="{FF2B5EF4-FFF2-40B4-BE49-F238E27FC236}">
                <a16:creationId xmlns:a16="http://schemas.microsoft.com/office/drawing/2014/main" id="{498AFB32-D963-4F02-ADF7-5ECB574E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792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about Milan? Uses the conversation context.</a:t>
            </a:r>
          </a:p>
        </p:txBody>
      </p:sp>
      <p:sp>
        <p:nvSpPr>
          <p:cNvPr id="6" name="c3-text-255">
            <a:extLst xmlns:a="http://schemas.openxmlformats.org/drawingml/2006/main">
              <a:ext uri="{FF2B5EF4-FFF2-40B4-BE49-F238E27FC236}">
                <a16:creationId xmlns:a16="http://schemas.microsoft.com/office/drawing/2014/main" id="{8DE2A233-22A4-4233-886A-DFB33DA3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Missing city or API failure: asks or explains; no invented weather.</a:t>
            </a:r>
          </a:p>
        </p:txBody>
      </p:sp>
      <p:sp>
        <p:nvSpPr>
          <p:cNvPr id="7" name="c3-text-256">
            <a:extLst xmlns:a="http://schemas.openxmlformats.org/drawingml/2006/main">
              <a:ext uri="{FF2B5EF4-FFF2-40B4-BE49-F238E27FC236}">
                <a16:creationId xmlns:a16="http://schemas.microsoft.com/office/drawing/2014/main" id="{A105786A-BBF7-47FF-90E2-CAFE4EDD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Clear conversation: previous details disappear. Keys stay local.</a:t>
            </a:r>
          </a:p>
        </p:txBody>
      </p:sp>
      <p:sp>
        <p:nvSpPr>
          <p:cNvPr id="8" name="c3-text-315">
            <a:extLst xmlns:a="http://schemas.openxmlformats.org/drawingml/2006/main">
              <a:ext uri="{FF2B5EF4-FFF2-40B4-BE49-F238E27FC236}">
                <a16:creationId xmlns:a16="http://schemas.microsoft.com/office/drawing/2014/main" id="{9F87DEB8-595D-4FC6-8FD6-042D9D8F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6813594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257">
            <a:extLst xmlns:a="http://schemas.openxmlformats.org/drawingml/2006/main">
              <a:ext uri="{FF2B5EF4-FFF2-40B4-BE49-F238E27FC236}">
                <a16:creationId xmlns:a16="http://schemas.microsoft.com/office/drawing/2014/main" id="{24AA96B7-625E-455C-BD1B-0F113AA1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8">
            <a:extLst xmlns:a="http://schemas.openxmlformats.org/drawingml/2006/main">
              <a:ext uri="{FF2B5EF4-FFF2-40B4-BE49-F238E27FC236}">
                <a16:creationId xmlns:a16="http://schemas.microsoft.com/office/drawing/2014/main" id="{2304CF78-B3DD-4EC0-ADD6-952A5F3B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259">
            <a:extLst xmlns:a="http://schemas.openxmlformats.org/drawingml/2006/main">
              <a:ext uri="{FF2B5EF4-FFF2-40B4-BE49-F238E27FC236}">
                <a16:creationId xmlns:a16="http://schemas.microsoft.com/office/drawing/2014/main" id="{C3FC3037-C99E-48F3-AD54-5E8C63A7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60">
            <a:hlinkClick xmlns:r="http://schemas.openxmlformats.org/officeDocument/2006/relationships" xmlns:a="http://schemas.openxmlformats.org/drawingml/2006/main" r:id="R578acbc8c5a94f06"/>
            <a:extLst xmlns:a="http://schemas.openxmlformats.org/drawingml/2006/main">
              <a:ext uri="{FF2B5EF4-FFF2-40B4-BE49-F238E27FC236}">
                <a16:creationId xmlns:a16="http://schemas.microsoft.com/office/drawing/2014/main" id="{18935727-0830-409C-93AF-6E6B0C40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261">
            <a:hlinkClick xmlns:r="http://schemas.openxmlformats.org/officeDocument/2006/relationships" xmlns:a="http://schemas.openxmlformats.org/drawingml/2006/main" r:id="R7abd84785dd24ce8"/>
            <a:extLst xmlns:a="http://schemas.openxmlformats.org/drawingml/2006/main">
              <a:ext uri="{FF2B5EF4-FFF2-40B4-BE49-F238E27FC236}">
                <a16:creationId xmlns:a16="http://schemas.microsoft.com/office/drawing/2014/main" id="{4AC16D49-4905-4F72-896B-7CBB2784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deleting a thread</a:t>
            </a:r>
          </a:p>
        </p:txBody>
      </p:sp>
      <p:sp>
        <p:nvSpPr>
          <p:cNvPr id="6" name="c3-shape-262">
            <a:extLst xmlns:a="http://schemas.openxmlformats.org/drawingml/2006/main">
              <a:ext uri="{FF2B5EF4-FFF2-40B4-BE49-F238E27FC236}">
                <a16:creationId xmlns:a16="http://schemas.microsoft.com/office/drawing/2014/main" id="{D107B637-649F-4019-AC66-49C6F195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263">
            <a:hlinkClick xmlns:r="http://schemas.openxmlformats.org/officeDocument/2006/relationships" xmlns:a="http://schemas.openxmlformats.org/drawingml/2006/main" r:id="R32be3ad48eca4587"/>
            <a:extLst xmlns:a="http://schemas.openxmlformats.org/drawingml/2006/main">
              <a:ext uri="{FF2B5EF4-FFF2-40B4-BE49-F238E27FC236}">
                <a16:creationId xmlns:a16="http://schemas.microsoft.com/office/drawing/2014/main" id="{28B26096-E80F-4139-96E5-8167C32D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 structured output</a:t>
            </a:r>
          </a:p>
        </p:txBody>
      </p:sp>
      <p:sp>
        <p:nvSpPr>
          <p:cNvPr id="8" name="c3-text-264">
            <a:hlinkClick xmlns:r="http://schemas.openxmlformats.org/officeDocument/2006/relationships" xmlns:a="http://schemas.openxmlformats.org/drawingml/2006/main" r:id="Re455d5409531427b"/>
            <a:extLst xmlns:a="http://schemas.openxmlformats.org/drawingml/2006/main">
              <a:ext uri="{FF2B5EF4-FFF2-40B4-BE49-F238E27FC236}">
                <a16:creationId xmlns:a16="http://schemas.microsoft.com/office/drawing/2014/main" id="{D6842FA5-3FC8-421B-B810-BF7984BE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with_structured_output and its methods</a:t>
            </a:r>
          </a:p>
        </p:txBody>
      </p:sp>
      <p:sp>
        <p:nvSpPr>
          <p:cNvPr id="9" name="c3-shape-265">
            <a:extLst xmlns:a="http://schemas.openxmlformats.org/drawingml/2006/main">
              <a:ext uri="{FF2B5EF4-FFF2-40B4-BE49-F238E27FC236}">
                <a16:creationId xmlns:a16="http://schemas.microsoft.com/office/drawing/2014/main" id="{1D4DBF15-685C-44D0-8EB5-E3D4B3DC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266">
            <a:hlinkClick xmlns:r="http://schemas.openxmlformats.org/officeDocument/2006/relationships" xmlns:a="http://schemas.openxmlformats.org/drawingml/2006/main" r:id="Rcbe29a4ccf204b92"/>
            <a:extLst xmlns:a="http://schemas.openxmlformats.org/drawingml/2006/main">
              <a:ext uri="{FF2B5EF4-FFF2-40B4-BE49-F238E27FC236}">
                <a16:creationId xmlns:a16="http://schemas.microsoft.com/office/drawing/2014/main" id="{F461596D-B003-4F90-9069-E24453BB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Chat prompt templates</a:t>
            </a:r>
          </a:p>
        </p:txBody>
      </p:sp>
      <p:sp>
        <p:nvSpPr>
          <p:cNvPr id="11" name="c3-text-267">
            <a:hlinkClick xmlns:r="http://schemas.openxmlformats.org/officeDocument/2006/relationships" xmlns:a="http://schemas.openxmlformats.org/drawingml/2006/main" r:id="R78f87f2fadd541ed"/>
            <a:extLst xmlns:a="http://schemas.openxmlformats.org/drawingml/2006/main">
              <a:ext uri="{FF2B5EF4-FFF2-40B4-BE49-F238E27FC236}">
                <a16:creationId xmlns:a16="http://schemas.microsoft.com/office/drawing/2014/main" id="{07C21EB1-2395-4F01-B6C1-94F7F8EC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templates and message placeholders</a:t>
            </a:r>
          </a:p>
        </p:txBody>
      </p:sp>
      <p:sp>
        <p:nvSpPr>
          <p:cNvPr id="12" name="c3-shape-268">
            <a:extLst xmlns:a="http://schemas.openxmlformats.org/drawingml/2006/main">
              <a:ext uri="{FF2B5EF4-FFF2-40B4-BE49-F238E27FC236}">
                <a16:creationId xmlns:a16="http://schemas.microsoft.com/office/drawing/2014/main" id="{944EBA80-989A-4E99-87E7-3CE0C457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269">
            <a:hlinkClick xmlns:r="http://schemas.openxmlformats.org/officeDocument/2006/relationships" xmlns:a="http://schemas.openxmlformats.org/drawingml/2006/main" r:id="Rf954833f72f0484b"/>
            <a:extLst xmlns:a="http://schemas.openxmlformats.org/drawingml/2006/main">
              <a:ext uri="{FF2B5EF4-FFF2-40B4-BE49-F238E27FC236}">
                <a16:creationId xmlns:a16="http://schemas.microsoft.com/office/drawing/2014/main" id="{0924323A-CA91-4C40-BBB1-F09CB27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LangGraph tool loop</a:t>
            </a:r>
          </a:p>
        </p:txBody>
      </p:sp>
      <p:sp>
        <p:nvSpPr>
          <p:cNvPr id="14" name="c3-text-270">
            <a:hlinkClick xmlns:r="http://schemas.openxmlformats.org/officeDocument/2006/relationships" xmlns:a="http://schemas.openxmlformats.org/drawingml/2006/main" r:id="R839e9a26d8924730"/>
            <a:extLst xmlns:a="http://schemas.openxmlformats.org/drawingml/2006/main">
              <a:ext uri="{FF2B5EF4-FFF2-40B4-BE49-F238E27FC236}">
                <a16:creationId xmlns:a16="http://schemas.microsoft.com/office/drawing/2014/main" id="{8E5A38DA-FEBA-47F2-865C-F2D8CDE3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decisions, tools and tool results</a:t>
            </a:r>
          </a:p>
        </p:txBody>
      </p:sp>
      <p:sp>
        <p:nvSpPr>
          <p:cNvPr id="15" name="c3-text-271">
            <a:hlinkClick xmlns:r="http://schemas.openxmlformats.org/officeDocument/2006/relationships" xmlns:a="http://schemas.openxmlformats.org/drawingml/2006/main" r:id="R41d7815ac0ca4db5"/>
            <a:extLst xmlns:a="http://schemas.openxmlformats.org/drawingml/2006/main">
              <a:ext uri="{FF2B5EF4-FFF2-40B4-BE49-F238E27FC236}">
                <a16:creationId xmlns:a16="http://schemas.microsoft.com/office/drawing/2014/main" id="{37D5FBA3-620C-4666-B01C-7BE2E87F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Codex quickstart</a:t>
            </a:r>
          </a:p>
        </p:txBody>
      </p:sp>
      <p:sp>
        <p:nvSpPr>
          <p:cNvPr id="16" name="c3-text-272">
            <a:hlinkClick xmlns:r="http://schemas.openxmlformats.org/officeDocument/2006/relationships" xmlns:a="http://schemas.openxmlformats.org/drawingml/2006/main" r:id="R4d17cc29ed3a4e9b"/>
            <a:extLst xmlns:a="http://schemas.openxmlformats.org/drawingml/2006/main">
              <a:ext uri="{FF2B5EF4-FFF2-40B4-BE49-F238E27FC236}">
                <a16:creationId xmlns:a16="http://schemas.microsoft.com/office/drawing/2014/main" id="{88C9A58E-926C-461E-A06C-85CC68DA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Desktop installation and ChatGPT sign-in</a:t>
            </a:r>
          </a:p>
        </p:txBody>
      </p:sp>
      <p:sp>
        <p:nvSpPr>
          <p:cNvPr id="17" name="c3-shape-273">
            <a:extLst xmlns:a="http://schemas.openxmlformats.org/drawingml/2006/main">
              <a:ext uri="{FF2B5EF4-FFF2-40B4-BE49-F238E27FC236}">
                <a16:creationId xmlns:a16="http://schemas.microsoft.com/office/drawing/2014/main" id="{923E0341-2C05-4517-AD36-9CE61EC2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274">
            <a:hlinkClick xmlns:r="http://schemas.openxmlformats.org/officeDocument/2006/relationships" xmlns:a="http://schemas.openxmlformats.org/drawingml/2006/main" r:id="R1b14c5c6cd0446b3"/>
            <a:extLst xmlns:a="http://schemas.openxmlformats.org/drawingml/2006/main">
              <a:ext uri="{FF2B5EF4-FFF2-40B4-BE49-F238E27FC236}">
                <a16:creationId xmlns:a16="http://schemas.microsoft.com/office/drawing/2014/main" id="{57AB878C-5ED1-4AF6-8D81-BB9A53B0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Claude Code</a:t>
            </a:r>
          </a:p>
        </p:txBody>
      </p:sp>
      <p:sp>
        <p:nvSpPr>
          <p:cNvPr id="19" name="c3-text-275">
            <a:hlinkClick xmlns:r="http://schemas.openxmlformats.org/officeDocument/2006/relationships" xmlns:a="http://schemas.openxmlformats.org/drawingml/2006/main" r:id="R4398bc0f2b8b46e1"/>
            <a:extLst xmlns:a="http://schemas.openxmlformats.org/drawingml/2006/main">
              <a:ext uri="{FF2B5EF4-FFF2-40B4-BE49-F238E27FC236}">
                <a16:creationId xmlns:a16="http://schemas.microsoft.com/office/drawing/2014/main" id="{3BD6A88C-8BB1-4F09-9E4F-607A4861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 overview</a:t>
            </a:r>
          </a:p>
        </p:txBody>
      </p:sp>
      <p:sp>
        <p:nvSpPr>
          <p:cNvPr id="20" name="c3-shape-276">
            <a:extLst xmlns:a="http://schemas.openxmlformats.org/drawingml/2006/main">
              <a:ext uri="{FF2B5EF4-FFF2-40B4-BE49-F238E27FC236}">
                <a16:creationId xmlns:a16="http://schemas.microsoft.com/office/drawing/2014/main" id="{DFC69407-91D3-4D40-8F6C-386FE899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277">
            <a:hlinkClick xmlns:r="http://schemas.openxmlformats.org/officeDocument/2006/relationships" xmlns:a="http://schemas.openxmlformats.org/drawingml/2006/main" r:id="Rab3795adf0404f97"/>
            <a:extLst xmlns:a="http://schemas.openxmlformats.org/drawingml/2006/main">
              <a:ext uri="{FF2B5EF4-FFF2-40B4-BE49-F238E27FC236}">
                <a16:creationId xmlns:a16="http://schemas.microsoft.com/office/drawing/2014/main" id="{88284380-3511-470D-9F5A-F8473941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OpenWeather current weather</a:t>
            </a:r>
          </a:p>
        </p:txBody>
      </p:sp>
      <p:sp>
        <p:nvSpPr>
          <p:cNvPr id="22" name="c3-text-278">
            <a:hlinkClick xmlns:r="http://schemas.openxmlformats.org/officeDocument/2006/relationships" xmlns:a="http://schemas.openxmlformats.org/drawingml/2006/main" r:id="R44fe03d0334243f2"/>
            <a:extLst xmlns:a="http://schemas.openxmlformats.org/drawingml/2006/main">
              <a:ext uri="{FF2B5EF4-FFF2-40B4-BE49-F238E27FC236}">
                <a16:creationId xmlns:a16="http://schemas.microsoft.com/office/drawing/2014/main" id="{5AEF9D75-5BA2-4196-B40B-8B79D130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conditions and metric units</a:t>
            </a:r>
          </a:p>
        </p:txBody>
      </p:sp>
      <p:sp>
        <p:nvSpPr>
          <p:cNvPr id="23" name="c3-shape-279">
            <a:extLst xmlns:a="http://schemas.openxmlformats.org/drawingml/2006/main">
              <a:ext uri="{FF2B5EF4-FFF2-40B4-BE49-F238E27FC236}">
                <a16:creationId xmlns:a16="http://schemas.microsoft.com/office/drawing/2014/main" id="{26382112-F97E-492F-9F38-FA222E23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280">
            <a:hlinkClick xmlns:r="http://schemas.openxmlformats.org/officeDocument/2006/relationships" xmlns:a="http://schemas.openxmlformats.org/drawingml/2006/main" r:id="R23cbf18352554f65"/>
            <a:extLst xmlns:a="http://schemas.openxmlformats.org/drawingml/2006/main">
              <a:ext uri="{FF2B5EF4-FFF2-40B4-BE49-F238E27FC236}">
                <a16:creationId xmlns:a16="http://schemas.microsoft.com/office/drawing/2014/main" id="{632E2208-4202-47B2-B626-305416E1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OpenWeather geocoding</a:t>
            </a:r>
          </a:p>
        </p:txBody>
      </p:sp>
      <p:sp>
        <p:nvSpPr>
          <p:cNvPr id="25" name="c3-text-281">
            <a:hlinkClick xmlns:r="http://schemas.openxmlformats.org/officeDocument/2006/relationships" xmlns:a="http://schemas.openxmlformats.org/drawingml/2006/main" r:id="Raf2335e265eb470e"/>
            <a:extLst xmlns:a="http://schemas.openxmlformats.org/drawingml/2006/main">
              <a:ext uri="{FF2B5EF4-FFF2-40B4-BE49-F238E27FC236}">
                <a16:creationId xmlns:a16="http://schemas.microsoft.com/office/drawing/2014/main" id="{A39EE4F7-881C-4BB7-A077-385685C3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City names to coordinates</a:t>
            </a:r>
          </a:p>
        </p:txBody>
      </p:sp>
      <p:sp>
        <p:nvSpPr>
          <p:cNvPr id="26" name="c3-text-316">
            <a:extLst xmlns:a="http://schemas.openxmlformats.org/drawingml/2006/main">
              <a:ext uri="{FF2B5EF4-FFF2-40B4-BE49-F238E27FC236}">
                <a16:creationId xmlns:a16="http://schemas.microsoft.com/office/drawing/2014/main" id="{3525726E-1CE1-4F60-B4FD-6D0CB01F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8619565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3-text-282">
            <a:extLst xmlns:a="http://schemas.openxmlformats.org/drawingml/2006/main">
              <a:ext uri="{FF2B5EF4-FFF2-40B4-BE49-F238E27FC236}">
                <a16:creationId xmlns:a16="http://schemas.microsoft.com/office/drawing/2014/main" id="{2EECE133-0A7F-4E5A-98EF-174F5C0B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3">
            <a:extLst xmlns:a="http://schemas.openxmlformats.org/drawingml/2006/main">
              <a:ext uri="{FF2B5EF4-FFF2-40B4-BE49-F238E27FC236}">
                <a16:creationId xmlns:a16="http://schemas.microsoft.com/office/drawing/2014/main" id="{EA90A72E-5A0F-4E4C-BCA4-14B45A00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284">
            <a:extLst xmlns:a="http://schemas.openxmlformats.org/drawingml/2006/main">
              <a:ext uri="{FF2B5EF4-FFF2-40B4-BE49-F238E27FC236}">
                <a16:creationId xmlns:a16="http://schemas.microsoft.com/office/drawing/2014/main" id="{7575FA66-AAB2-455D-87DF-5584A790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85">
            <a:hlinkClick xmlns:r="http://schemas.openxmlformats.org/officeDocument/2006/relationships" xmlns:a="http://schemas.openxmlformats.org/drawingml/2006/main" r:id="R4a4bac65fa4445f4"/>
            <a:extLst xmlns:a="http://schemas.openxmlformats.org/drawingml/2006/main">
              <a:ext uri="{FF2B5EF4-FFF2-40B4-BE49-F238E27FC236}">
                <a16:creationId xmlns:a16="http://schemas.microsoft.com/office/drawing/2014/main" id="{92F76F66-AEE6-4FB4-A693-24945AE9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OpenWeather icons</a:t>
            </a:r>
          </a:p>
        </p:txBody>
      </p:sp>
      <p:sp>
        <p:nvSpPr>
          <p:cNvPr id="5" name="c3-text-286">
            <a:hlinkClick xmlns:r="http://schemas.openxmlformats.org/officeDocument/2006/relationships" xmlns:a="http://schemas.openxmlformats.org/drawingml/2006/main" r:id="R9d64fde7971d4e81"/>
            <a:extLst xmlns:a="http://schemas.openxmlformats.org/drawingml/2006/main">
              <a:ext uri="{FF2B5EF4-FFF2-40B4-BE49-F238E27FC236}">
                <a16:creationId xmlns:a16="http://schemas.microsoft.com/office/drawing/2014/main" id="{D1699539-12BB-447D-82CA-EC6E37F5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codes and condition icons</a:t>
            </a:r>
          </a:p>
        </p:txBody>
      </p:sp>
      <p:sp>
        <p:nvSpPr>
          <p:cNvPr id="6" name="c3-shape-287">
            <a:extLst xmlns:a="http://schemas.openxmlformats.org/drawingml/2006/main">
              <a:ext uri="{FF2B5EF4-FFF2-40B4-BE49-F238E27FC236}">
                <a16:creationId xmlns:a16="http://schemas.microsoft.com/office/drawing/2014/main" id="{DC7110AC-6A99-4657-B9A9-F40F11A4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288">
            <a:hlinkClick xmlns:r="http://schemas.openxmlformats.org/officeDocument/2006/relationships" xmlns:a="http://schemas.openxmlformats.org/drawingml/2006/main" r:id="R938a143391cf407f"/>
            <a:extLst xmlns:a="http://schemas.openxmlformats.org/drawingml/2006/main">
              <a:ext uri="{FF2B5EF4-FFF2-40B4-BE49-F238E27FC236}">
                <a16:creationId xmlns:a16="http://schemas.microsoft.com/office/drawing/2014/main" id="{DBF36E89-F756-485A-95F9-9C295F3C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Codex plans</a:t>
            </a:r>
          </a:p>
        </p:txBody>
      </p:sp>
      <p:sp>
        <p:nvSpPr>
          <p:cNvPr id="8" name="c3-text-289">
            <a:hlinkClick xmlns:r="http://schemas.openxmlformats.org/officeDocument/2006/relationships" xmlns:a="http://schemas.openxmlformats.org/drawingml/2006/main" r:id="Re08fa3c2519043b1"/>
            <a:extLst xmlns:a="http://schemas.openxmlformats.org/drawingml/2006/main">
              <a:ext uri="{FF2B5EF4-FFF2-40B4-BE49-F238E27FC236}">
                <a16:creationId xmlns:a16="http://schemas.microsoft.com/office/drawing/2014/main" id="{4E4F3C1B-D242-4D52-A477-DA222557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Availability and included usage</a:t>
            </a:r>
          </a:p>
        </p:txBody>
      </p:sp>
      <p:sp>
        <p:nvSpPr>
          <p:cNvPr id="9" name="c3-shape-290">
            <a:extLst xmlns:a="http://schemas.openxmlformats.org/drawingml/2006/main">
              <a:ext uri="{FF2B5EF4-FFF2-40B4-BE49-F238E27FC236}">
                <a16:creationId xmlns:a16="http://schemas.microsoft.com/office/drawing/2014/main" id="{E1DA5987-037A-4307-A220-CD37E535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17">
            <a:extLst xmlns:a="http://schemas.openxmlformats.org/drawingml/2006/main">
              <a:ext uri="{FF2B5EF4-FFF2-40B4-BE49-F238E27FC236}">
                <a16:creationId xmlns:a16="http://schemas.microsoft.com/office/drawing/2014/main" id="{05473BCA-6E2D-47C5-9A6E-6D48CA00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82658809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2026-10-30T11:36:47.8790000Z</dcterms:created>
  <dcterms:modified xsi:type="dcterms:W3CDTF">2026-10-30T11:36:47.8790000Z</dcterms:modified>
</coreProperties>
</file>