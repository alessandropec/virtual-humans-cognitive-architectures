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696da3822c4ea8" /><Relationship Type="http://schemas.openxmlformats.org/officeDocument/2006/relationships/extended-properties" Target="/docProps/app.xml" Id="R49bcfded328b4574" /><Relationship Type="http://schemas.openxmlformats.org/officeDocument/2006/relationships/officeDocument" Target="/ppt/presentation.xml" Id="R78d32fa0ad6a4a4c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2d4c2a812b5641c3"/>
  </ns0:sldMasterIdLst>
  <ns0:sldIdLst>
    <ns0:sldId id="256" ns1:id="R3ef7f51dae434713"/>
    <ns0:sldId id="257" ns1:id="Rc107b31c0aca45e5"/>
    <ns0:sldId id="258" ns1:id="Rf15fe7a710ec4102"/>
    <ns0:sldId id="259" ns1:id="Re456aeca3f0c4717"/>
    <ns0:sldId id="260" ns1:id="Rd74c6adbcf024717"/>
    <ns0:sldId id="261" ns1:id="R21d526d85d8f4a14"/>
    <ns0:sldId id="262" ns1:id="R332f1baf8fad47da"/>
    <ns0:sldId id="263" ns1:id="R51b4491b8c514d53"/>
    <ns0:sldId id="264" ns1:id="R29e92341930a495b"/>
    <ns0:sldId id="265" ns1:id="R26b8202ab99041b2"/>
    <ns0:sldId id="266" ns1:id="Rb11098a804e843e8"/>
    <ns0:sldId id="267" ns1:id="R862abe0c3dda4c87"/>
    <ns0:sldId id="268" ns1:id="R09c700f6e6d84785"/>
    <ns0:sldId id="269" ns1:id="R2bb956304313427b"/>
    <ns0:sldId id="270" ns1:id="Rfb7005d225f34a33"/>
    <ns0:sldId id="271" ns1:id="R75924eba8b49430d"/>
    <ns0:sldId id="272" ns1:id="Ra6d2d2690a024bcc"/>
    <ns0:sldId id="273" ns1:id="R4fb7996212c748f7"/>
    <ns0:sldId id="274" ns1:id="Rf0d6f46016d24c9c"/>
    <ns0:sldId id="275" ns1:id="Raf64bc6e55b24809"/>
    <ns0:sldId id="276" ns1:id="Rb619027ce75040a8"/>
    <ns0:sldId id="277" ns1:id="R9d7db8188930448d"/>
    <ns0:sldId id="278" ns1:id="R53481bac2438492b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3d0d03822ca74ed4" /><ns0:Relationship Type="http://schemas.openxmlformats.org/officeDocument/2006/relationships/slideMaster" Target="/ppt/slideMasters/slideMaster1.xml" Id="R2d4c2a812b5641c3" /><ns0:Relationship Type="http://schemas.openxmlformats.org/officeDocument/2006/relationships/presProps" Target="/ppt/presProps.xml" Id="R1e3e1c80b62e4768" /><ns0:Relationship Type="http://schemas.openxmlformats.org/officeDocument/2006/relationships/viewProps" Target="/ppt/viewProps.xml" Id="R43ccee631ad64032" /><ns0:Relationship Type="http://schemas.openxmlformats.org/officeDocument/2006/relationships/tableStyles" Target="/ppt/tableStyles.xml" Id="R2e50464c8e884068" /><ns0:Relationship Type="http://schemas.openxmlformats.org/officeDocument/2006/relationships/slide" Target="/ppt/slides/slide1.xml" Id="R3ef7f51dae434713" /><ns0:Relationship Type="http://schemas.openxmlformats.org/officeDocument/2006/relationships/slide" Target="/ppt/slides/slide2.xml" Id="Rc107b31c0aca45e5" /><ns0:Relationship Type="http://schemas.openxmlformats.org/officeDocument/2006/relationships/slide" Target="/ppt/slides/slide3.xml" Id="Rf15fe7a710ec4102" /><ns0:Relationship Type="http://schemas.openxmlformats.org/officeDocument/2006/relationships/slide" Target="/ppt/slides/slide4.xml" Id="Re456aeca3f0c4717" /><ns0:Relationship Type="http://schemas.openxmlformats.org/officeDocument/2006/relationships/slide" Target="/ppt/slides/slide5.xml" Id="Rd74c6adbcf024717" /><ns0:Relationship Type="http://schemas.openxmlformats.org/officeDocument/2006/relationships/slide" Target="/ppt/slides/slide6.xml" Id="R21d526d85d8f4a14" /><ns0:Relationship Type="http://schemas.openxmlformats.org/officeDocument/2006/relationships/slide" Target="/ppt/slides/slide7.xml" Id="R332f1baf8fad47da" /><ns0:Relationship Type="http://schemas.openxmlformats.org/officeDocument/2006/relationships/slide" Target="/ppt/slides/slide8.xml" Id="R51b4491b8c514d53" /><ns0:Relationship Type="http://schemas.openxmlformats.org/officeDocument/2006/relationships/slide" Target="/ppt/slides/slide9.xml" Id="R29e92341930a495b" /><ns0:Relationship Type="http://schemas.openxmlformats.org/officeDocument/2006/relationships/slide" Target="/ppt/slides/slide10.xml" Id="R26b8202ab99041b2" /><ns0:Relationship Type="http://schemas.openxmlformats.org/officeDocument/2006/relationships/slide" Target="/ppt/slides/slide11.xml" Id="Rb11098a804e843e8" /><ns0:Relationship Type="http://schemas.openxmlformats.org/officeDocument/2006/relationships/slide" Target="/ppt/slides/slide12.xml" Id="R862abe0c3dda4c87" /><ns0:Relationship Type="http://schemas.openxmlformats.org/officeDocument/2006/relationships/slide" Target="/ppt/slides/slide13.xml" Id="R09c700f6e6d84785" /><ns0:Relationship Type="http://schemas.openxmlformats.org/officeDocument/2006/relationships/slide" Target="/ppt/slides/slide14.xml" Id="R2bb956304313427b" /><ns0:Relationship Type="http://schemas.openxmlformats.org/officeDocument/2006/relationships/slide" Target="/ppt/slides/slide15.xml" Id="Rfb7005d225f34a33" /><ns0:Relationship Type="http://schemas.openxmlformats.org/officeDocument/2006/relationships/slide" Target="/ppt/slides/slide16.xml" Id="R75924eba8b49430d" /><ns0:Relationship Type="http://schemas.openxmlformats.org/officeDocument/2006/relationships/slide" Target="/ppt/slides/slide17.xml" Id="Ra6d2d2690a024bcc" /><ns0:Relationship Type="http://schemas.openxmlformats.org/officeDocument/2006/relationships/slide" Target="/ppt/slides/slide18.xml" Id="R4fb7996212c748f7" /><ns0:Relationship Type="http://schemas.openxmlformats.org/officeDocument/2006/relationships/slide" Target="/ppt/slides/slide19.xml" Id="Rf0d6f46016d24c9c" /><ns0:Relationship Type="http://schemas.openxmlformats.org/officeDocument/2006/relationships/slide" Target="/ppt/slides/slide20.xml" Id="Raf64bc6e55b24809" /><ns0:Relationship Type="http://schemas.openxmlformats.org/officeDocument/2006/relationships/slide" Target="/ppt/slides/slide21.xml" Id="Rb619027ce75040a8" /><ns0:Relationship Type="http://schemas.openxmlformats.org/officeDocument/2006/relationships/slide" Target="/ppt/slides/slide22.xml" Id="R9d7db8188930448d" /><ns0:Relationship Type="http://schemas.openxmlformats.org/officeDocument/2006/relationships/slide" Target="/ppt/slides/slide23.xml" Id="R53481bac2438492b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85cff3b0f04c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915254b3f46fd" /><Relationship Type="http://schemas.openxmlformats.org/officeDocument/2006/relationships/image" Target="/ppt/media/image.jpeg" Id="R7932f80a30c0412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a36354acf04a7e" /><Relationship Type="http://schemas.openxmlformats.org/officeDocument/2006/relationships/image" Target="/ppt/media/image.png" Id="R36cc2ca6136444f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1ba5c715d84d1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198ec5cefa4b6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e784994fb4b1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5b93f18ffb488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a494785cd4f4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2f80a30c0412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c2ca6136444f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4508d1ad6b4755" /><Relationship Type="http://schemas.openxmlformats.org/officeDocument/2006/relationships/slideLayout" Target="/ppt/slideLayouts/slideLayout1.xml" Id="R06108f00d2234adf" /><Relationship Type="http://schemas.openxmlformats.org/officeDocument/2006/relationships/slideLayout" Target="/ppt/slideLayouts/slideLayout2.xml" Id="Rfe6a04fb999b4b10" /><Relationship Type="http://schemas.openxmlformats.org/officeDocument/2006/relationships/slideLayout" Target="/ppt/slideLayouts/slideLayout3.xml" Id="R9043a9afa1754ba6" /><Relationship Type="http://schemas.openxmlformats.org/officeDocument/2006/relationships/slideLayout" Target="/ppt/slideLayouts/slideLayout4.xml" Id="R6671fd298a91414d" /><Relationship Type="http://schemas.openxmlformats.org/officeDocument/2006/relationships/slideLayout" Target="/ppt/slideLayouts/slideLayout5.xml" Id="R4c523e84e3234e86" /><Relationship Type="http://schemas.openxmlformats.org/officeDocument/2006/relationships/slideLayout" Target="/ppt/slideLayouts/slideLayout6.xml" Id="Ra84a4a797d674de2" /><Relationship Type="http://schemas.openxmlformats.org/officeDocument/2006/relationships/slideLayout" Target="/ppt/slideLayouts/slideLayout7.xml" Id="R764d0c47fddd4965" /><Relationship Type="http://schemas.openxmlformats.org/officeDocument/2006/relationships/slideLayout" Target="/ppt/slideLayouts/slideLayout8.xml" Id="R28d3bee90efb4d7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108f00d2234adf"/>
    <p:sldLayoutId xmlns:r="http://schemas.openxmlformats.org/officeDocument/2006/relationships" id="2147483650" r:id="Rfe6a04fb999b4b10"/>
    <p:sldLayoutId xmlns:r="http://schemas.openxmlformats.org/officeDocument/2006/relationships" id="2147483651" r:id="R9043a9afa1754ba6"/>
    <p:sldLayoutId xmlns:r="http://schemas.openxmlformats.org/officeDocument/2006/relationships" id="2147483652" r:id="R6671fd298a91414d"/>
    <p:sldLayoutId xmlns:r="http://schemas.openxmlformats.org/officeDocument/2006/relationships" id="2147483653" r:id="R4c523e84e3234e86"/>
    <p:sldLayoutId xmlns:r="http://schemas.openxmlformats.org/officeDocument/2006/relationships" id="2147483654" r:id="Ra84a4a797d674de2"/>
    <p:sldLayoutId xmlns:r="http://schemas.openxmlformats.org/officeDocument/2006/relationships" id="2147483655" r:id="R764d0c47fddd4965"/>
    <p:sldLayoutId xmlns:r="http://schemas.openxmlformats.org/officeDocument/2006/relationships" id="2147483656" r:id="R28d3bee90efb4d7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e7b0d7a4ef374871" /><ns0:Relationship Type="http://schemas.openxmlformats.org/officeDocument/2006/relationships/image" Target="/ppt/media/image2.png" Id="R6e40eedada954c7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30f55117d94ac5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2d35424941431e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01fee1813a4e6c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f79143fe60403a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a6a21c8c4d45d3" /><ns0:Relationship Type="http://schemas.openxmlformats.org/officeDocument/2006/relationships/hyperlink" Target="https://home.openweathermap.org/users/sign_up" TargetMode="External" Id="R5ac80c86491542f9" /><ns0:Relationship Type="http://schemas.openxmlformats.org/officeDocument/2006/relationships/hyperlink" Target="https://home.openweathermap.org/api_keys" TargetMode="External" Id="R8e54c18aa06c4320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bf8e5f7c7f4c01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b5af7e1b9c648d3" /><ns0:Relationship Type="http://schemas.openxmlformats.org/officeDocument/2006/relationships/image" Target="/ppt/media/image3.png" Id="R1fb4729494a74b6e" /><ns0:Relationship Type="http://schemas.openxmlformats.org/officeDocument/2006/relationships/image" Target="/ppt/media/image4.png" Id="Ra8027948c84d4673" /><ns0:Relationship Type="http://schemas.openxmlformats.org/officeDocument/2006/relationships/hyperlink" Target="https://claude.com/claude-code" TargetMode="External" Id="Rfdfe869857c143e1" /><ns0:Relationship Type="http://schemas.openxmlformats.org/officeDocument/2006/relationships/hyperlink" Target="https://openai.com/codex/" TargetMode="External" Id="R8fa4805509694f4d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44d18b2d874a5f" /><ns0:Relationship Type="http://schemas.openxmlformats.org/officeDocument/2006/relationships/hyperlink" Target="https://marketplace.visualstudio.com/items?itemName=OpenAI.chatgpt" TargetMode="External" Id="R51733e40ccd44ad7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26c72702554c7d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ee3c4aa91a4d23" /><ns0:Relationship Type="http://schemas.openxmlformats.org/officeDocument/2006/relationships/image" Target="/ppt/media/image5.png" Id="R326712158cb14cb8" /><ns0:Relationship Type="http://schemas.openxmlformats.org/officeDocument/2006/relationships/hyperlink" Target="https://arxiv.org/abs/2506.08872" TargetMode="External" Id="R8e9df26e4fec4b92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ed757e6866450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19ce09b4974e3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e49ba48c7540b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71aaeead874b69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7820fa6eac4ef2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440b5338e84ab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fec3469e98b4b56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82bc618b0149e9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234aab2f64417c" /><ns0:Relationship Type="http://schemas.openxmlformats.org/officeDocument/2006/relationships/hyperlink" Target="https://docs.langchain.com/oss/python/langgraph/persistence" TargetMode="External" Id="R850027fc3c9a41c7" /><ns0:Relationship Type="http://schemas.openxmlformats.org/officeDocument/2006/relationships/hyperlink" Target="https://docs.langchain.com/oss/python/langgraph/persistence" TargetMode="External" Id="R68cf03ec03114dd8" /><ns0:Relationship Type="http://schemas.openxmlformats.org/officeDocument/2006/relationships/hyperlink" Target="https://reference.langchain.com/python/langchain-ollama/chat_models/ChatOllama/with_structured_output" TargetMode="External" Id="R6405fdfddf5f4959" /><ns0:Relationship Type="http://schemas.openxmlformats.org/officeDocument/2006/relationships/hyperlink" Target="https://reference.langchain.com/python/langchain-ollama/chat_models/ChatOllama/with_structured_output" TargetMode="External" Id="Rfe7ef3a82d0a4539" /><ns0:Relationship Type="http://schemas.openxmlformats.org/officeDocument/2006/relationships/hyperlink" Target="https://reference.langchain.com/python/langchain-core/prompts/chat/ChatPromptTemplate" TargetMode="External" Id="R3014ce5767794308" /><ns0:Relationship Type="http://schemas.openxmlformats.org/officeDocument/2006/relationships/hyperlink" Target="https://reference.langchain.com/python/langchain-core/prompts/chat/ChatPromptTemplate" TargetMode="External" Id="R4a72e51240384602" /><ns0:Relationship Type="http://schemas.openxmlformats.org/officeDocument/2006/relationships/hyperlink" Target="https://docs.langchain.com/oss/python/langgraph/workflows-agents" TargetMode="External" Id="R93ff56985da94640" /><ns0:Relationship Type="http://schemas.openxmlformats.org/officeDocument/2006/relationships/hyperlink" Target="https://docs.langchain.com/oss/python/langgraph/workflows-agents" TargetMode="External" Id="Raf36c5730b7d4d02" /><ns0:Relationship Type="http://schemas.openxmlformats.org/officeDocument/2006/relationships/hyperlink" Target="https://learn.chatgpt.com/docs/ide" TargetMode="External" Id="Rdd5fa881afae4564" /><ns0:Relationship Type="http://schemas.openxmlformats.org/officeDocument/2006/relationships/hyperlink" Target="https://learn.chatgpt.com/docs/ide" TargetMode="External" Id="R9b433c98897b4f92" /><ns0:Relationship Type="http://schemas.openxmlformats.org/officeDocument/2006/relationships/hyperlink" Target="https://code.claude.com/docs/en/overview" TargetMode="External" Id="R18fb11439f234b8a" /><ns0:Relationship Type="http://schemas.openxmlformats.org/officeDocument/2006/relationships/hyperlink" Target="https://code.claude.com/docs/en/overview" TargetMode="External" Id="R964a66712155418c" /><ns0:Relationship Type="http://schemas.openxmlformats.org/officeDocument/2006/relationships/hyperlink" Target="https://openweathermap.org/api/current" TargetMode="External" Id="Rc15ac74937bd49ec" /><ns0:Relationship Type="http://schemas.openxmlformats.org/officeDocument/2006/relationships/hyperlink" Target="https://openweathermap.org/api/current" TargetMode="External" Id="Rcfbb280d080b4296" /><ns0:Relationship Type="http://schemas.openxmlformats.org/officeDocument/2006/relationships/hyperlink" Target="https://openweathermap.org/api/geocoding-api" TargetMode="External" Id="R77cb3b21fc2f4217" /><ns0:Relationship Type="http://schemas.openxmlformats.org/officeDocument/2006/relationships/hyperlink" Target="https://openweathermap.org/api/geocoding-api" TargetMode="External" Id="Ra5f27e828cdf43c3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211dd2986645bc" /><ns0:Relationship Type="http://schemas.openxmlformats.org/officeDocument/2006/relationships/hyperlink" Target="https://openweathermap.org/api/weather-conditions" TargetMode="External" Id="Re84eb340c0f442d3" /><ns0:Relationship Type="http://schemas.openxmlformats.org/officeDocument/2006/relationships/hyperlink" Target="https://openweathermap.org/api/weather-conditions" TargetMode="External" Id="Rd668d86f229b4894" /><ns0:Relationship Type="http://schemas.openxmlformats.org/officeDocument/2006/relationships/hyperlink" Target="https://openweathermap.org/faq" TargetMode="External" Id="R4acf3e16a57d4e77" /><ns0:Relationship Type="http://schemas.openxmlformats.org/officeDocument/2006/relationships/hyperlink" Target="https://openweathermap.org/faq" TargetMode="External" Id="Rac0cda1b13a046c7" /><ns0:Relationship Type="http://schemas.openxmlformats.org/officeDocument/2006/relationships/hyperlink" Target="https://openweathermap.org/price" TargetMode="External" Id="R0c9f38a5ce2f493d" /><ns0:Relationship Type="http://schemas.openxmlformats.org/officeDocument/2006/relationships/hyperlink" Target="https://openweathermap.org/price" TargetMode="External" Id="Ra8ea129e7d8d4792" /><ns0:Relationship Type="http://schemas.openxmlformats.org/officeDocument/2006/relationships/hyperlink" Target="https://code.claude.com/docs/en/vs-code" TargetMode="External" Id="R46e4b4190c7247b8" /><ns0:Relationship Type="http://schemas.openxmlformats.org/officeDocument/2006/relationships/hyperlink" Target="https://code.claude.com/docs/en/vs-code" TargetMode="External" Id="Rb95b9c4460174a23" /><ns0:Relationship Type="http://schemas.openxmlformats.org/officeDocument/2006/relationships/hyperlink" Target="https://marketplace.visualstudio.com/items?itemName=OpenAI.chatgpt" TargetMode="External" Id="R05d6553ac6ee4552" /><ns0:Relationship Type="http://schemas.openxmlformats.org/officeDocument/2006/relationships/hyperlink" Target="https://marketplace.visualstudio.com/items?itemName=OpenAI.chatgpt" TargetMode="External" Id="R625bb64bdaeb47d8" /><ns0:Relationship Type="http://schemas.openxmlformats.org/officeDocument/2006/relationships/hyperlink" Target="https://marketplace.visualstudio.com/items?itemName=anthropic.claude-code" TargetMode="External" Id="Rfc37af71b886440f" /><ns0:Relationship Type="http://schemas.openxmlformats.org/officeDocument/2006/relationships/hyperlink" Target="https://marketplace.visualstudio.com/items?itemName=anthropic.claude-code" TargetMode="External" Id="R0f4bb0be6e8a44bb" /><ns0:Relationship Type="http://schemas.openxmlformats.org/officeDocument/2006/relationships/hyperlink" Target="https://arxiv.org/abs/2506.08872" TargetMode="External" Id="R61e1cecf786d4416" /><ns0:Relationship Type="http://schemas.openxmlformats.org/officeDocument/2006/relationships/hyperlink" Target="https://arxiv.org/abs/2506.08872" TargetMode="External" Id="R7a3b8a0408144239" /><ns0:Relationship Type="http://schemas.openxmlformats.org/officeDocument/2006/relationships/hyperlink" Target="https://pubmed.ncbi.nlm.nih.gov/16507066/" TargetMode="External" Id="Reb27b3b821dd40e4" /><ns0:Relationship Type="http://schemas.openxmlformats.org/officeDocument/2006/relationships/hyperlink" Target="https://pubmed.ncbi.nlm.nih.gov/16507066/" TargetMode="External" Id="Rf8981485e7fe47f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c00848048e4910" /><ns0:Relationship Type="http://schemas.openxmlformats.org/officeDocument/2006/relationships/image" Target="/ppt/media/image6.png" Id="R8d566b2039f34079" /><ns0:Relationship Type="http://schemas.openxmlformats.org/officeDocument/2006/relationships/hyperlink" Target="https://tiny.cc/AVENUE_VH_Webinar2" TargetMode="External" Id="Ra28869cffd0a45f5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32cec2a8ee4352" /><ns0:Relationship Type="http://schemas.openxmlformats.org/officeDocument/2006/relationships/image" Target="/ppt/media/image7.png" Id="Rb0326386062240ac" /><ns0:Relationship Type="http://schemas.openxmlformats.org/officeDocument/2006/relationships/hyperlink" Target="https://forms.cloud.microsoft/pages/responsepage.aspx?id=tLwjs1htJU-Hv2Nmw9aJrwbW7pTWwvxGs7LdQH0PRGJUOFJSTTFMM1A0OERTQkFMWTZTWTdCVUlBRi4u&amp;route=shorturl" TargetMode="External" Id="Redc051dc5e0142ff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0eedada954c7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 and Coding Agents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2-text-274">
            <a:extLst xmlns:a="http://schemas.openxmlformats.org/drawingml/2006/main">
              <a:ext uri="{FF2B5EF4-FFF2-40B4-BE49-F238E27FC236}">
                <a16:creationId xmlns:a16="http://schemas.microsoft.com/office/drawing/2014/main" id="{FE398BC8-F2C9-4232-8234-2AFE6AB5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5" name="c3-text-219">
            <a:extLst xmlns:a="http://schemas.openxmlformats.org/drawingml/2006/main">
              <a:ext uri="{FF2B5EF4-FFF2-40B4-BE49-F238E27FC236}">
                <a16:creationId xmlns:a16="http://schemas.microsoft.com/office/drawing/2014/main" id="{BD2A8135-7AB3-4151-9AD1-8F9B5915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">
            <a:extLst xmlns:a="http://schemas.openxmlformats.org/drawingml/2006/main">
              <a:ext uri="{FF2B5EF4-FFF2-40B4-BE49-F238E27FC236}">
                <a16:creationId xmlns:a16="http://schemas.microsoft.com/office/drawing/2014/main" id="{61106CC2-5C7F-4193-BA70-C25933EF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96BD794F-3526-42C6-86C0-31D252B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Starting Point: An Avatar with Memory [1] [2] [3]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717EC7D7-9715-4D40-BFAD-B5C5F553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4">
            <a:extLst xmlns:a="http://schemas.openxmlformats.org/drawingml/2006/main">
              <a:ext uri="{FF2B5EF4-FFF2-40B4-BE49-F238E27FC236}">
                <a16:creationId xmlns:a16="http://schemas.microsoft.com/office/drawing/2014/main" id="{7C1AEF01-D6EB-4D01-B2C7-8F20870A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02 already gave us memory, speech and animations.</a:t>
            </a:r>
          </a:p>
        </p:txBody>
      </p:sp>
      <p:sp>
        <p:nvSpPr>
          <p:cNvPr id="5" name="c3-text-5">
            <a:extLst xmlns:a="http://schemas.openxmlformats.org/drawingml/2006/main">
              <a:ext uri="{FF2B5EF4-FFF2-40B4-BE49-F238E27FC236}">
                <a16:creationId xmlns:a16="http://schemas.microsoft.com/office/drawing/2014/main" id="{47D485D0-54AB-4A8D-8CDD-6D2187AA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Base: agents/Module_2/Chapter_02/langgraph_avatar_agent.py</a:t>
            </a:r>
          </a:p>
        </p:txBody>
      </p:sp>
      <p:sp>
        <p:nvSpPr>
          <p:cNvPr id="6" name="c3-text-6">
            <a:extLst xmlns:a="http://schemas.openxmlformats.org/drawingml/2006/main">
              <a:ext uri="{FF2B5EF4-FFF2-40B4-BE49-F238E27FC236}">
                <a16:creationId xmlns:a16="http://schemas.microsoft.com/office/drawing/2014/main" id="{CB5A9EE0-A58E-44BB-8B11-840FEC7C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7924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Now add tools with a coding agent.</a:t>
            </a:r>
          </a:p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First weather, then an image on the whiteboard.</a:t>
            </a:r>
          </a:p>
        </p:txBody>
      </p:sp>
      <p:sp>
        <p:nvSpPr>
          <p:cNvPr id="7" name="c3-text-220">
            <a:extLst xmlns:a="http://schemas.openxmlformats.org/drawingml/2006/main">
              <a:ext uri="{FF2B5EF4-FFF2-40B4-BE49-F238E27FC236}">
                <a16:creationId xmlns:a16="http://schemas.microsoft.com/office/drawing/2014/main" id="{5B9AC2C2-EF50-4751-A8E3-23715B36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892789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7">
            <a:extLst xmlns:a="http://schemas.openxmlformats.org/drawingml/2006/main">
              <a:ext uri="{FF2B5EF4-FFF2-40B4-BE49-F238E27FC236}">
                <a16:creationId xmlns:a16="http://schemas.microsoft.com/office/drawing/2014/main" id="{3BA52C98-3A5A-4E50-A5BA-FC8D661D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">
            <a:extLst xmlns:a="http://schemas.openxmlformats.org/drawingml/2006/main">
              <a:ext uri="{FF2B5EF4-FFF2-40B4-BE49-F238E27FC236}">
                <a16:creationId xmlns:a16="http://schemas.microsoft.com/office/drawing/2014/main" id="{0FD3C1E9-FE42-44A3-B738-52CBD9DA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Tools: Actions Outside the Model [4]</a:t>
            </a:r>
          </a:p>
        </p:txBody>
      </p:sp>
      <p:sp>
        <p:nvSpPr>
          <p:cNvPr id="3" name="c3-text-9">
            <a:extLst xmlns:a="http://schemas.openxmlformats.org/drawingml/2006/main">
              <a:ext uri="{FF2B5EF4-FFF2-40B4-BE49-F238E27FC236}">
                <a16:creationId xmlns:a16="http://schemas.microsoft.com/office/drawing/2014/main" id="{8F0F9A12-2631-47A3-AB33-FF7E861B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0">
            <a:extLst xmlns:a="http://schemas.openxmlformats.org/drawingml/2006/main">
              <a:ext uri="{FF2B5EF4-FFF2-40B4-BE49-F238E27FC236}">
                <a16:creationId xmlns:a16="http://schemas.microsoft.com/office/drawing/2014/main" id="{380E5400-64B7-4E8C-8EE3-1DCA7131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tool lets an agent retrieve data or perform an action.</a:t>
            </a:r>
          </a:p>
        </p:txBody>
      </p:sp>
      <p:sp>
        <p:nvSpPr>
          <p:cNvPr id="5" name="c3-text-11">
            <a:extLst xmlns:a="http://schemas.openxmlformats.org/drawingml/2006/main">
              <a:ext uri="{FF2B5EF4-FFF2-40B4-BE49-F238E27FC236}">
                <a16:creationId xmlns:a16="http://schemas.microsoft.com/office/drawing/2014/main" id="{B9057189-809B-4271-9C5E-A67FE412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chooses an available tool and supplies its inputs.</a:t>
            </a:r>
          </a:p>
        </p:txBody>
      </p:sp>
      <p:sp>
        <p:nvSpPr>
          <p:cNvPr id="6" name="c3-text-12">
            <a:extLst xmlns:a="http://schemas.openxmlformats.org/drawingml/2006/main">
              <a:ext uri="{FF2B5EF4-FFF2-40B4-BE49-F238E27FC236}">
                <a16:creationId xmlns:a16="http://schemas.microsoft.com/office/drawing/2014/main" id="{C3362F5A-15FE-412A-96C4-B2BCB4D1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program runs the tool and returns its result to the model.</a:t>
            </a:r>
          </a:p>
        </p:txBody>
      </p:sp>
      <p:sp>
        <p:nvSpPr>
          <p:cNvPr id="7" name="c3-text-221">
            <a:extLst xmlns:a="http://schemas.openxmlformats.org/drawingml/2006/main">
              <a:ext uri="{FF2B5EF4-FFF2-40B4-BE49-F238E27FC236}">
                <a16:creationId xmlns:a16="http://schemas.microsoft.com/office/drawing/2014/main" id="{0B1FA57A-60EC-4FE9-B44E-877CC4AA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47502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3-text-13">
            <a:extLst xmlns:a="http://schemas.openxmlformats.org/drawingml/2006/main">
              <a:ext uri="{FF2B5EF4-FFF2-40B4-BE49-F238E27FC236}">
                <a16:creationId xmlns:a16="http://schemas.microsoft.com/office/drawing/2014/main" id="{B7844DD5-D502-4924-B3C6-87C7FDD8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4">
            <a:extLst xmlns:a="http://schemas.openxmlformats.org/drawingml/2006/main">
              <a:ext uri="{FF2B5EF4-FFF2-40B4-BE49-F238E27FC236}">
                <a16:creationId xmlns:a16="http://schemas.microsoft.com/office/drawing/2014/main" id="{D7705959-7BBA-46B9-9A10-24349DC5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Tool Loop [4]</a:t>
            </a:r>
          </a:p>
        </p:txBody>
      </p:sp>
      <p:sp>
        <p:nvSpPr>
          <p:cNvPr id="3" name="c3-text-15">
            <a:extLst xmlns:a="http://schemas.openxmlformats.org/drawingml/2006/main">
              <a:ext uri="{FF2B5EF4-FFF2-40B4-BE49-F238E27FC236}">
                <a16:creationId xmlns:a16="http://schemas.microsoft.com/office/drawing/2014/main" id="{D436C333-EC1F-472B-98A1-58B4756D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6">
            <a:extLst xmlns:a="http://schemas.openxmlformats.org/drawingml/2006/main">
              <a:ext uri="{FF2B5EF4-FFF2-40B4-BE49-F238E27FC236}">
                <a16:creationId xmlns:a16="http://schemas.microsoft.com/office/drawing/2014/main" id="{2C04E68A-0DF6-4B13-A1C8-02212CF4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2192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7">
            <a:extLst xmlns:a="http://schemas.openxmlformats.org/drawingml/2006/main">
              <a:ext uri="{FF2B5EF4-FFF2-40B4-BE49-F238E27FC236}">
                <a16:creationId xmlns:a16="http://schemas.microsoft.com/office/drawing/2014/main" id="{7DB36C20-B565-455F-BCFE-990E48F3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990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18">
            <a:extLst xmlns:a="http://schemas.openxmlformats.org/drawingml/2006/main">
              <a:ext uri="{FF2B5EF4-FFF2-40B4-BE49-F238E27FC236}">
                <a16:creationId xmlns:a16="http://schemas.microsoft.com/office/drawing/2014/main" id="{808892B6-93B7-485A-94F4-03E0C5D1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9">
            <a:extLst xmlns:a="http://schemas.openxmlformats.org/drawingml/2006/main">
              <a:ext uri="{FF2B5EF4-FFF2-40B4-BE49-F238E27FC236}">
                <a16:creationId xmlns:a16="http://schemas.microsoft.com/office/drawing/2014/main" id="{D13C7A84-C7DC-4C21-BD34-4B9DEF36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8595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20">
            <a:extLst xmlns:a="http://schemas.openxmlformats.org/drawingml/2006/main">
              <a:ext uri="{FF2B5EF4-FFF2-40B4-BE49-F238E27FC236}">
                <a16:creationId xmlns:a16="http://schemas.microsoft.com/office/drawing/2014/main" id="{D211E2E1-BEFC-4B4E-9977-12204AAC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621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</a:t>
            </a:r>
          </a:p>
        </p:txBody>
      </p:sp>
      <p:sp>
        <p:nvSpPr>
          <p:cNvPr id="9" name="c3-shape-21">
            <a:extLst xmlns:a="http://schemas.openxmlformats.org/drawingml/2006/main">
              <a:ext uri="{FF2B5EF4-FFF2-40B4-BE49-F238E27FC236}">
                <a16:creationId xmlns:a16="http://schemas.microsoft.com/office/drawing/2014/main" id="{CEB74186-8E2E-4912-AD20-8244E8B1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22">
            <a:extLst xmlns:a="http://schemas.openxmlformats.org/drawingml/2006/main">
              <a:ext uri="{FF2B5EF4-FFF2-40B4-BE49-F238E27FC236}">
                <a16:creationId xmlns:a16="http://schemas.microsoft.com/office/drawing/2014/main" id="{1651ADE3-7C1A-4857-BF0C-F2C323B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23">
            <a:extLst xmlns:a="http://schemas.openxmlformats.org/drawingml/2006/main">
              <a:ext uri="{FF2B5EF4-FFF2-40B4-BE49-F238E27FC236}">
                <a16:creationId xmlns:a16="http://schemas.microsoft.com/office/drawing/2014/main" id="{4CF18D89-7743-418D-8C51-D71F61AE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621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2" name="c3-text-24">
            <a:extLst xmlns:a="http://schemas.openxmlformats.org/drawingml/2006/main">
              <a:ext uri="{FF2B5EF4-FFF2-40B4-BE49-F238E27FC236}">
                <a16:creationId xmlns:a16="http://schemas.microsoft.com/office/drawing/2014/main" id="{C009A20B-8043-4921-A44D-BD2659BF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9725"/>
            <a:ext cx="2809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requested</a:t>
            </a:r>
          </a:p>
        </p:txBody>
      </p:sp>
      <p:sp>
        <p:nvSpPr>
          <p:cNvPr id="13" name="c3-shape-25">
            <a:extLst xmlns:a="http://schemas.openxmlformats.org/drawingml/2006/main">
              <a:ext uri="{FF2B5EF4-FFF2-40B4-BE49-F238E27FC236}">
                <a16:creationId xmlns:a16="http://schemas.microsoft.com/office/drawing/2014/main" id="{7D9E5282-8BFC-4B82-84AC-08C8A824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26">
            <a:extLst xmlns:a="http://schemas.openxmlformats.org/drawingml/2006/main">
              <a:ext uri="{FF2B5EF4-FFF2-40B4-BE49-F238E27FC236}">
                <a16:creationId xmlns:a16="http://schemas.microsoft.com/office/drawing/2014/main" id="{4B39826C-7D51-49A4-969B-B2F17F8A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reply</a:t>
            </a:r>
          </a:p>
        </p:txBody>
      </p:sp>
      <p:sp>
        <p:nvSpPr>
          <p:cNvPr id="15" name="c3-shape-27">
            <a:extLst xmlns:a="http://schemas.openxmlformats.org/drawingml/2006/main">
              <a:ext uri="{FF2B5EF4-FFF2-40B4-BE49-F238E27FC236}">
                <a16:creationId xmlns:a16="http://schemas.microsoft.com/office/drawing/2014/main" id="{2F032553-4483-4A28-8183-F76B97E6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6" name="c3-shape-28">
            <a:extLst xmlns:a="http://schemas.openxmlformats.org/drawingml/2006/main">
              <a:ext uri="{FF2B5EF4-FFF2-40B4-BE49-F238E27FC236}">
                <a16:creationId xmlns:a16="http://schemas.microsoft.com/office/drawing/2014/main" id="{879A190A-80F1-4308-BEDD-C85A8C88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3850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29">
            <a:extLst xmlns:a="http://schemas.openxmlformats.org/drawingml/2006/main">
              <a:ext uri="{FF2B5EF4-FFF2-40B4-BE49-F238E27FC236}">
                <a16:creationId xmlns:a16="http://schemas.microsoft.com/office/drawing/2014/main" id="{40E8186D-0D3F-4FFC-8CFD-85B6554A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8" name="c3-shape-30">
            <a:extLst xmlns:a="http://schemas.openxmlformats.org/drawingml/2006/main">
              <a:ext uri="{FF2B5EF4-FFF2-40B4-BE49-F238E27FC236}">
                <a16:creationId xmlns:a16="http://schemas.microsoft.com/office/drawing/2014/main" id="{F566472A-6911-42FE-8ABC-4AE833C6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42875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text-31">
            <a:extLst xmlns:a="http://schemas.openxmlformats.org/drawingml/2006/main">
              <a:ext uri="{FF2B5EF4-FFF2-40B4-BE49-F238E27FC236}">
                <a16:creationId xmlns:a16="http://schemas.microsoft.com/office/drawing/2014/main" id="{AB6ACCCD-D41F-4A59-AEA0-9DDFD888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33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ready to answer</a:t>
            </a:r>
          </a:p>
        </p:txBody>
      </p:sp>
      <p:sp>
        <p:nvSpPr>
          <p:cNvPr id="20" name="c3-shape-32">
            <a:extLst xmlns:a="http://schemas.openxmlformats.org/drawingml/2006/main">
              <a:ext uri="{FF2B5EF4-FFF2-40B4-BE49-F238E27FC236}">
                <a16:creationId xmlns:a16="http://schemas.microsoft.com/office/drawing/2014/main" id="{540FCBB2-D029-4FE8-A68E-BA2F2B5E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4302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33">
            <a:extLst xmlns:a="http://schemas.openxmlformats.org/drawingml/2006/main">
              <a:ext uri="{FF2B5EF4-FFF2-40B4-BE49-F238E27FC236}">
                <a16:creationId xmlns:a16="http://schemas.microsoft.com/office/drawing/2014/main" id="{C2453A53-0351-4FC0-97B7-2AC5C61D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43025"/>
            <a:ext cx="27527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shape-34">
            <a:extLst xmlns:a="http://schemas.openxmlformats.org/drawingml/2006/main">
              <a:ext uri="{FF2B5EF4-FFF2-40B4-BE49-F238E27FC236}">
                <a16:creationId xmlns:a16="http://schemas.microsoft.com/office/drawing/2014/main" id="{238E62DC-4B96-4D2E-B28C-FDD494D8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43025"/>
            <a:ext cx="133350" cy="4667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3" name="c3-text-35">
            <a:extLst xmlns:a="http://schemas.openxmlformats.org/drawingml/2006/main">
              <a:ext uri="{FF2B5EF4-FFF2-40B4-BE49-F238E27FC236}">
                <a16:creationId xmlns:a16="http://schemas.microsoft.com/office/drawing/2014/main" id="{CFD5BF42-64D2-40AE-AE57-CD3F524A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572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result: return to the model</a:t>
            </a:r>
          </a:p>
        </p:txBody>
      </p:sp>
      <p:sp>
        <p:nvSpPr>
          <p:cNvPr id="24" name="c3-text-36">
            <a:extLst xmlns:a="http://schemas.openxmlformats.org/drawingml/2006/main">
              <a:ext uri="{FF2B5EF4-FFF2-40B4-BE49-F238E27FC236}">
                <a16:creationId xmlns:a16="http://schemas.microsoft.com/office/drawing/2014/main" id="{A3A3E192-69B1-40BC-AB78-B9007849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program returns the tool result to the model, which prepares the reply.</a:t>
            </a:r>
          </a:p>
        </p:txBody>
      </p:sp>
      <p:sp>
        <p:nvSpPr>
          <p:cNvPr id="25" name="c3-text-222">
            <a:extLst xmlns:a="http://schemas.openxmlformats.org/drawingml/2006/main">
              <a:ext uri="{FF2B5EF4-FFF2-40B4-BE49-F238E27FC236}">
                <a16:creationId xmlns:a16="http://schemas.microsoft.com/office/drawing/2014/main" id="{18464F0D-94F5-40EA-9120-088E37AA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501865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37">
            <a:extLst xmlns:a="http://schemas.openxmlformats.org/drawingml/2006/main">
              <a:ext uri="{FF2B5EF4-FFF2-40B4-BE49-F238E27FC236}">
                <a16:creationId xmlns:a16="http://schemas.microsoft.com/office/drawing/2014/main" id="{A16EE4C7-1033-4889-A2AF-21CC60C4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8">
            <a:extLst xmlns:a="http://schemas.openxmlformats.org/drawingml/2006/main">
              <a:ext uri="{FF2B5EF4-FFF2-40B4-BE49-F238E27FC236}">
                <a16:creationId xmlns:a16="http://schemas.microsoft.com/office/drawing/2014/main" id="{29051072-0247-4399-94AC-74AFBD4F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OpenWeather: Request and JSON [7]</a:t>
            </a:r>
          </a:p>
        </p:txBody>
      </p:sp>
      <p:sp>
        <p:nvSpPr>
          <p:cNvPr id="3" name="c3-text-39">
            <a:extLst xmlns:a="http://schemas.openxmlformats.org/drawingml/2006/main">
              <a:ext uri="{FF2B5EF4-FFF2-40B4-BE49-F238E27FC236}">
                <a16:creationId xmlns:a16="http://schemas.microsoft.com/office/drawing/2014/main" id="{F1C3054D-FD69-49B6-A720-0130C29E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40">
            <a:extLst xmlns:a="http://schemas.openxmlformats.org/drawingml/2006/main">
              <a:ext uri="{FF2B5EF4-FFF2-40B4-BE49-F238E27FC236}">
                <a16:creationId xmlns:a16="http://schemas.microsoft.com/office/drawing/2014/main" id="{1DF8773E-4AB8-4FAA-96BB-BBE8CEB8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79248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41">
            <a:extLst xmlns:a="http://schemas.openxmlformats.org/drawingml/2006/main">
              <a:ext uri="{FF2B5EF4-FFF2-40B4-BE49-F238E27FC236}">
                <a16:creationId xmlns:a16="http://schemas.microsoft.com/office/drawing/2014/main" id="{2793570B-B66A-4503-9DF2-E107CEBB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28775"/>
            <a:ext cx="758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https://api.openweathermap.org/data/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/weather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?lat=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41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90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&amp;lon=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&amp;appid=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YOUR_KEY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&amp;units=metric</a:t>
            </a:r>
          </a:p>
        </p:txBody>
      </p:sp>
      <p:sp>
        <p:nvSpPr>
          <p:cNvPr id="6" name="c3-text-42">
            <a:extLst xmlns:a="http://schemas.openxmlformats.org/drawingml/2006/main">
              <a:ext uri="{FF2B5EF4-FFF2-40B4-BE49-F238E27FC236}">
                <a16:creationId xmlns:a16="http://schemas.microsoft.com/office/drawing/2014/main" id="{7D4C3792-9CE0-4180-A284-5EDA168E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JSON response contains the observation:</a:t>
            </a:r>
          </a:p>
        </p:txBody>
      </p:sp>
      <p:sp>
        <p:nvSpPr>
          <p:cNvPr id="7" name="c3-shape-43">
            <a:extLst xmlns:a="http://schemas.openxmlformats.org/drawingml/2006/main">
              <a:ext uri="{FF2B5EF4-FFF2-40B4-BE49-F238E27FC236}">
                <a16:creationId xmlns:a16="http://schemas.microsoft.com/office/drawing/2014/main" id="{84D20AB1-0717-4827-8B93-6C1A9FE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79248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8" name="c3-text-44">
            <a:extLst xmlns:a="http://schemas.openxmlformats.org/drawingml/2006/main">
              <a:ext uri="{FF2B5EF4-FFF2-40B4-BE49-F238E27FC236}">
                <a16:creationId xmlns:a16="http://schemas.microsoft.com/office/drawing/2014/main" id="{F40029DC-FD1E-49E5-9A2E-66D38141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758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"name"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"Rome"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"main"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"temp"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18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"weather"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"description"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 sky"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9" name="c3-text-223">
            <a:extLst xmlns:a="http://schemas.openxmlformats.org/drawingml/2006/main">
              <a:ext uri="{FF2B5EF4-FFF2-40B4-BE49-F238E27FC236}">
                <a16:creationId xmlns:a16="http://schemas.microsoft.com/office/drawing/2014/main" id="{B7AFB125-6E26-4B5B-99A4-C4C8B473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157903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45">
            <a:extLst xmlns:a="http://schemas.openxmlformats.org/drawingml/2006/main">
              <a:ext uri="{FF2B5EF4-FFF2-40B4-BE49-F238E27FC236}">
                <a16:creationId xmlns:a16="http://schemas.microsoft.com/office/drawing/2014/main" id="{74C228F1-C34E-4BB5-9BE1-D775B59C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46">
            <a:extLst xmlns:a="http://schemas.openxmlformats.org/drawingml/2006/main">
              <a:ext uri="{FF2B5EF4-FFF2-40B4-BE49-F238E27FC236}">
                <a16:creationId xmlns:a16="http://schemas.microsoft.com/office/drawing/2014/main" id="{E3773807-6931-4126-8A4F-A21309E6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Get an OpenWeather API Key [10] [11]</a:t>
            </a:r>
          </a:p>
        </p:txBody>
      </p:sp>
      <p:sp>
        <p:nvSpPr>
          <p:cNvPr id="3" name="c3-text-47">
            <a:extLst xmlns:a="http://schemas.openxmlformats.org/drawingml/2006/main">
              <a:ext uri="{FF2B5EF4-FFF2-40B4-BE49-F238E27FC236}">
                <a16:creationId xmlns:a16="http://schemas.microsoft.com/office/drawing/2014/main" id="{C984B87B-5F0D-4CD7-AC3B-C18B06CF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48">
            <a:hlinkClick xmlns:r="http://schemas.openxmlformats.org/officeDocument/2006/relationships" xmlns:a="http://schemas.openxmlformats.org/drawingml/2006/main" r:id="R5ac80c86491542f9"/>
            <a:extLst xmlns:a="http://schemas.openxmlformats.org/drawingml/2006/main">
              <a:ext uri="{FF2B5EF4-FFF2-40B4-BE49-F238E27FC236}">
                <a16:creationId xmlns:a16="http://schemas.microsoft.com/office/drawing/2014/main" id="{C1352543-E8DD-4358-9936-6F34C7A9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1. Create an OpenWeather account</a:t>
            </a:r>
          </a:p>
        </p:txBody>
      </p:sp>
      <p:sp>
        <p:nvSpPr>
          <p:cNvPr id="5" name="c3-text-49">
            <a:extLst xmlns:a="http://schemas.openxmlformats.org/drawingml/2006/main">
              <a:ext uri="{FF2B5EF4-FFF2-40B4-BE49-F238E27FC236}">
                <a16:creationId xmlns:a16="http://schemas.microsoft.com/office/drawing/2014/main" id="{25BA128E-CF57-428E-B84D-55C1A88C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Confirm your email using the verification message.</a:t>
            </a:r>
          </a:p>
        </p:txBody>
      </p:sp>
      <p:sp>
        <p:nvSpPr>
          <p:cNvPr id="6" name="c3-text-50">
            <a:hlinkClick xmlns:r="http://schemas.openxmlformats.org/officeDocument/2006/relationships" xmlns:a="http://schemas.openxmlformats.org/drawingml/2006/main" r:id="R8e54c18aa06c4320"/>
            <a:extLst xmlns:a="http://schemas.openxmlformats.org/drawingml/2006/main">
              <a:ext uri="{FF2B5EF4-FFF2-40B4-BE49-F238E27FC236}">
                <a16:creationId xmlns:a16="http://schemas.microsoft.com/office/drawing/2014/main" id="{3C3AA161-D330-4BAB-8C70-195EB6D5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3. Open API keys and copy your personal key (APPID)</a:t>
            </a:r>
          </a:p>
        </p:txBody>
      </p:sp>
      <p:sp>
        <p:nvSpPr>
          <p:cNvPr id="7" name="c3-text-51">
            <a:extLst xmlns:a="http://schemas.openxmlformats.org/drawingml/2006/main">
              <a:ext uri="{FF2B5EF4-FFF2-40B4-BE49-F238E27FC236}">
                <a16:creationId xmlns:a16="http://schemas.microsoft.com/office/drawing/2014/main" id="{2F9D2EB4-3055-4B4F-A3BF-F37D14CD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it before class: automatic activation can take up to two hours.</a:t>
            </a:r>
          </a:p>
        </p:txBody>
      </p:sp>
      <p:sp>
        <p:nvSpPr>
          <p:cNvPr id="8" name="c3-text-224">
            <a:extLst xmlns:a="http://schemas.openxmlformats.org/drawingml/2006/main">
              <a:ext uri="{FF2B5EF4-FFF2-40B4-BE49-F238E27FC236}">
                <a16:creationId xmlns:a16="http://schemas.microsoft.com/office/drawing/2014/main" id="{7A695724-FFD2-4867-A70B-28930A3D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148479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52">
            <a:extLst xmlns:a="http://schemas.openxmlformats.org/drawingml/2006/main">
              <a:ext uri="{FF2B5EF4-FFF2-40B4-BE49-F238E27FC236}">
                <a16:creationId xmlns:a16="http://schemas.microsoft.com/office/drawing/2014/main" id="{15F6B8AA-D9A3-4909-9A9D-8BFBCE60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3">
            <a:extLst xmlns:a="http://schemas.openxmlformats.org/drawingml/2006/main">
              <a:ext uri="{FF2B5EF4-FFF2-40B4-BE49-F238E27FC236}">
                <a16:creationId xmlns:a16="http://schemas.microsoft.com/office/drawing/2014/main" id="{2D361E64-01DA-4834-ABA0-0FDC792D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API Key</a:t>
            </a:r>
          </a:p>
        </p:txBody>
      </p:sp>
      <p:sp>
        <p:nvSpPr>
          <p:cNvPr id="3" name="c3-text-54">
            <a:extLst xmlns:a="http://schemas.openxmlformats.org/drawingml/2006/main">
              <a:ext uri="{FF2B5EF4-FFF2-40B4-BE49-F238E27FC236}">
                <a16:creationId xmlns:a16="http://schemas.microsoft.com/office/drawing/2014/main" id="{0C07C4AE-A95D-4F98-9C00-A5A681AA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55">
            <a:extLst xmlns:a="http://schemas.openxmlformats.org/drawingml/2006/main">
              <a:ext uri="{FF2B5EF4-FFF2-40B4-BE49-F238E27FC236}">
                <a16:creationId xmlns:a16="http://schemas.microsoft.com/office/drawing/2014/main" id="{22E45E77-4489-4FE9-878C-689BA175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the key in a YAML file wherever you prefer.</a:t>
            </a:r>
          </a:p>
        </p:txBody>
      </p:sp>
      <p:sp>
        <p:nvSpPr>
          <p:cNvPr id="5" name="c3-shape-56">
            <a:extLst xmlns:a="http://schemas.openxmlformats.org/drawingml/2006/main">
              <a:ext uri="{FF2B5EF4-FFF2-40B4-BE49-F238E27FC236}">
                <a16:creationId xmlns:a16="http://schemas.microsoft.com/office/drawing/2014/main" id="{C642743B-F8CB-428B-A30A-22FD1244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57">
            <a:extLst xmlns:a="http://schemas.openxmlformats.org/drawingml/2006/main">
              <a:ext uri="{FF2B5EF4-FFF2-40B4-BE49-F238E27FC236}">
                <a16:creationId xmlns:a16="http://schemas.microsoft.com/office/drawing/2014/main" id="{DA929F2D-3D22-4D0E-AAAE-434BCE4E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api_key: </a:t>
            </a:r>
            <a:r>
              <a:rPr sz="18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"YOUR_OPENWEATHER_KEY"</a:t>
            </a:r>
          </a:p>
        </p:txBody>
      </p:sp>
      <p:sp>
        <p:nvSpPr>
          <p:cNvPr id="7" name="c3-text-58">
            <a:extLst xmlns:a="http://schemas.openxmlformats.org/drawingml/2006/main">
              <a:ext uri="{FF2B5EF4-FFF2-40B4-BE49-F238E27FC236}">
                <a16:creationId xmlns:a16="http://schemas.microsoft.com/office/drawing/2014/main" id="{4A92484A-100B-4829-B16F-559B5B1D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Tell Codex the file path so the weather agent can read it.</a:t>
            </a:r>
          </a:p>
        </p:txBody>
      </p:sp>
      <p:sp>
        <p:nvSpPr>
          <p:cNvPr id="8" name="c3-text-225">
            <a:extLst xmlns:a="http://schemas.openxmlformats.org/drawingml/2006/main">
              <a:ext uri="{FF2B5EF4-FFF2-40B4-BE49-F238E27FC236}">
                <a16:creationId xmlns:a16="http://schemas.microsoft.com/office/drawing/2014/main" id="{2FC47941-94EF-4007-A8DC-5940C188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250089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3-text-59">
            <a:extLst xmlns:a="http://schemas.openxmlformats.org/drawingml/2006/main">
              <a:ext uri="{FF2B5EF4-FFF2-40B4-BE49-F238E27FC236}">
                <a16:creationId xmlns:a16="http://schemas.microsoft.com/office/drawing/2014/main" id="{772F1D79-D8C4-46CD-ACEB-0E10B24E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0">
            <a:extLst xmlns:a="http://schemas.openxmlformats.org/drawingml/2006/main">
              <a:ext uri="{FF2B5EF4-FFF2-40B4-BE49-F238E27FC236}">
                <a16:creationId xmlns:a16="http://schemas.microsoft.com/office/drawing/2014/main" id="{6DCBF004-2438-40AB-B8A1-0D06BEA1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Claude Code and Codex [5] [6]</a:t>
            </a:r>
          </a:p>
        </p:txBody>
      </p:sp>
      <p:sp>
        <p:nvSpPr>
          <p:cNvPr id="3" name="c3-text-61">
            <a:extLst xmlns:a="http://schemas.openxmlformats.org/drawingml/2006/main">
              <a:ext uri="{FF2B5EF4-FFF2-40B4-BE49-F238E27FC236}">
                <a16:creationId xmlns:a16="http://schemas.microsoft.com/office/drawing/2014/main" id="{C4DB4782-F179-47C6-B319-F55E987C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4729494a74b6e"/>
          <a:stretch xmlns:a="http://schemas.openxmlformats.org/drawingml/2006/main"/>
        </p:blipFill>
        <p:spPr>
          <a:xfrm xmlns:a="http://schemas.openxmlformats.org/drawingml/2006/main">
            <a:off x="609600" y="1552575"/>
            <a:ext cx="685800" cy="6858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27948c84d4673"/>
          <a:stretch xmlns:a="http://schemas.openxmlformats.org/drawingml/2006/main"/>
        </p:blipFill>
        <p:spPr>
          <a:xfrm xmlns:a="http://schemas.openxmlformats.org/drawingml/2006/main">
            <a:off x="4762500" y="1552575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6" name="c3-text-62">
            <a:extLst xmlns:a="http://schemas.openxmlformats.org/drawingml/2006/main">
              <a:ext uri="{FF2B5EF4-FFF2-40B4-BE49-F238E27FC236}">
                <a16:creationId xmlns:a16="http://schemas.microsoft.com/office/drawing/2014/main" id="{0B96B77C-4A0B-4EE5-AED8-553C3A0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Claude Code</a:t>
            </a:r>
          </a:p>
        </p:txBody>
      </p:sp>
      <p:sp>
        <p:nvSpPr>
          <p:cNvPr id="7" name="c3-text-63">
            <a:extLst xmlns:a="http://schemas.openxmlformats.org/drawingml/2006/main">
              <a:ext uri="{FF2B5EF4-FFF2-40B4-BE49-F238E27FC236}">
                <a16:creationId xmlns:a16="http://schemas.microsoft.com/office/drawing/2014/main" id="{E34B5E2E-7AF2-46BD-B449-4052B16E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8" name="c3-text-64">
            <a:extLst xmlns:a="http://schemas.openxmlformats.org/drawingml/2006/main">
              <a:ext uri="{FF2B5EF4-FFF2-40B4-BE49-F238E27FC236}">
                <a16:creationId xmlns:a16="http://schemas.microsoft.com/office/drawing/2014/main" id="{5208C1CC-869A-4598-85E9-277FF9D4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Codex</a:t>
            </a:r>
          </a:p>
        </p:txBody>
      </p:sp>
      <p:sp>
        <p:nvSpPr>
          <p:cNvPr id="9" name="c3-text-65">
            <a:extLst xmlns:a="http://schemas.openxmlformats.org/drawingml/2006/main">
              <a:ext uri="{FF2B5EF4-FFF2-40B4-BE49-F238E27FC236}">
                <a16:creationId xmlns:a16="http://schemas.microsoft.com/office/drawing/2014/main" id="{B450C24D-A977-4C6B-B9FC-E696F750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0" name="c3-text-66">
            <a:extLst xmlns:a="http://schemas.openxmlformats.org/drawingml/2006/main">
              <a:ext uri="{FF2B5EF4-FFF2-40B4-BE49-F238E27FC236}">
                <a16:creationId xmlns:a16="http://schemas.microsoft.com/office/drawing/2014/main" id="{8F08CC47-F8F1-41F9-BEAB-B9C39750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Claude models to explore a codebase, edit files and run terminal commands.</a:t>
            </a:r>
          </a:p>
        </p:txBody>
      </p:sp>
      <p:sp>
        <p:nvSpPr>
          <p:cNvPr id="11" name="c3-text-67">
            <a:extLst xmlns:a="http://schemas.openxmlformats.org/drawingml/2006/main">
              <a:ext uri="{FF2B5EF4-FFF2-40B4-BE49-F238E27FC236}">
                <a16:creationId xmlns:a16="http://schemas.microsoft.com/office/drawing/2014/main" id="{4E55E4E6-BD55-400C-8AD5-F08D8D15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OpenAI models to write, review and change code with the context in your editor.</a:t>
            </a:r>
          </a:p>
        </p:txBody>
      </p:sp>
      <p:sp>
        <p:nvSpPr>
          <p:cNvPr id="12" name="c3-text-68">
            <a:extLst xmlns:a="http://schemas.openxmlformats.org/drawingml/2006/main">
              <a:ext uri="{FF2B5EF4-FFF2-40B4-BE49-F238E27FC236}">
                <a16:creationId xmlns:a16="http://schemas.microsoft.com/office/drawing/2014/main" id="{E56D165E-2B6C-40BB-858E-C5A1C8DF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Terminal and VS Code extension</a:t>
            </a:r>
          </a:p>
        </p:txBody>
      </p:sp>
      <p:sp>
        <p:nvSpPr>
          <p:cNvPr id="13" name="c3-text-69">
            <a:extLst xmlns:a="http://schemas.openxmlformats.org/drawingml/2006/main">
              <a:ext uri="{FF2B5EF4-FFF2-40B4-BE49-F238E27FC236}">
                <a16:creationId xmlns:a16="http://schemas.microsoft.com/office/drawing/2014/main" id="{EA1BBCA1-6682-431C-B133-37132590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VS Code extension and CLI</a:t>
            </a:r>
          </a:p>
        </p:txBody>
      </p:sp>
      <p:sp>
        <p:nvSpPr>
          <p:cNvPr id="14" name="c3-text-70">
            <a:hlinkClick xmlns:r="http://schemas.openxmlformats.org/officeDocument/2006/relationships" xmlns:a="http://schemas.openxmlformats.org/drawingml/2006/main" r:id="Rfdfe869857c143e1"/>
            <a:extLst xmlns:a="http://schemas.openxmlformats.org/drawingml/2006/main">
              <a:ext uri="{FF2B5EF4-FFF2-40B4-BE49-F238E27FC236}">
                <a16:creationId xmlns:a16="http://schemas.microsoft.com/office/drawing/2014/main" id="{6E4E2A2C-A9A3-4986-85F2-2C6F4974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claude.com/claude-code</a:t>
            </a:r>
          </a:p>
        </p:txBody>
      </p:sp>
      <p:sp>
        <p:nvSpPr>
          <p:cNvPr id="15" name="c3-text-71">
            <a:hlinkClick xmlns:r="http://schemas.openxmlformats.org/officeDocument/2006/relationships" xmlns:a="http://schemas.openxmlformats.org/drawingml/2006/main" r:id="R8fa4805509694f4d"/>
            <a:extLst xmlns:a="http://schemas.openxmlformats.org/drawingml/2006/main">
              <a:ext uri="{FF2B5EF4-FFF2-40B4-BE49-F238E27FC236}">
                <a16:creationId xmlns:a16="http://schemas.microsoft.com/office/drawing/2014/main" id="{34DFDACD-7940-4325-A071-C863E387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openai.com/codex</a:t>
            </a:r>
          </a:p>
        </p:txBody>
      </p:sp>
      <p:sp>
        <p:nvSpPr>
          <p:cNvPr id="16" name="c3-text-72">
            <a:extLst xmlns:a="http://schemas.openxmlformats.org/drawingml/2006/main">
              <a:ext uri="{FF2B5EF4-FFF2-40B4-BE49-F238E27FC236}">
                <a16:creationId xmlns:a16="http://schemas.microsoft.com/office/drawing/2014/main" id="{7197C6F7-EA54-4A83-BBCD-B3158BC3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792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Describe a goal, inspect the edits and try the result.</a:t>
            </a:r>
          </a:p>
        </p:txBody>
      </p:sp>
      <p:sp>
        <p:nvSpPr>
          <p:cNvPr id="17" name="c3-text-226">
            <a:extLst xmlns:a="http://schemas.openxmlformats.org/drawingml/2006/main">
              <a:ext uri="{FF2B5EF4-FFF2-40B4-BE49-F238E27FC236}">
                <a16:creationId xmlns:a16="http://schemas.microsoft.com/office/drawing/2014/main" id="{8B7A3FD4-1657-4537-A808-D25DDD76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017396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73">
            <a:extLst xmlns:a="http://schemas.openxmlformats.org/drawingml/2006/main">
              <a:ext uri="{FF2B5EF4-FFF2-40B4-BE49-F238E27FC236}">
                <a16:creationId xmlns:a16="http://schemas.microsoft.com/office/drawing/2014/main" id="{9F7C1A4C-6F90-4A39-8187-E52CDADB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4">
            <a:extLst xmlns:a="http://schemas.openxmlformats.org/drawingml/2006/main">
              <a:ext uri="{FF2B5EF4-FFF2-40B4-BE49-F238E27FC236}">
                <a16:creationId xmlns:a16="http://schemas.microsoft.com/office/drawing/2014/main" id="{FCBF1100-EE63-4381-A3BA-540C2B57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Codex in VS Code [5] [13]</a:t>
            </a:r>
          </a:p>
        </p:txBody>
      </p:sp>
      <p:sp>
        <p:nvSpPr>
          <p:cNvPr id="3" name="c3-text-75">
            <a:extLst xmlns:a="http://schemas.openxmlformats.org/drawingml/2006/main">
              <a:ext uri="{FF2B5EF4-FFF2-40B4-BE49-F238E27FC236}">
                <a16:creationId xmlns:a16="http://schemas.microsoft.com/office/drawing/2014/main" id="{2AE75BCD-24D6-47AC-BA02-C33A5EC9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76">
            <a:extLst xmlns:a="http://schemas.openxmlformats.org/drawingml/2006/main">
              <a:ext uri="{FF2B5EF4-FFF2-40B4-BE49-F238E27FC236}">
                <a16:creationId xmlns:a16="http://schemas.microsoft.com/office/drawing/2014/main" id="{427E393E-4FC3-486C-8E96-469B7156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Open Extensions (Ctrl+Shift+X) and search for Codex.</a:t>
            </a:r>
          </a:p>
        </p:txBody>
      </p:sp>
      <p:sp>
        <p:nvSpPr>
          <p:cNvPr id="5" name="c3-text-77">
            <a:extLst xmlns:a="http://schemas.openxmlformats.org/drawingml/2006/main">
              <a:ext uri="{FF2B5EF4-FFF2-40B4-BE49-F238E27FC236}">
                <a16:creationId xmlns:a16="http://schemas.microsoft.com/office/drawing/2014/main" id="{50AD3B19-F4BB-4A30-AB99-E69C9134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Install Codex, published by OpenAI.</a:t>
            </a:r>
          </a:p>
        </p:txBody>
      </p:sp>
      <p:sp>
        <p:nvSpPr>
          <p:cNvPr id="6" name="c3-text-78">
            <a:extLst xmlns:a="http://schemas.openxmlformats.org/drawingml/2006/main">
              <a:ext uri="{FF2B5EF4-FFF2-40B4-BE49-F238E27FC236}">
                <a16:creationId xmlns:a16="http://schemas.microsoft.com/office/drawing/2014/main" id="{CF60513B-3245-4DBB-B5A3-8FF8294B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Open the Codex panel and sign in with ChatGPT.</a:t>
            </a:r>
          </a:p>
        </p:txBody>
      </p:sp>
      <p:sp>
        <p:nvSpPr>
          <p:cNvPr id="7" name="c3-text-79">
            <a:extLst xmlns:a="http://schemas.openxmlformats.org/drawingml/2006/main">
              <a:ext uri="{FF2B5EF4-FFF2-40B4-BE49-F238E27FC236}">
                <a16:creationId xmlns:a16="http://schemas.microsoft.com/office/drawing/2014/main" id="{3870E1D0-46A7-4766-9BAE-4130F076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4. Create and open an empty codex-demo folder. Start a chat.</a:t>
            </a:r>
          </a:p>
        </p:txBody>
      </p:sp>
      <p:sp>
        <p:nvSpPr>
          <p:cNvPr id="8" name="c3-text-80">
            <a:hlinkClick xmlns:r="http://schemas.openxmlformats.org/officeDocument/2006/relationships" xmlns:a="http://schemas.openxmlformats.org/drawingml/2006/main" r:id="R51733e40ccd44ad7"/>
            <a:extLst xmlns:a="http://schemas.openxmlformats.org/drawingml/2006/main">
              <a:ext uri="{FF2B5EF4-FFF2-40B4-BE49-F238E27FC236}">
                <a16:creationId xmlns:a16="http://schemas.microsoft.com/office/drawing/2014/main" id="{12C32DB1-676E-4BD7-B58E-FD495256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7924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the official Codex extension</a:t>
            </a:r>
          </a:p>
        </p:txBody>
      </p:sp>
      <p:sp>
        <p:nvSpPr>
          <p:cNvPr id="9" name="c3-text-227">
            <a:extLst xmlns:a="http://schemas.openxmlformats.org/drawingml/2006/main">
              <a:ext uri="{FF2B5EF4-FFF2-40B4-BE49-F238E27FC236}">
                <a16:creationId xmlns:a16="http://schemas.microsoft.com/office/drawing/2014/main" id="{1EE44C16-1597-4CE6-AFF4-E7FBA305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278297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81">
            <a:extLst xmlns:a="http://schemas.openxmlformats.org/drawingml/2006/main">
              <a:ext uri="{FF2B5EF4-FFF2-40B4-BE49-F238E27FC236}">
                <a16:creationId xmlns:a16="http://schemas.microsoft.com/office/drawing/2014/main" id="{EF34DA23-7DA1-4DC9-A819-D4EAEE7E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2">
            <a:extLst xmlns:a="http://schemas.openxmlformats.org/drawingml/2006/main">
              <a:ext uri="{FF2B5EF4-FFF2-40B4-BE49-F238E27FC236}">
                <a16:creationId xmlns:a16="http://schemas.microsoft.com/office/drawing/2014/main" id="{F48DC3D1-2C29-41A3-B35F-95150626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 Demo: A Browser Game</a:t>
            </a:r>
          </a:p>
        </p:txBody>
      </p:sp>
      <p:sp>
        <p:nvSpPr>
          <p:cNvPr id="3" name="c3-text-83">
            <a:extLst xmlns:a="http://schemas.openxmlformats.org/drawingml/2006/main">
              <a:ext uri="{FF2B5EF4-FFF2-40B4-BE49-F238E27FC236}">
                <a16:creationId xmlns:a16="http://schemas.microsoft.com/office/drawing/2014/main" id="{A23EB22A-6BEA-462A-AB62-8BAE6926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84">
            <a:extLst xmlns:a="http://schemas.openxmlformats.org/drawingml/2006/main">
              <a:ext uri="{FF2B5EF4-FFF2-40B4-BE49-F238E27FC236}">
                <a16:creationId xmlns:a16="http://schemas.microsoft.com/office/drawing/2014/main" id="{36970C75-CAE3-4E35-B792-59DBBF06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in the empty codex-demo folder:</a:t>
            </a:r>
          </a:p>
        </p:txBody>
      </p:sp>
      <p:sp>
        <p:nvSpPr>
          <p:cNvPr id="5" name="c3-text-85">
            <a:extLst xmlns:a="http://schemas.openxmlformats.org/drawingml/2006/main">
              <a:ext uri="{FF2B5EF4-FFF2-40B4-BE49-F238E27FC236}">
                <a16:creationId xmlns:a16="http://schemas.microsoft.com/office/drawing/2014/main" id="{2DCF2BC8-4D6B-4148-A03E-5362F6A0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7924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a simple, lightweight game in the style of {game style}.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Put HTML, CSS and JavaScript in one index.html file.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It should open directly in a browser.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Add clear controls, a score and a restart button.</a:t>
            </a:r>
          </a:p>
        </p:txBody>
      </p:sp>
      <p:sp>
        <p:nvSpPr>
          <p:cNvPr id="6" name="c3-text-86">
            <a:extLst xmlns:a="http://schemas.openxmlformats.org/drawingml/2006/main">
              <a:ext uri="{FF2B5EF4-FFF2-40B4-BE49-F238E27FC236}">
                <a16:creationId xmlns:a16="http://schemas.microsoft.com/office/drawing/2014/main" id="{B6D4E47B-A6AE-4D1D-844A-888CE052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a style: Snake, Pong, a platformer or an endless runner.</a:t>
            </a:r>
          </a:p>
        </p:txBody>
      </p:sp>
      <p:sp>
        <p:nvSpPr>
          <p:cNvPr id="7" name="c3-text-228">
            <a:extLst xmlns:a="http://schemas.openxmlformats.org/drawingml/2006/main">
              <a:ext uri="{FF2B5EF4-FFF2-40B4-BE49-F238E27FC236}">
                <a16:creationId xmlns:a16="http://schemas.microsoft.com/office/drawing/2014/main" id="{98A6008C-A23A-40FC-9E6C-1136FEEE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41757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3-text-87">
            <a:extLst xmlns:a="http://schemas.openxmlformats.org/drawingml/2006/main">
              <a:ext uri="{FF2B5EF4-FFF2-40B4-BE49-F238E27FC236}">
                <a16:creationId xmlns:a16="http://schemas.microsoft.com/office/drawing/2014/main" id="{D479BB4F-0BC4-4FDA-968D-6CCB4011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8">
            <a:extLst xmlns:a="http://schemas.openxmlformats.org/drawingml/2006/main">
              <a:ext uri="{FF2B5EF4-FFF2-40B4-BE49-F238E27FC236}">
                <a16:creationId xmlns:a16="http://schemas.microsoft.com/office/drawing/2014/main" id="{31113852-B1A2-46D2-AC04-D3A146D1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Brain on ChatGPT [15]</a:t>
            </a:r>
          </a:p>
        </p:txBody>
      </p:sp>
      <p:sp>
        <p:nvSpPr>
          <p:cNvPr id="3" name="c3-text-89">
            <a:extLst xmlns:a="http://schemas.openxmlformats.org/drawingml/2006/main">
              <a:ext uri="{FF2B5EF4-FFF2-40B4-BE49-F238E27FC236}">
                <a16:creationId xmlns:a16="http://schemas.microsoft.com/office/drawing/2014/main" id="{F4713C87-D99E-4FD7-9C47-5877400F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90">
            <a:extLst xmlns:a="http://schemas.openxmlformats.org/drawingml/2006/main">
              <a:ext uri="{FF2B5EF4-FFF2-40B4-BE49-F238E27FC236}">
                <a16:creationId xmlns:a16="http://schemas.microsoft.com/office/drawing/2014/main" id="{CCD4C1D3-7847-4859-8D2E-FB121504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3025"/>
            <a:ext cx="7924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MIT-led study: 54 participants wrote essays while EEG recorded brain activity.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712158cb14cb8"/>
          <a:stretch xmlns:a="http://schemas.openxmlformats.org/drawingml/2006/main"/>
        </p:blipFill>
        <p:spPr>
          <a:xfrm xmlns:a="http://schemas.openxmlformats.org/drawingml/2006/main">
            <a:off x="609600" y="1828800"/>
            <a:ext cx="514350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c3-text-91">
            <a:extLst xmlns:a="http://schemas.openxmlformats.org/drawingml/2006/main">
              <a:ext uri="{FF2B5EF4-FFF2-40B4-BE49-F238E27FC236}">
                <a16:creationId xmlns:a16="http://schemas.microsoft.com/office/drawing/2014/main" id="{69F93986-F7FC-4089-8267-56A3B250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9547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ChatGPT group</a:t>
            </a:r>
          </a:p>
        </p:txBody>
      </p:sp>
      <p:sp>
        <p:nvSpPr>
          <p:cNvPr id="7" name="c3-text-92">
            <a:extLst xmlns:a="http://schemas.openxmlformats.org/drawingml/2006/main">
              <a:ext uri="{FF2B5EF4-FFF2-40B4-BE49-F238E27FC236}">
                <a16:creationId xmlns:a16="http://schemas.microsoft.com/office/drawing/2014/main" id="{0A4A3DF0-5CD6-4FB6-B6B4-6E423131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24100"/>
            <a:ext cx="25336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Weaker EEG connectivity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than the other groups.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More difficulty quoting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their own text afterwards.</a:t>
            </a:r>
          </a:p>
        </p:txBody>
      </p:sp>
      <p:sp>
        <p:nvSpPr>
          <p:cNvPr id="8" name="c3-text-93">
            <a:hlinkClick xmlns:r="http://schemas.openxmlformats.org/officeDocument/2006/relationships" xmlns:a="http://schemas.openxmlformats.org/drawingml/2006/main" r:id="R8e9df26e4fec4b92"/>
            <a:extLst xmlns:a="http://schemas.openxmlformats.org/drawingml/2006/main">
              <a:ext uri="{FF2B5EF4-FFF2-40B4-BE49-F238E27FC236}">
                <a16:creationId xmlns:a16="http://schemas.microsoft.com/office/drawing/2014/main" id="{7885DE7E-F0A2-4893-828D-AA3D5E67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75" b="0" u="sng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Kosmyna et al. (2025), Fig. 1 · CC BY-NC-SA</a:t>
            </a:r>
          </a:p>
        </p:txBody>
      </p:sp>
      <p:sp>
        <p:nvSpPr>
          <p:cNvPr id="9" name="c3-text-94">
            <a:extLst xmlns:a="http://schemas.openxmlformats.org/drawingml/2006/main">
              <a:ext uri="{FF2B5EF4-FFF2-40B4-BE49-F238E27FC236}">
                <a16:creationId xmlns:a16="http://schemas.microsoft.com/office/drawing/2014/main" id="{BB1F71DB-2099-4EE9-9F67-471B9BF7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792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Essay-writing preprint: EEG connectivity is not a direct measure of learning.</a:t>
            </a:r>
          </a:p>
        </p:txBody>
      </p:sp>
      <p:sp>
        <p:nvSpPr>
          <p:cNvPr id="10" name="c3-text-229">
            <a:extLst xmlns:a="http://schemas.openxmlformats.org/drawingml/2006/main">
              <a:ext uri="{FF2B5EF4-FFF2-40B4-BE49-F238E27FC236}">
                <a16:creationId xmlns:a16="http://schemas.microsoft.com/office/drawing/2014/main" id="{BC51AE75-CEFA-4D1A-9BC3-63D4DC22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774479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3-text-95">
            <a:extLst xmlns:a="http://schemas.openxmlformats.org/drawingml/2006/main">
              <a:ext uri="{FF2B5EF4-FFF2-40B4-BE49-F238E27FC236}">
                <a16:creationId xmlns:a16="http://schemas.microsoft.com/office/drawing/2014/main" id="{7ADD70BA-4E2E-402D-90A4-2681FA18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6">
            <a:extLst xmlns:a="http://schemas.openxmlformats.org/drawingml/2006/main">
              <a:ext uri="{FF2B5EF4-FFF2-40B4-BE49-F238E27FC236}">
                <a16:creationId xmlns:a16="http://schemas.microsoft.com/office/drawing/2014/main" id="{9496DCD9-9AF8-4887-AAD7-3E3BFB2D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Speed and Learning</a:t>
            </a:r>
          </a:p>
        </p:txBody>
      </p:sp>
      <p:sp>
        <p:nvSpPr>
          <p:cNvPr id="3" name="c3-text-97">
            <a:extLst xmlns:a="http://schemas.openxmlformats.org/drawingml/2006/main">
              <a:ext uri="{FF2B5EF4-FFF2-40B4-BE49-F238E27FC236}">
                <a16:creationId xmlns:a16="http://schemas.microsoft.com/office/drawing/2014/main" id="{DA6E5656-8728-4268-84C8-150E2A98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98">
            <a:extLst xmlns:a="http://schemas.openxmlformats.org/drawingml/2006/main">
              <a:ext uri="{FF2B5EF4-FFF2-40B4-BE49-F238E27FC236}">
                <a16:creationId xmlns:a16="http://schemas.microsoft.com/office/drawing/2014/main" id="{A3EFAE4F-34A4-4A88-ADE4-24A4C19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How much of the search and thinking do we do ourselves?</a:t>
            </a:r>
          </a:p>
        </p:txBody>
      </p:sp>
      <p:sp>
        <p:nvSpPr>
          <p:cNvPr id="5" name="c3-text-99">
            <a:extLst xmlns:a="http://schemas.openxmlformats.org/drawingml/2006/main">
              <a:ext uri="{FF2B5EF4-FFF2-40B4-BE49-F238E27FC236}">
                <a16:creationId xmlns:a16="http://schemas.microsoft.com/office/drawing/2014/main" id="{DC072915-8235-485C-B8CC-60E634D1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Library</a:t>
            </a:r>
          </a:p>
        </p:txBody>
      </p:sp>
      <p:sp>
        <p:nvSpPr>
          <p:cNvPr id="6" name="c3-text-100">
            <a:extLst xmlns:a="http://schemas.openxmlformats.org/drawingml/2006/main">
              <a:ext uri="{FF2B5EF4-FFF2-40B4-BE49-F238E27FC236}">
                <a16:creationId xmlns:a16="http://schemas.microsoft.com/office/drawing/2014/main" id="{DADEC069-CB9A-4801-BFCC-04D221DA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Travel, meet a librarian,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find books, take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People, places and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unexpected discoveries.</a:t>
            </a:r>
          </a:p>
        </p:txBody>
      </p:sp>
      <p:sp>
        <p:nvSpPr>
          <p:cNvPr id="7" name="c3-text-101">
            <a:extLst xmlns:a="http://schemas.openxmlformats.org/drawingml/2006/main">
              <a:ext uri="{FF2B5EF4-FFF2-40B4-BE49-F238E27FC236}">
                <a16:creationId xmlns:a16="http://schemas.microsoft.com/office/drawing/2014/main" id="{DFAD2EAC-91CE-46F8-8B8C-DCF7EBAD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Web search</a:t>
            </a:r>
          </a:p>
        </p:txBody>
      </p:sp>
      <p:sp>
        <p:nvSpPr>
          <p:cNvPr id="8" name="c3-text-102">
            <a:extLst xmlns:a="http://schemas.openxmlformats.org/drawingml/2006/main">
              <a:ext uri="{FF2B5EF4-FFF2-40B4-BE49-F238E27FC236}">
                <a16:creationId xmlns:a16="http://schemas.microsoft.com/office/drawing/2014/main" id="{DA4ACE0B-540B-4893-9CE0-C819BE64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Search, click, compare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sources and summarise.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Less travelling.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Still selecting and writing.</a:t>
            </a:r>
          </a:p>
        </p:txBody>
      </p:sp>
      <p:sp>
        <p:nvSpPr>
          <p:cNvPr id="9" name="c3-text-103">
            <a:extLst xmlns:a="http://schemas.openxmlformats.org/drawingml/2006/main">
              <a:ext uri="{FF2B5EF4-FFF2-40B4-BE49-F238E27FC236}">
                <a16:creationId xmlns:a16="http://schemas.microsoft.com/office/drawing/2014/main" id="{8FAD4F9E-B789-488A-A973-9CAAB24B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An AI answer</a:t>
            </a:r>
          </a:p>
        </p:txBody>
      </p:sp>
      <p:sp>
        <p:nvSpPr>
          <p:cNvPr id="10" name="c3-text-104">
            <a:extLst xmlns:a="http://schemas.openxmlformats.org/drawingml/2006/main">
              <a:ext uri="{FF2B5EF4-FFF2-40B4-BE49-F238E27FC236}">
                <a16:creationId xmlns:a16="http://schemas.microsoft.com/office/drawing/2014/main" id="{60C13288-2EE2-40B5-A46C-C906DB74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synthesis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use it immediately.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Less practice if we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accept it unchanged.</a:t>
            </a:r>
          </a:p>
        </p:txBody>
      </p:sp>
      <p:sp>
        <p:nvSpPr>
          <p:cNvPr id="11" name="c3-text-105">
            <a:extLst xmlns:a="http://schemas.openxmlformats.org/drawingml/2006/main">
              <a:ext uri="{FF2B5EF4-FFF2-40B4-BE49-F238E27FC236}">
                <a16:creationId xmlns:a16="http://schemas.microsoft.com/office/drawing/2014/main" id="{FE514366-EA10-4E7F-B45B-F21DC18E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Faster answers can leave fewer opportunities to process and remember.</a:t>
            </a:r>
          </a:p>
        </p:txBody>
      </p:sp>
      <p:sp>
        <p:nvSpPr>
          <p:cNvPr id="12" name="c3-text-230">
            <a:extLst xmlns:a="http://schemas.openxmlformats.org/drawingml/2006/main">
              <a:ext uri="{FF2B5EF4-FFF2-40B4-BE49-F238E27FC236}">
                <a16:creationId xmlns:a16="http://schemas.microsoft.com/office/drawing/2014/main" id="{C79D436D-35EE-4069-BA14-B1C1759D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934395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3-text-106">
            <a:extLst xmlns:a="http://schemas.openxmlformats.org/drawingml/2006/main">
              <a:ext uri="{FF2B5EF4-FFF2-40B4-BE49-F238E27FC236}">
                <a16:creationId xmlns:a16="http://schemas.microsoft.com/office/drawing/2014/main" id="{44BF4659-12AC-440D-B82B-437BD7ED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7">
            <a:extLst xmlns:a="http://schemas.openxmlformats.org/drawingml/2006/main">
              <a:ext uri="{FF2B5EF4-FFF2-40B4-BE49-F238E27FC236}">
                <a16:creationId xmlns:a16="http://schemas.microsoft.com/office/drawing/2014/main" id="{D794745C-681D-4C5C-B97D-38F36BC4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Choosing What to Practise [16]</a:t>
            </a:r>
          </a:p>
        </p:txBody>
      </p:sp>
      <p:sp>
        <p:nvSpPr>
          <p:cNvPr id="3" name="c3-text-108">
            <a:extLst xmlns:a="http://schemas.openxmlformats.org/drawingml/2006/main">
              <a:ext uri="{FF2B5EF4-FFF2-40B4-BE49-F238E27FC236}">
                <a16:creationId xmlns:a16="http://schemas.microsoft.com/office/drawing/2014/main" id="{F06CDC10-4A97-482E-9AB9-6ECCF964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09">
            <a:extLst xmlns:a="http://schemas.openxmlformats.org/drawingml/2006/main">
              <a:ext uri="{FF2B5EF4-FFF2-40B4-BE49-F238E27FC236}">
                <a16:creationId xmlns:a16="http://schemas.microsoft.com/office/drawing/2014/main" id="{83B60C8A-9203-495C-B145-983AE938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What do I want to be able to do without AI?</a:t>
            </a:r>
          </a:p>
        </p:txBody>
      </p:sp>
      <p:sp>
        <p:nvSpPr>
          <p:cNvPr id="5" name="c3-text-110">
            <a:extLst xmlns:a="http://schemas.openxmlformats.org/drawingml/2006/main">
              <a:ext uri="{FF2B5EF4-FFF2-40B4-BE49-F238E27FC236}">
                <a16:creationId xmlns:a16="http://schemas.microsoft.com/office/drawing/2014/main" id="{5580D20E-C332-4B83-B59A-4A0ACCC1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 task to finish</a:t>
            </a:r>
          </a:p>
        </p:txBody>
      </p:sp>
      <p:sp>
        <p:nvSpPr>
          <p:cNvPr id="6" name="c3-text-111">
            <a:extLst xmlns:a="http://schemas.openxmlformats.org/drawingml/2006/main">
              <a:ext uri="{FF2B5EF4-FFF2-40B4-BE49-F238E27FC236}">
                <a16:creationId xmlns:a16="http://schemas.microsoft.com/office/drawing/2014/main" id="{66258BAB-F800-4A8D-93C7-160C31B6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486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Delegate routine steps.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 the result.</a:t>
            </a:r>
          </a:p>
        </p:txBody>
      </p:sp>
      <p:sp>
        <p:nvSpPr>
          <p:cNvPr id="7" name="c3-text-112">
            <a:extLst xmlns:a="http://schemas.openxmlformats.org/drawingml/2006/main">
              <a:ext uri="{FF2B5EF4-FFF2-40B4-BE49-F238E27FC236}">
                <a16:creationId xmlns:a16="http://schemas.microsoft.com/office/drawing/2014/main" id="{77B1FB9A-F66F-4683-917B-B6A23159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52675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 skill to keep</a:t>
            </a:r>
          </a:p>
        </p:txBody>
      </p:sp>
      <p:sp>
        <p:nvSpPr>
          <p:cNvPr id="8" name="c3-text-113">
            <a:extLst xmlns:a="http://schemas.openxmlformats.org/drawingml/2006/main">
              <a:ext uri="{FF2B5EF4-FFF2-40B4-BE49-F238E27FC236}">
                <a16:creationId xmlns:a16="http://schemas.microsoft.com/office/drawing/2014/main" id="{A596D1B2-9FB6-4CA0-93A9-9C0D909C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377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first. Ask for a hint.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Close the answer and explain it.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a similar problem later.</a:t>
            </a:r>
          </a:p>
        </p:txBody>
      </p:sp>
      <p:sp>
        <p:nvSpPr>
          <p:cNvPr id="9" name="c3-text-114">
            <a:extLst xmlns:a="http://schemas.openxmlformats.org/drawingml/2006/main">
              <a:ext uri="{FF2B5EF4-FFF2-40B4-BE49-F238E27FC236}">
                <a16:creationId xmlns:a16="http://schemas.microsoft.com/office/drawing/2014/main" id="{AA83A8F2-B908-41B4-B9CF-BAE97E1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AI can help create the practice: questions, hints and new examples.</a:t>
            </a:r>
          </a:p>
        </p:txBody>
      </p:sp>
      <p:sp>
        <p:nvSpPr>
          <p:cNvPr id="10" name="c3-text-231">
            <a:extLst xmlns:a="http://schemas.openxmlformats.org/drawingml/2006/main">
              <a:ext uri="{FF2B5EF4-FFF2-40B4-BE49-F238E27FC236}">
                <a16:creationId xmlns:a16="http://schemas.microsoft.com/office/drawing/2014/main" id="{CEAED745-1846-4BED-A760-ACB8E986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414930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15">
            <a:extLst xmlns:a="http://schemas.openxmlformats.org/drawingml/2006/main">
              <a:ext uri="{FF2B5EF4-FFF2-40B4-BE49-F238E27FC236}">
                <a16:creationId xmlns:a16="http://schemas.microsoft.com/office/drawing/2014/main" id="{8F94C2C8-D898-418D-AF36-9CEE6B47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16">
            <a:extLst xmlns:a="http://schemas.openxmlformats.org/drawingml/2006/main">
              <a:ext uri="{FF2B5EF4-FFF2-40B4-BE49-F238E27FC236}">
                <a16:creationId xmlns:a16="http://schemas.microsoft.com/office/drawing/2014/main" id="{02E70A0F-5705-4489-A542-A2FDB3EA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1: A Virtual Meteorologist</a:t>
            </a:r>
          </a:p>
        </p:txBody>
      </p:sp>
      <p:sp>
        <p:nvSpPr>
          <p:cNvPr id="3" name="c3-text-117">
            <a:extLst xmlns:a="http://schemas.openxmlformats.org/drawingml/2006/main">
              <a:ext uri="{FF2B5EF4-FFF2-40B4-BE49-F238E27FC236}">
                <a16:creationId xmlns:a16="http://schemas.microsoft.com/office/drawing/2014/main" id="{57E4A891-1E4D-4BFC-90D1-8DE04D81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18">
            <a:extLst xmlns:a="http://schemas.openxmlformats.org/drawingml/2006/main">
              <a:ext uri="{FF2B5EF4-FFF2-40B4-BE49-F238E27FC236}">
                <a16:creationId xmlns:a16="http://schemas.microsoft.com/office/drawing/2014/main" id="{C356B096-3414-48D1-8BAD-8C4C9837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 from the Chapter 02 langgraph_avatar_agent.py.</a:t>
            </a:r>
          </a:p>
        </p:txBody>
      </p:sp>
      <p:sp>
        <p:nvSpPr>
          <p:cNvPr id="5" name="c3-text-119">
            <a:extLst xmlns:a="http://schemas.openxmlformats.org/drawingml/2006/main">
              <a:ext uri="{FF2B5EF4-FFF2-40B4-BE49-F238E27FC236}">
                <a16:creationId xmlns:a16="http://schemas.microsoft.com/office/drawing/2014/main" id="{3314DB83-0A77-43ED-97C9-350BA38A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Codex to add current weather while keeping memory and animations.</a:t>
            </a:r>
          </a:p>
        </p:txBody>
      </p:sp>
      <p:sp>
        <p:nvSpPr>
          <p:cNvPr id="6" name="c3-text-120">
            <a:extLst xmlns:a="http://schemas.openxmlformats.org/drawingml/2006/main">
              <a:ext uri="{FF2B5EF4-FFF2-40B4-BE49-F238E27FC236}">
                <a16:creationId xmlns:a16="http://schemas.microsoft.com/office/drawing/2014/main" id="{A801615F-D4AF-4F18-AE7B-652BC4E0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First version: spoken replies and avatar behaviour. Leave the board unused.</a:t>
            </a:r>
          </a:p>
        </p:txBody>
      </p:sp>
      <p:sp>
        <p:nvSpPr>
          <p:cNvPr id="7" name="c3-text-232">
            <a:extLst xmlns:a="http://schemas.openxmlformats.org/drawingml/2006/main">
              <a:ext uri="{FF2B5EF4-FFF2-40B4-BE49-F238E27FC236}">
                <a16:creationId xmlns:a16="http://schemas.microsoft.com/office/drawing/2014/main" id="{ED829928-629E-402C-9D78-A29D3420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62616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121">
            <a:extLst xmlns:a="http://schemas.openxmlformats.org/drawingml/2006/main">
              <a:ext uri="{FF2B5EF4-FFF2-40B4-BE49-F238E27FC236}">
                <a16:creationId xmlns:a16="http://schemas.microsoft.com/office/drawing/2014/main" id="{CA7CCEC2-5C44-45D6-99C2-7E27AE46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2">
            <a:extLst xmlns:a="http://schemas.openxmlformats.org/drawingml/2006/main">
              <a:ext uri="{FF2B5EF4-FFF2-40B4-BE49-F238E27FC236}">
                <a16:creationId xmlns:a16="http://schemas.microsoft.com/office/drawing/2014/main" id="{2BD2DBE9-2C9B-4212-8408-76AB22CE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Prompt: Create the Weather Agent</a:t>
            </a:r>
          </a:p>
        </p:txBody>
      </p:sp>
      <p:sp>
        <p:nvSpPr>
          <p:cNvPr id="3" name="c3-text-123">
            <a:extLst xmlns:a="http://schemas.openxmlformats.org/drawingml/2006/main">
              <a:ext uri="{FF2B5EF4-FFF2-40B4-BE49-F238E27FC236}">
                <a16:creationId xmlns:a16="http://schemas.microsoft.com/office/drawing/2014/main" id="{71889CE2-B5A9-4D12-9B96-2BB57DA5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24">
            <a:extLst xmlns:a="http://schemas.openxmlformats.org/drawingml/2006/main">
              <a:ext uri="{FF2B5EF4-FFF2-40B4-BE49-F238E27FC236}">
                <a16:creationId xmlns:a16="http://schemas.microsoft.com/office/drawing/2014/main" id="{91A64C74-DACC-4DD8-A906-D454D981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weather_avatar_agent.py in the cognitive server: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agents/Module_2/Chapter_03 and the Chapter_02 base.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OpenWeather for current-weather questions.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Read the key from the YAML file I specify.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Keep memory, animations and Clear conversation.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Speech: spoken words only, no emoji or written actions.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chat and message prompt templates.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Return whiteboard=None. Keep the original agent unchanged.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Show how to select and test the new agent.</a:t>
            </a:r>
          </a:p>
        </p:txBody>
      </p:sp>
      <p:sp>
        <p:nvSpPr>
          <p:cNvPr id="5" name="c3-text-125">
            <a:extLst xmlns:a="http://schemas.openxmlformats.org/drawingml/2006/main">
              <a:ext uri="{FF2B5EF4-FFF2-40B4-BE49-F238E27FC236}">
                <a16:creationId xmlns:a16="http://schemas.microsoft.com/office/drawing/2014/main" id="{6C311C79-D1A5-4A67-96BA-F124716F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Codex to explain its plan, then review the diff and run the avatar.</a:t>
            </a:r>
          </a:p>
        </p:txBody>
      </p:sp>
      <p:sp>
        <p:nvSpPr>
          <p:cNvPr id="6" name="c3-text-233">
            <a:extLst xmlns:a="http://schemas.openxmlformats.org/drawingml/2006/main">
              <a:ext uri="{FF2B5EF4-FFF2-40B4-BE49-F238E27FC236}">
                <a16:creationId xmlns:a16="http://schemas.microsoft.com/office/drawing/2014/main" id="{B156EAD9-C983-4757-9056-DABB24DE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650215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26">
            <a:extLst xmlns:a="http://schemas.openxmlformats.org/drawingml/2006/main">
              <a:ext uri="{FF2B5EF4-FFF2-40B4-BE49-F238E27FC236}">
                <a16:creationId xmlns:a16="http://schemas.microsoft.com/office/drawing/2014/main" id="{3385723B-357A-4C4D-B13A-798D79CF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7">
            <a:extLst xmlns:a="http://schemas.openxmlformats.org/drawingml/2006/main">
              <a:ext uri="{FF2B5EF4-FFF2-40B4-BE49-F238E27FC236}">
                <a16:creationId xmlns:a16="http://schemas.microsoft.com/office/drawing/2014/main" id="{A4DA0335-8D1C-467B-A33B-13AF85A2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Test the First Weather Agent</a:t>
            </a:r>
          </a:p>
        </p:txBody>
      </p:sp>
      <p:sp>
        <p:nvSpPr>
          <p:cNvPr id="3" name="c3-text-128">
            <a:extLst xmlns:a="http://schemas.openxmlformats.org/drawingml/2006/main">
              <a:ext uri="{FF2B5EF4-FFF2-40B4-BE49-F238E27FC236}">
                <a16:creationId xmlns:a16="http://schemas.microsoft.com/office/drawing/2014/main" id="{87FB45C9-C81C-4E59-A213-6D83511C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29">
            <a:extLst xmlns:a="http://schemas.openxmlformats.org/drawingml/2006/main">
              <a:ext uri="{FF2B5EF4-FFF2-40B4-BE49-F238E27FC236}">
                <a16:creationId xmlns:a16="http://schemas.microsoft.com/office/drawing/2014/main" id="{1B932195-A181-49D5-A590-5396CA5C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Introduce yourself, then ask the avatar to recall your name.</a:t>
            </a:r>
          </a:p>
        </p:txBody>
      </p:sp>
      <p:sp>
        <p:nvSpPr>
          <p:cNvPr id="5" name="c3-text-130">
            <a:extLst xmlns:a="http://schemas.openxmlformats.org/drawingml/2006/main">
              <a:ext uri="{FF2B5EF4-FFF2-40B4-BE49-F238E27FC236}">
                <a16:creationId xmlns:a16="http://schemas.microsoft.com/office/drawing/2014/main" id="{32C1E344-9849-47AA-95AB-58B3E6A9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Rome, Italy. Follow with: What about Milan?</a:t>
            </a:r>
          </a:p>
        </p:txBody>
      </p:sp>
      <p:sp>
        <p:nvSpPr>
          <p:cNvPr id="6" name="c3-text-131">
            <a:extLst xmlns:a="http://schemas.openxmlformats.org/drawingml/2006/main">
              <a:ext uri="{FF2B5EF4-FFF2-40B4-BE49-F238E27FC236}">
                <a16:creationId xmlns:a16="http://schemas.microsoft.com/office/drawing/2014/main" id="{5C3FA9DB-5F9E-4861-88EB-B5BABEB5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happy greeting and check the animation. Clear and retry.</a:t>
            </a:r>
          </a:p>
        </p:txBody>
      </p:sp>
      <p:sp>
        <p:nvSpPr>
          <p:cNvPr id="7" name="c3-text-132">
            <a:extLst xmlns:a="http://schemas.openxmlformats.org/drawingml/2006/main">
              <a:ext uri="{FF2B5EF4-FFF2-40B4-BE49-F238E27FC236}">
                <a16:creationId xmlns:a16="http://schemas.microsoft.com/office/drawing/2014/main" id="{E2F90F50-1DAC-45FE-8DBA-81D0B1F1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Check an API failure. The first version does not update the board.</a:t>
            </a:r>
          </a:p>
        </p:txBody>
      </p:sp>
      <p:sp>
        <p:nvSpPr>
          <p:cNvPr id="8" name="c3-text-234">
            <a:extLst xmlns:a="http://schemas.openxmlformats.org/drawingml/2006/main">
              <a:ext uri="{FF2B5EF4-FFF2-40B4-BE49-F238E27FC236}">
                <a16:creationId xmlns:a16="http://schemas.microsoft.com/office/drawing/2014/main" id="{76908CC0-E13F-4552-8B54-EA83AAA4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769534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33">
            <a:extLst xmlns:a="http://schemas.openxmlformats.org/drawingml/2006/main">
              <a:ext uri="{FF2B5EF4-FFF2-40B4-BE49-F238E27FC236}">
                <a16:creationId xmlns:a16="http://schemas.microsoft.com/office/drawing/2014/main" id="{A98FE0AC-9E62-4B52-9FE7-25CA2F19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4">
            <a:extLst xmlns:a="http://schemas.openxmlformats.org/drawingml/2006/main">
              <a:ext uri="{FF2B5EF4-FFF2-40B4-BE49-F238E27FC236}">
                <a16:creationId xmlns:a16="http://schemas.microsoft.com/office/drawing/2014/main" id="{C2918AB6-8E6D-4E53-ACC0-BBE520B7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How Could We Use the Whiteboard?</a:t>
            </a:r>
          </a:p>
        </p:txBody>
      </p:sp>
      <p:sp>
        <p:nvSpPr>
          <p:cNvPr id="3" name="c3-text-135">
            <a:extLst xmlns:a="http://schemas.openxmlformats.org/drawingml/2006/main">
              <a:ext uri="{FF2B5EF4-FFF2-40B4-BE49-F238E27FC236}">
                <a16:creationId xmlns:a16="http://schemas.microsoft.com/office/drawing/2014/main" id="{142EF3F1-3971-4C67-97A1-1581448F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36">
            <a:extLst xmlns:a="http://schemas.openxmlformats.org/drawingml/2006/main">
              <a:ext uri="{FF2B5EF4-FFF2-40B4-BE49-F238E27FC236}">
                <a16:creationId xmlns:a16="http://schemas.microsoft.com/office/drawing/2014/main" id="{6CA11A8D-4DB9-4562-A329-DC6C39B4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weather presenter works. How could an image help?</a:t>
            </a:r>
          </a:p>
        </p:txBody>
      </p:sp>
      <p:sp>
        <p:nvSpPr>
          <p:cNvPr id="5" name="c3-text-137">
            <a:extLst xmlns:a="http://schemas.openxmlformats.org/drawingml/2006/main">
              <a:ext uri="{FF2B5EF4-FFF2-40B4-BE49-F238E27FC236}">
                <a16:creationId xmlns:a16="http://schemas.microsoft.com/office/drawing/2014/main" id="{54749111-8A57-4421-BA46-624AB4B8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Show an image that represents the weather requested.</a:t>
            </a:r>
          </a:p>
        </p:txBody>
      </p:sp>
      <p:sp>
        <p:nvSpPr>
          <p:cNvPr id="6" name="c3-text-138">
            <a:extLst xmlns:a="http://schemas.openxmlformats.org/drawingml/2006/main">
              <a:ext uri="{FF2B5EF4-FFF2-40B4-BE49-F238E27FC236}">
                <a16:creationId xmlns:a16="http://schemas.microsoft.com/office/drawing/2014/main" id="{EA91C9E7-59FE-42CB-99CB-9DEDF0B5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Write your own Codex prompt to extend the agent.</a:t>
            </a:r>
          </a:p>
        </p:txBody>
      </p:sp>
      <p:sp>
        <p:nvSpPr>
          <p:cNvPr id="7" name="c3-text-235">
            <a:extLst xmlns:a="http://schemas.openxmlformats.org/drawingml/2006/main">
              <a:ext uri="{FF2B5EF4-FFF2-40B4-BE49-F238E27FC236}">
                <a16:creationId xmlns:a16="http://schemas.microsoft.com/office/drawing/2014/main" id="{6E00D3C9-1A11-45E6-AC8A-175457C6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095776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39">
            <a:extLst xmlns:a="http://schemas.openxmlformats.org/drawingml/2006/main">
              <a:ext uri="{FF2B5EF4-FFF2-40B4-BE49-F238E27FC236}">
                <a16:creationId xmlns:a16="http://schemas.microsoft.com/office/drawing/2014/main" id="{659FC08A-6C1B-4D88-91BB-B61B2104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40">
            <a:extLst xmlns:a="http://schemas.openxmlformats.org/drawingml/2006/main">
              <a:ext uri="{FF2B5EF4-FFF2-40B4-BE49-F238E27FC236}">
                <a16:creationId xmlns:a16="http://schemas.microsoft.com/office/drawing/2014/main" id="{F6C1B3A6-0DD9-4C42-8FBA-C8D00A3F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Whiteboard Playground</a:t>
            </a:r>
          </a:p>
        </p:txBody>
      </p:sp>
      <p:sp>
        <p:nvSpPr>
          <p:cNvPr id="3" name="c3-text-141">
            <a:extLst xmlns:a="http://schemas.openxmlformats.org/drawingml/2006/main">
              <a:ext uri="{FF2B5EF4-FFF2-40B4-BE49-F238E27FC236}">
                <a16:creationId xmlns:a16="http://schemas.microsoft.com/office/drawing/2014/main" id="{5888553A-5B4F-4151-9973-03527E5E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42">
            <a:extLst xmlns:a="http://schemas.openxmlformats.org/drawingml/2006/main">
              <a:ext uri="{FF2B5EF4-FFF2-40B4-BE49-F238E27FC236}">
                <a16:creationId xmlns:a16="http://schemas.microsoft.com/office/drawing/2014/main" id="{0F989A84-A9F2-478C-AB1A-AE918754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Upload an image and apply it to the avatar scene.</a:t>
            </a:r>
          </a:p>
        </p:txBody>
      </p:sp>
      <p:sp>
        <p:nvSpPr>
          <p:cNvPr id="5" name="c3-text-143">
            <a:extLst xmlns:a="http://schemas.openxmlformats.org/drawingml/2006/main">
              <a:ext uri="{FF2B5EF4-FFF2-40B4-BE49-F238E27FC236}">
                <a16:creationId xmlns:a16="http://schemas.microsoft.com/office/drawing/2014/main" id="{92497731-71B3-48D4-B2CC-F8E9470B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it, keep it unchanged, then clear it.</a:t>
            </a:r>
          </a:p>
        </p:txBody>
      </p:sp>
      <p:sp>
        <p:nvSpPr>
          <p:cNvPr id="6" name="c3-text-144">
            <a:extLst xmlns:a="http://schemas.openxmlformats.org/drawingml/2006/main">
              <a:ext uri="{FF2B5EF4-FFF2-40B4-BE49-F238E27FC236}">
                <a16:creationId xmlns:a16="http://schemas.microsoft.com/office/drawing/2014/main" id="{90D50E06-ADA6-4DE9-954B-A1DC3D28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What would our weather agent need to automate?</a:t>
            </a:r>
          </a:p>
        </p:txBody>
      </p:sp>
      <p:sp>
        <p:nvSpPr>
          <p:cNvPr id="7" name="c3-text-236">
            <a:extLst xmlns:a="http://schemas.openxmlformats.org/drawingml/2006/main">
              <a:ext uri="{FF2B5EF4-FFF2-40B4-BE49-F238E27FC236}">
                <a16:creationId xmlns:a16="http://schemas.microsoft.com/office/drawing/2014/main" id="{CCE9C4F6-6420-42A1-90FF-0059F3F6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190589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45">
            <a:extLst xmlns:a="http://schemas.openxmlformats.org/drawingml/2006/main">
              <a:ext uri="{FF2B5EF4-FFF2-40B4-BE49-F238E27FC236}">
                <a16:creationId xmlns:a16="http://schemas.microsoft.com/office/drawing/2014/main" id="{8B01B1A7-29D3-4BB1-9950-0D5197B8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46">
            <a:extLst xmlns:a="http://schemas.openxmlformats.org/drawingml/2006/main">
              <a:ext uri="{FF2B5EF4-FFF2-40B4-BE49-F238E27FC236}">
                <a16:creationId xmlns:a16="http://schemas.microsoft.com/office/drawing/2014/main" id="{1B7E3194-7A5F-4C2E-A7D7-DCB55B42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2: Write Your Own Prompt</a:t>
            </a:r>
          </a:p>
        </p:txBody>
      </p:sp>
      <p:sp>
        <p:nvSpPr>
          <p:cNvPr id="3" name="c3-text-147">
            <a:extLst xmlns:a="http://schemas.openxmlformats.org/drawingml/2006/main">
              <a:ext uri="{FF2B5EF4-FFF2-40B4-BE49-F238E27FC236}">
                <a16:creationId xmlns:a16="http://schemas.microsoft.com/office/drawing/2014/main" id="{FCEB3D2F-272D-4145-92AD-F92A38D5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48">
            <a:extLst xmlns:a="http://schemas.openxmlformats.org/drawingml/2006/main">
              <a:ext uri="{FF2B5EF4-FFF2-40B4-BE49-F238E27FC236}">
                <a16:creationId xmlns:a16="http://schemas.microsoft.com/office/drawing/2014/main" id="{7A8ED80C-2C0B-4D03-ABFD-4176FA67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to show a weather image on the whiteboard.</a:t>
            </a:r>
          </a:p>
        </p:txBody>
      </p:sp>
      <p:sp>
        <p:nvSpPr>
          <p:cNvPr id="5" name="c3-text-149">
            <a:extLst xmlns:a="http://schemas.openxmlformats.org/drawingml/2006/main">
              <a:ext uri="{FF2B5EF4-FFF2-40B4-BE49-F238E27FC236}">
                <a16:creationId xmlns:a16="http://schemas.microsoft.com/office/drawing/2014/main" id="{0F6802D3-D19A-4C78-A912-AD6CDB55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Agent: virtual_human_project/vh_cognitive_architecture_server/</a:t>
            </a:r>
          </a:p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agents/Module_2/Chapter_03/weather_avatar_agent.py</a:t>
            </a:r>
          </a:p>
        </p:txBody>
      </p:sp>
      <p:sp>
        <p:nvSpPr>
          <p:cNvPr id="6" name="c3-text-150">
            <a:extLst xmlns:a="http://schemas.openxmlformats.org/drawingml/2006/main">
              <a:ext uri="{FF2B5EF4-FFF2-40B4-BE49-F238E27FC236}">
                <a16:creationId xmlns:a16="http://schemas.microsoft.com/office/drawing/2014/main" id="{10EFB4CA-AE43-4133-8576-D4BFB51F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API: virtual_human_project/vh_embodiment_server/README.md</a:t>
            </a:r>
          </a:p>
        </p:txBody>
      </p:sp>
      <p:sp>
        <p:nvSpPr>
          <p:cNvPr id="7" name="c3-text-151">
            <a:extLst xmlns:a="http://schemas.openxmlformats.org/drawingml/2006/main">
              <a:ext uri="{FF2B5EF4-FFF2-40B4-BE49-F238E27FC236}">
                <a16:creationId xmlns:a16="http://schemas.microsoft.com/office/drawing/2014/main" id="{3A6426A5-2647-497B-A5C2-88BB9F83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Explain what already works and include your YAML file path.</a:t>
            </a:r>
          </a:p>
        </p:txBody>
      </p:sp>
      <p:sp>
        <p:nvSpPr>
          <p:cNvPr id="8" name="c3-text-237">
            <a:extLst xmlns:a="http://schemas.openxmlformats.org/drawingml/2006/main">
              <a:ext uri="{FF2B5EF4-FFF2-40B4-BE49-F238E27FC236}">
                <a16:creationId xmlns:a16="http://schemas.microsoft.com/office/drawing/2014/main" id="{6A0B72CE-2960-4FE7-A6BF-F08F0B5A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597962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152">
            <a:extLst xmlns:a="http://schemas.openxmlformats.org/drawingml/2006/main">
              <a:ext uri="{FF2B5EF4-FFF2-40B4-BE49-F238E27FC236}">
                <a16:creationId xmlns:a16="http://schemas.microsoft.com/office/drawing/2014/main" id="{26C4B392-901F-479F-A40E-D044BCF5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3">
            <a:extLst xmlns:a="http://schemas.openxmlformats.org/drawingml/2006/main">
              <a:ext uri="{FF2B5EF4-FFF2-40B4-BE49-F238E27FC236}">
                <a16:creationId xmlns:a16="http://schemas.microsoft.com/office/drawing/2014/main" id="{10A32962-0743-449D-A33B-CBFD0815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154">
            <a:extLst xmlns:a="http://schemas.openxmlformats.org/drawingml/2006/main">
              <a:ext uri="{FF2B5EF4-FFF2-40B4-BE49-F238E27FC236}">
                <a16:creationId xmlns:a16="http://schemas.microsoft.com/office/drawing/2014/main" id="{6B8AAA21-9E9B-4AE7-B47D-759AA64C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55">
            <a:hlinkClick xmlns:r="http://schemas.openxmlformats.org/officeDocument/2006/relationships" xmlns:a="http://schemas.openxmlformats.org/drawingml/2006/main" r:id="R850027fc3c9a41c7"/>
            <a:extLst xmlns:a="http://schemas.openxmlformats.org/drawingml/2006/main">
              <a:ext uri="{FF2B5EF4-FFF2-40B4-BE49-F238E27FC236}">
                <a16:creationId xmlns:a16="http://schemas.microsoft.com/office/drawing/2014/main" id="{DC0F5F8D-5D3F-45B9-A606-74056B8E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156">
            <a:hlinkClick xmlns:r="http://schemas.openxmlformats.org/officeDocument/2006/relationships" xmlns:a="http://schemas.openxmlformats.org/drawingml/2006/main" r:id="R68cf03ec03114dd8"/>
            <a:extLst xmlns:a="http://schemas.openxmlformats.org/drawingml/2006/main">
              <a:ext uri="{FF2B5EF4-FFF2-40B4-BE49-F238E27FC236}">
                <a16:creationId xmlns:a16="http://schemas.microsoft.com/office/drawing/2014/main" id="{B8837048-5D33-48F6-883A-7410DB1B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deleting a thread</a:t>
            </a:r>
          </a:p>
        </p:txBody>
      </p:sp>
      <p:sp>
        <p:nvSpPr>
          <p:cNvPr id="6" name="c3-shape-157">
            <a:extLst xmlns:a="http://schemas.openxmlformats.org/drawingml/2006/main">
              <a:ext uri="{FF2B5EF4-FFF2-40B4-BE49-F238E27FC236}">
                <a16:creationId xmlns:a16="http://schemas.microsoft.com/office/drawing/2014/main" id="{3CB8CA8A-BC8D-488E-96A8-F6AD7ADE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158">
            <a:hlinkClick xmlns:r="http://schemas.openxmlformats.org/officeDocument/2006/relationships" xmlns:a="http://schemas.openxmlformats.org/drawingml/2006/main" r:id="R6405fdfddf5f4959"/>
            <a:extLst xmlns:a="http://schemas.openxmlformats.org/drawingml/2006/main">
              <a:ext uri="{FF2B5EF4-FFF2-40B4-BE49-F238E27FC236}">
                <a16:creationId xmlns:a16="http://schemas.microsoft.com/office/drawing/2014/main" id="{66D6CDF2-A495-44AF-AB30-F995C691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 structured output</a:t>
            </a:r>
          </a:p>
        </p:txBody>
      </p:sp>
      <p:sp>
        <p:nvSpPr>
          <p:cNvPr id="8" name="c3-text-159">
            <a:hlinkClick xmlns:r="http://schemas.openxmlformats.org/officeDocument/2006/relationships" xmlns:a="http://schemas.openxmlformats.org/drawingml/2006/main" r:id="Rfe7ef3a82d0a4539"/>
            <a:extLst xmlns:a="http://schemas.openxmlformats.org/drawingml/2006/main">
              <a:ext uri="{FF2B5EF4-FFF2-40B4-BE49-F238E27FC236}">
                <a16:creationId xmlns:a16="http://schemas.microsoft.com/office/drawing/2014/main" id="{03D34E14-C788-41CA-AC26-622BADF4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with_structured_output and its methods</a:t>
            </a:r>
          </a:p>
        </p:txBody>
      </p:sp>
      <p:sp>
        <p:nvSpPr>
          <p:cNvPr id="9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73560420-2FB4-4301-B3C3-03FEEC6A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161">
            <a:hlinkClick xmlns:r="http://schemas.openxmlformats.org/officeDocument/2006/relationships" xmlns:a="http://schemas.openxmlformats.org/drawingml/2006/main" r:id="R3014ce5767794308"/>
            <a:extLst xmlns:a="http://schemas.openxmlformats.org/drawingml/2006/main">
              <a:ext uri="{FF2B5EF4-FFF2-40B4-BE49-F238E27FC236}">
                <a16:creationId xmlns:a16="http://schemas.microsoft.com/office/drawing/2014/main" id="{1FFEE251-1801-481C-80EA-639E58DC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Chat prompt templates</a:t>
            </a:r>
          </a:p>
        </p:txBody>
      </p:sp>
      <p:sp>
        <p:nvSpPr>
          <p:cNvPr id="11" name="c3-text-162">
            <a:hlinkClick xmlns:r="http://schemas.openxmlformats.org/officeDocument/2006/relationships" xmlns:a="http://schemas.openxmlformats.org/drawingml/2006/main" r:id="R4a72e51240384602"/>
            <a:extLst xmlns:a="http://schemas.openxmlformats.org/drawingml/2006/main">
              <a:ext uri="{FF2B5EF4-FFF2-40B4-BE49-F238E27FC236}">
                <a16:creationId xmlns:a16="http://schemas.microsoft.com/office/drawing/2014/main" id="{3D006BDA-F2F1-48AE-9CD1-852B3F5D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templates and message placeholders</a:t>
            </a:r>
          </a:p>
        </p:txBody>
      </p:sp>
      <p:sp>
        <p:nvSpPr>
          <p:cNvPr id="12" name="c3-shape-163">
            <a:extLst xmlns:a="http://schemas.openxmlformats.org/drawingml/2006/main">
              <a:ext uri="{FF2B5EF4-FFF2-40B4-BE49-F238E27FC236}">
                <a16:creationId xmlns:a16="http://schemas.microsoft.com/office/drawing/2014/main" id="{8085B360-F15A-4AA3-B6B8-41559FD9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64">
            <a:hlinkClick xmlns:r="http://schemas.openxmlformats.org/officeDocument/2006/relationships" xmlns:a="http://schemas.openxmlformats.org/drawingml/2006/main" r:id="R93ff56985da94640"/>
            <a:extLst xmlns:a="http://schemas.openxmlformats.org/drawingml/2006/main">
              <a:ext uri="{FF2B5EF4-FFF2-40B4-BE49-F238E27FC236}">
                <a16:creationId xmlns:a16="http://schemas.microsoft.com/office/drawing/2014/main" id="{EF293428-D5EA-4D81-A899-C1F3B7B4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LangGraph tool loop</a:t>
            </a:r>
          </a:p>
        </p:txBody>
      </p:sp>
      <p:sp>
        <p:nvSpPr>
          <p:cNvPr id="14" name="c3-text-165">
            <a:hlinkClick xmlns:r="http://schemas.openxmlformats.org/officeDocument/2006/relationships" xmlns:a="http://schemas.openxmlformats.org/drawingml/2006/main" r:id="Raf36c5730b7d4d02"/>
            <a:extLst xmlns:a="http://schemas.openxmlformats.org/drawingml/2006/main">
              <a:ext uri="{FF2B5EF4-FFF2-40B4-BE49-F238E27FC236}">
                <a16:creationId xmlns:a16="http://schemas.microsoft.com/office/drawing/2014/main" id="{A847C354-011F-49A3-B15C-160C5CDE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decisions, tools and tool results</a:t>
            </a:r>
          </a:p>
        </p:txBody>
      </p:sp>
      <p:sp>
        <p:nvSpPr>
          <p:cNvPr id="15" name="c3-text-166">
            <a:hlinkClick xmlns:r="http://schemas.openxmlformats.org/officeDocument/2006/relationships" xmlns:a="http://schemas.openxmlformats.org/drawingml/2006/main" r:id="Rdd5fa881afae4564"/>
            <a:extLst xmlns:a="http://schemas.openxmlformats.org/drawingml/2006/main">
              <a:ext uri="{FF2B5EF4-FFF2-40B4-BE49-F238E27FC236}">
                <a16:creationId xmlns:a16="http://schemas.microsoft.com/office/drawing/2014/main" id="{104CACB1-CD5A-490D-939F-D7B2CD78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Codex in VS Code</a:t>
            </a:r>
          </a:p>
        </p:txBody>
      </p:sp>
      <p:sp>
        <p:nvSpPr>
          <p:cNvPr id="16" name="c3-text-167">
            <a:hlinkClick xmlns:r="http://schemas.openxmlformats.org/officeDocument/2006/relationships" xmlns:a="http://schemas.openxmlformats.org/drawingml/2006/main" r:id="R9b433c98897b4f92"/>
            <a:extLst xmlns:a="http://schemas.openxmlformats.org/drawingml/2006/main">
              <a:ext uri="{FF2B5EF4-FFF2-40B4-BE49-F238E27FC236}">
                <a16:creationId xmlns:a16="http://schemas.microsoft.com/office/drawing/2014/main" id="{7BCF4CAA-0CD1-4F0C-9C5D-AB9B9B2C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 installation and editor workflow</a:t>
            </a:r>
          </a:p>
        </p:txBody>
      </p:sp>
      <p:sp>
        <p:nvSpPr>
          <p:cNvPr id="17" name="c3-shape-168">
            <a:extLst xmlns:a="http://schemas.openxmlformats.org/drawingml/2006/main">
              <a:ext uri="{FF2B5EF4-FFF2-40B4-BE49-F238E27FC236}">
                <a16:creationId xmlns:a16="http://schemas.microsoft.com/office/drawing/2014/main" id="{8658C8E9-1D2F-4C43-9FC5-1DD5912B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169">
            <a:hlinkClick xmlns:r="http://schemas.openxmlformats.org/officeDocument/2006/relationships" xmlns:a="http://schemas.openxmlformats.org/drawingml/2006/main" r:id="R18fb11439f234b8a"/>
            <a:extLst xmlns:a="http://schemas.openxmlformats.org/drawingml/2006/main">
              <a:ext uri="{FF2B5EF4-FFF2-40B4-BE49-F238E27FC236}">
                <a16:creationId xmlns:a16="http://schemas.microsoft.com/office/drawing/2014/main" id="{E9821B93-9662-478A-A5BF-F75FF90D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Claude Code</a:t>
            </a:r>
          </a:p>
        </p:txBody>
      </p:sp>
      <p:sp>
        <p:nvSpPr>
          <p:cNvPr id="19" name="c3-text-170">
            <a:hlinkClick xmlns:r="http://schemas.openxmlformats.org/officeDocument/2006/relationships" xmlns:a="http://schemas.openxmlformats.org/drawingml/2006/main" r:id="R964a66712155418c"/>
            <a:extLst xmlns:a="http://schemas.openxmlformats.org/drawingml/2006/main">
              <a:ext uri="{FF2B5EF4-FFF2-40B4-BE49-F238E27FC236}">
                <a16:creationId xmlns:a16="http://schemas.microsoft.com/office/drawing/2014/main" id="{D083E40A-C072-409E-96E4-D7CA50ED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 overview</a:t>
            </a:r>
          </a:p>
        </p:txBody>
      </p:sp>
      <p:sp>
        <p:nvSpPr>
          <p:cNvPr id="20" name="c3-shape-171">
            <a:extLst xmlns:a="http://schemas.openxmlformats.org/drawingml/2006/main">
              <a:ext uri="{FF2B5EF4-FFF2-40B4-BE49-F238E27FC236}">
                <a16:creationId xmlns:a16="http://schemas.microsoft.com/office/drawing/2014/main" id="{812796D9-FED5-4F87-B864-BA052D77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172">
            <a:hlinkClick xmlns:r="http://schemas.openxmlformats.org/officeDocument/2006/relationships" xmlns:a="http://schemas.openxmlformats.org/drawingml/2006/main" r:id="Rc15ac74937bd49ec"/>
            <a:extLst xmlns:a="http://schemas.openxmlformats.org/drawingml/2006/main">
              <a:ext uri="{FF2B5EF4-FFF2-40B4-BE49-F238E27FC236}">
                <a16:creationId xmlns:a16="http://schemas.microsoft.com/office/drawing/2014/main" id="{0BCA27A6-C72F-4B87-BF2C-19669835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OpenWeather current weather</a:t>
            </a:r>
          </a:p>
        </p:txBody>
      </p:sp>
      <p:sp>
        <p:nvSpPr>
          <p:cNvPr id="22" name="c3-text-173">
            <a:hlinkClick xmlns:r="http://schemas.openxmlformats.org/officeDocument/2006/relationships" xmlns:a="http://schemas.openxmlformats.org/drawingml/2006/main" r:id="Rcfbb280d080b4296"/>
            <a:extLst xmlns:a="http://schemas.openxmlformats.org/drawingml/2006/main">
              <a:ext uri="{FF2B5EF4-FFF2-40B4-BE49-F238E27FC236}">
                <a16:creationId xmlns:a16="http://schemas.microsoft.com/office/drawing/2014/main" id="{26DD09B4-12C7-4A4D-B7A8-86652405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conditions and metric units</a:t>
            </a:r>
          </a:p>
        </p:txBody>
      </p:sp>
      <p:sp>
        <p:nvSpPr>
          <p:cNvPr id="23" name="c3-shape-174">
            <a:extLst xmlns:a="http://schemas.openxmlformats.org/drawingml/2006/main">
              <a:ext uri="{FF2B5EF4-FFF2-40B4-BE49-F238E27FC236}">
                <a16:creationId xmlns:a16="http://schemas.microsoft.com/office/drawing/2014/main" id="{F452DEBC-02A5-467F-B462-256B481D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175">
            <a:hlinkClick xmlns:r="http://schemas.openxmlformats.org/officeDocument/2006/relationships" xmlns:a="http://schemas.openxmlformats.org/drawingml/2006/main" r:id="R77cb3b21fc2f4217"/>
            <a:extLst xmlns:a="http://schemas.openxmlformats.org/drawingml/2006/main">
              <a:ext uri="{FF2B5EF4-FFF2-40B4-BE49-F238E27FC236}">
                <a16:creationId xmlns:a16="http://schemas.microsoft.com/office/drawing/2014/main" id="{7EE16A1C-D616-489F-9160-9A497284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OpenWeather geocoding</a:t>
            </a:r>
          </a:p>
        </p:txBody>
      </p:sp>
      <p:sp>
        <p:nvSpPr>
          <p:cNvPr id="25" name="c3-text-176">
            <a:hlinkClick xmlns:r="http://schemas.openxmlformats.org/officeDocument/2006/relationships" xmlns:a="http://schemas.openxmlformats.org/drawingml/2006/main" r:id="Ra5f27e828cdf43c3"/>
            <a:extLst xmlns:a="http://schemas.openxmlformats.org/drawingml/2006/main">
              <a:ext uri="{FF2B5EF4-FFF2-40B4-BE49-F238E27FC236}">
                <a16:creationId xmlns:a16="http://schemas.microsoft.com/office/drawing/2014/main" id="{AA41C070-C339-464A-8ED9-CEEC6101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City names to coordinates</a:t>
            </a:r>
          </a:p>
        </p:txBody>
      </p:sp>
      <p:sp>
        <p:nvSpPr>
          <p:cNvPr id="26" name="c3-text-238">
            <a:extLst xmlns:a="http://schemas.openxmlformats.org/drawingml/2006/main">
              <a:ext uri="{FF2B5EF4-FFF2-40B4-BE49-F238E27FC236}">
                <a16:creationId xmlns:a16="http://schemas.microsoft.com/office/drawing/2014/main" id="{16D12323-94AD-4000-A469-1D0A8548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0606313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177">
            <a:extLst xmlns:a="http://schemas.openxmlformats.org/drawingml/2006/main">
              <a:ext uri="{FF2B5EF4-FFF2-40B4-BE49-F238E27FC236}">
                <a16:creationId xmlns:a16="http://schemas.microsoft.com/office/drawing/2014/main" id="{DCBA1C4D-02E3-4066-85D9-790C3036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8">
            <a:extLst xmlns:a="http://schemas.openxmlformats.org/drawingml/2006/main">
              <a:ext uri="{FF2B5EF4-FFF2-40B4-BE49-F238E27FC236}">
                <a16:creationId xmlns:a16="http://schemas.microsoft.com/office/drawing/2014/main" id="{A1B8B067-79B8-4159-840A-5A7271BF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179">
            <a:extLst xmlns:a="http://schemas.openxmlformats.org/drawingml/2006/main">
              <a:ext uri="{FF2B5EF4-FFF2-40B4-BE49-F238E27FC236}">
                <a16:creationId xmlns:a16="http://schemas.microsoft.com/office/drawing/2014/main" id="{955AC0D5-D0F4-418C-A4D6-C3761112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80">
            <a:hlinkClick xmlns:r="http://schemas.openxmlformats.org/officeDocument/2006/relationships" xmlns:a="http://schemas.openxmlformats.org/drawingml/2006/main" r:id="Re84eb340c0f442d3"/>
            <a:extLst xmlns:a="http://schemas.openxmlformats.org/drawingml/2006/main">
              <a:ext uri="{FF2B5EF4-FFF2-40B4-BE49-F238E27FC236}">
                <a16:creationId xmlns:a16="http://schemas.microsoft.com/office/drawing/2014/main" id="{06424CC5-B572-4B46-84BC-646220DA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OpenWeather icons</a:t>
            </a:r>
          </a:p>
        </p:txBody>
      </p:sp>
      <p:sp>
        <p:nvSpPr>
          <p:cNvPr id="5" name="c3-text-181">
            <a:hlinkClick xmlns:r="http://schemas.openxmlformats.org/officeDocument/2006/relationships" xmlns:a="http://schemas.openxmlformats.org/drawingml/2006/main" r:id="Rd668d86f229b4894"/>
            <a:extLst xmlns:a="http://schemas.openxmlformats.org/drawingml/2006/main">
              <a:ext uri="{FF2B5EF4-FFF2-40B4-BE49-F238E27FC236}">
                <a16:creationId xmlns:a16="http://schemas.microsoft.com/office/drawing/2014/main" id="{D8186F20-5080-4B82-8649-E50EEEF3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codes and condition icons</a:t>
            </a:r>
          </a:p>
        </p:txBody>
      </p:sp>
      <p:sp>
        <p:nvSpPr>
          <p:cNvPr id="6" name="c3-shape-182">
            <a:extLst xmlns:a="http://schemas.openxmlformats.org/drawingml/2006/main">
              <a:ext uri="{FF2B5EF4-FFF2-40B4-BE49-F238E27FC236}">
                <a16:creationId xmlns:a16="http://schemas.microsoft.com/office/drawing/2014/main" id="{3BC4D885-5AA9-455C-B99B-C388F38B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183">
            <a:hlinkClick xmlns:r="http://schemas.openxmlformats.org/officeDocument/2006/relationships" xmlns:a="http://schemas.openxmlformats.org/drawingml/2006/main" r:id="R4acf3e16a57d4e77"/>
            <a:extLst xmlns:a="http://schemas.openxmlformats.org/drawingml/2006/main">
              <a:ext uri="{FF2B5EF4-FFF2-40B4-BE49-F238E27FC236}">
                <a16:creationId xmlns:a16="http://schemas.microsoft.com/office/drawing/2014/main" id="{ACD5E36F-53DB-44BB-B980-C94BE82E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OpenWeather account and keys</a:t>
            </a:r>
          </a:p>
        </p:txBody>
      </p:sp>
      <p:sp>
        <p:nvSpPr>
          <p:cNvPr id="8" name="c3-text-184">
            <a:hlinkClick xmlns:r="http://schemas.openxmlformats.org/officeDocument/2006/relationships" xmlns:a="http://schemas.openxmlformats.org/drawingml/2006/main" r:id="Rac0cda1b13a046c7"/>
            <a:extLst xmlns:a="http://schemas.openxmlformats.org/drawingml/2006/main">
              <a:ext uri="{FF2B5EF4-FFF2-40B4-BE49-F238E27FC236}">
                <a16:creationId xmlns:a16="http://schemas.microsoft.com/office/drawing/2014/main" id="{4482B597-321C-4346-AADA-4AFB317B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Registration, email verification and activation</a:t>
            </a:r>
          </a:p>
        </p:txBody>
      </p:sp>
      <p:sp>
        <p:nvSpPr>
          <p:cNvPr id="9" name="c3-shape-185">
            <a:extLst xmlns:a="http://schemas.openxmlformats.org/drawingml/2006/main">
              <a:ext uri="{FF2B5EF4-FFF2-40B4-BE49-F238E27FC236}">
                <a16:creationId xmlns:a16="http://schemas.microsoft.com/office/drawing/2014/main" id="{E2268BB7-6C6F-4893-8EDE-7503D158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186">
            <a:hlinkClick xmlns:r="http://schemas.openxmlformats.org/officeDocument/2006/relationships" xmlns:a="http://schemas.openxmlformats.org/drawingml/2006/main" r:id="R0c9f38a5ce2f493d"/>
            <a:extLst xmlns:a="http://schemas.openxmlformats.org/drawingml/2006/main">
              <a:ext uri="{FF2B5EF4-FFF2-40B4-BE49-F238E27FC236}">
                <a16:creationId xmlns:a16="http://schemas.microsoft.com/office/drawing/2014/main" id="{78FCAAAD-0661-48C1-BAD0-A3DA6210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[11] OpenWeather free access</a:t>
            </a:r>
          </a:p>
        </p:txBody>
      </p:sp>
      <p:sp>
        <p:nvSpPr>
          <p:cNvPr id="11" name="c3-text-187">
            <a:hlinkClick xmlns:r="http://schemas.openxmlformats.org/officeDocument/2006/relationships" xmlns:a="http://schemas.openxmlformats.org/drawingml/2006/main" r:id="Ra8ea129e7d8d4792"/>
            <a:extLst xmlns:a="http://schemas.openxmlformats.org/drawingml/2006/main">
              <a:ext uri="{FF2B5EF4-FFF2-40B4-BE49-F238E27FC236}">
                <a16:creationId xmlns:a16="http://schemas.microsoft.com/office/drawing/2014/main" id="{4B98E7F6-580B-4CD9-B2B6-2BB9F606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Weather and Geocoding availability</a:t>
            </a:r>
          </a:p>
        </p:txBody>
      </p:sp>
      <p:sp>
        <p:nvSpPr>
          <p:cNvPr id="12" name="c3-shape-188">
            <a:extLst xmlns:a="http://schemas.openxmlformats.org/drawingml/2006/main">
              <a:ext uri="{FF2B5EF4-FFF2-40B4-BE49-F238E27FC236}">
                <a16:creationId xmlns:a16="http://schemas.microsoft.com/office/drawing/2014/main" id="{6B13AD44-27EB-493A-8229-C0209D7D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89">
            <a:hlinkClick xmlns:r="http://schemas.openxmlformats.org/officeDocument/2006/relationships" xmlns:a="http://schemas.openxmlformats.org/drawingml/2006/main" r:id="R46e4b4190c7247b8"/>
            <a:extLst xmlns:a="http://schemas.openxmlformats.org/drawingml/2006/main">
              <a:ext uri="{FF2B5EF4-FFF2-40B4-BE49-F238E27FC236}">
                <a16:creationId xmlns:a16="http://schemas.microsoft.com/office/drawing/2014/main" id="{25C774EA-9AD8-434F-9920-B28D4A38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[12] Claude Code in VS Code</a:t>
            </a:r>
          </a:p>
        </p:txBody>
      </p:sp>
      <p:sp>
        <p:nvSpPr>
          <p:cNvPr id="14" name="c3-text-190">
            <a:hlinkClick xmlns:r="http://schemas.openxmlformats.org/officeDocument/2006/relationships" xmlns:a="http://schemas.openxmlformats.org/drawingml/2006/main" r:id="Rb95b9c4460174a23"/>
            <a:extLst xmlns:a="http://schemas.openxmlformats.org/drawingml/2006/main">
              <a:ext uri="{FF2B5EF4-FFF2-40B4-BE49-F238E27FC236}">
                <a16:creationId xmlns:a16="http://schemas.microsoft.com/office/drawing/2014/main" id="{DC11884F-9BBD-4F8E-847B-1E3A75E2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Extension, editor context and reviewing edits</a:t>
            </a:r>
          </a:p>
        </p:txBody>
      </p:sp>
      <p:sp>
        <p:nvSpPr>
          <p:cNvPr id="15" name="c3-text-191">
            <a:hlinkClick xmlns:r="http://schemas.openxmlformats.org/officeDocument/2006/relationships" xmlns:a="http://schemas.openxmlformats.org/drawingml/2006/main" r:id="R05d6553ac6ee4552"/>
            <a:extLst xmlns:a="http://schemas.openxmlformats.org/drawingml/2006/main">
              <a:ext uri="{FF2B5EF4-FFF2-40B4-BE49-F238E27FC236}">
                <a16:creationId xmlns:a16="http://schemas.microsoft.com/office/drawing/2014/main" id="{02913166-82E1-4720-92CC-9A33AD24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[13] Codex extension</a:t>
            </a:r>
          </a:p>
        </p:txBody>
      </p:sp>
      <p:sp>
        <p:nvSpPr>
          <p:cNvPr id="16" name="c3-text-192">
            <a:hlinkClick xmlns:r="http://schemas.openxmlformats.org/officeDocument/2006/relationships" xmlns:a="http://schemas.openxmlformats.org/drawingml/2006/main" r:id="R625bb64bdaeb47d8"/>
            <a:extLst xmlns:a="http://schemas.openxmlformats.org/drawingml/2006/main">
              <a:ext uri="{FF2B5EF4-FFF2-40B4-BE49-F238E27FC236}">
                <a16:creationId xmlns:a16="http://schemas.microsoft.com/office/drawing/2014/main" id="{2896E3F9-6243-47D2-9B42-95F12E93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OpenAI extension on Visual Studio Marketplace</a:t>
            </a:r>
          </a:p>
        </p:txBody>
      </p:sp>
      <p:sp>
        <p:nvSpPr>
          <p:cNvPr id="17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DAD1EA6C-7A4B-4303-908E-8474D08D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194">
            <a:hlinkClick xmlns:r="http://schemas.openxmlformats.org/officeDocument/2006/relationships" xmlns:a="http://schemas.openxmlformats.org/drawingml/2006/main" r:id="Rfc37af71b886440f"/>
            <a:extLst xmlns:a="http://schemas.openxmlformats.org/drawingml/2006/main">
              <a:ext uri="{FF2B5EF4-FFF2-40B4-BE49-F238E27FC236}">
                <a16:creationId xmlns:a16="http://schemas.microsoft.com/office/drawing/2014/main" id="{4E3307FD-E75F-4CD5-964D-1C3D5F95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[14] Claude Code extension</a:t>
            </a:r>
          </a:p>
        </p:txBody>
      </p:sp>
      <p:sp>
        <p:nvSpPr>
          <p:cNvPr id="19" name="c3-text-195">
            <a:hlinkClick xmlns:r="http://schemas.openxmlformats.org/officeDocument/2006/relationships" xmlns:a="http://schemas.openxmlformats.org/drawingml/2006/main" r:id="R0f4bb0be6e8a44bb"/>
            <a:extLst xmlns:a="http://schemas.openxmlformats.org/drawingml/2006/main">
              <a:ext uri="{FF2B5EF4-FFF2-40B4-BE49-F238E27FC236}">
                <a16:creationId xmlns:a16="http://schemas.microsoft.com/office/drawing/2014/main" id="{6D1C9867-ECF1-43B1-9A2A-468E0DB5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Anthropic extension on Visual Studio Marketplace</a:t>
            </a:r>
          </a:p>
        </p:txBody>
      </p:sp>
      <p:sp>
        <p:nvSpPr>
          <p:cNvPr id="20" name="c3-shape-196">
            <a:extLst xmlns:a="http://schemas.openxmlformats.org/drawingml/2006/main">
              <a:ext uri="{FF2B5EF4-FFF2-40B4-BE49-F238E27FC236}">
                <a16:creationId xmlns:a16="http://schemas.microsoft.com/office/drawing/2014/main" id="{5163D9DD-2E13-441C-B79B-1C0D2DAD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197">
            <a:hlinkClick xmlns:r="http://schemas.openxmlformats.org/officeDocument/2006/relationships" xmlns:a="http://schemas.openxmlformats.org/drawingml/2006/main" r:id="R61e1cecf786d4416"/>
            <a:extLst xmlns:a="http://schemas.openxmlformats.org/drawingml/2006/main">
              <a:ext uri="{FF2B5EF4-FFF2-40B4-BE49-F238E27FC236}">
                <a16:creationId xmlns:a16="http://schemas.microsoft.com/office/drawing/2014/main" id="{6BC01AB8-27C6-4AC0-A0D6-5FEA181B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[15] Kosmyna et al. (2025)</a:t>
            </a:r>
          </a:p>
        </p:txBody>
      </p:sp>
      <p:sp>
        <p:nvSpPr>
          <p:cNvPr id="22" name="c3-text-198">
            <a:hlinkClick xmlns:r="http://schemas.openxmlformats.org/officeDocument/2006/relationships" xmlns:a="http://schemas.openxmlformats.org/drawingml/2006/main" r:id="R7a3b8a0408144239"/>
            <a:extLst xmlns:a="http://schemas.openxmlformats.org/drawingml/2006/main">
              <a:ext uri="{FF2B5EF4-FFF2-40B4-BE49-F238E27FC236}">
                <a16:creationId xmlns:a16="http://schemas.microsoft.com/office/drawing/2014/main" id="{E3AEABE0-4B59-4CE7-9954-2C8FD303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Brain on ChatGPT: essay writing and EEG</a:t>
            </a:r>
          </a:p>
        </p:txBody>
      </p:sp>
      <p:sp>
        <p:nvSpPr>
          <p:cNvPr id="23" name="c3-shape-199">
            <a:extLst xmlns:a="http://schemas.openxmlformats.org/drawingml/2006/main">
              <a:ext uri="{FF2B5EF4-FFF2-40B4-BE49-F238E27FC236}">
                <a16:creationId xmlns:a16="http://schemas.microsoft.com/office/drawing/2014/main" id="{6611DE07-1B6E-49D8-9A31-1B55901A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200">
            <a:hlinkClick xmlns:r="http://schemas.openxmlformats.org/officeDocument/2006/relationships" xmlns:a="http://schemas.openxmlformats.org/drawingml/2006/main" r:id="Reb27b3b821dd40e4"/>
            <a:extLst xmlns:a="http://schemas.openxmlformats.org/drawingml/2006/main">
              <a:ext uri="{FF2B5EF4-FFF2-40B4-BE49-F238E27FC236}">
                <a16:creationId xmlns:a16="http://schemas.microsoft.com/office/drawing/2014/main" id="{3E2CCD08-8B47-47F3-9B64-5DC158B4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[16] Roediger &amp; Karpicke (2006)</a:t>
            </a:r>
          </a:p>
        </p:txBody>
      </p:sp>
      <p:sp>
        <p:nvSpPr>
          <p:cNvPr id="25" name="c3-text-201">
            <a:hlinkClick xmlns:r="http://schemas.openxmlformats.org/officeDocument/2006/relationships" xmlns:a="http://schemas.openxmlformats.org/drawingml/2006/main" r:id="Rf8981485e7fe47f9"/>
            <a:extLst xmlns:a="http://schemas.openxmlformats.org/drawingml/2006/main">
              <a:ext uri="{FF2B5EF4-FFF2-40B4-BE49-F238E27FC236}">
                <a16:creationId xmlns:a16="http://schemas.microsoft.com/office/drawing/2014/main" id="{8366646D-31AD-469E-A6AC-7D38C459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Retrieval practice and lasting recall</a:t>
            </a:r>
          </a:p>
        </p:txBody>
      </p:sp>
      <p:sp>
        <p:nvSpPr>
          <p:cNvPr id="26" name="c3-text-239">
            <a:extLst xmlns:a="http://schemas.openxmlformats.org/drawingml/2006/main">
              <a:ext uri="{FF2B5EF4-FFF2-40B4-BE49-F238E27FC236}">
                <a16:creationId xmlns:a16="http://schemas.microsoft.com/office/drawing/2014/main" id="{08DB39E7-8C4A-45F8-866B-0334C304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7926360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3-text-202">
            <a:extLst xmlns:a="http://schemas.openxmlformats.org/drawingml/2006/main">
              <a:ext uri="{FF2B5EF4-FFF2-40B4-BE49-F238E27FC236}">
                <a16:creationId xmlns:a16="http://schemas.microsoft.com/office/drawing/2014/main" id="{B0F5900A-B8C2-4285-BE83-C7D44393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3">
            <a:extLst xmlns:a="http://schemas.openxmlformats.org/drawingml/2006/main">
              <a:ext uri="{FF2B5EF4-FFF2-40B4-BE49-F238E27FC236}">
                <a16:creationId xmlns:a16="http://schemas.microsoft.com/office/drawing/2014/main" id="{0047A912-9FED-41CE-9A00-2193CCA4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Webinar and Mentorship</a:t>
            </a:r>
          </a:p>
        </p:txBody>
      </p:sp>
      <p:sp>
        <p:nvSpPr>
          <p:cNvPr id="3" name="c3-text-204">
            <a:extLst xmlns:a="http://schemas.openxmlformats.org/drawingml/2006/main">
              <a:ext uri="{FF2B5EF4-FFF2-40B4-BE49-F238E27FC236}">
                <a16:creationId xmlns:a16="http://schemas.microsoft.com/office/drawing/2014/main" id="{AC585AA5-6D9B-47D6-A144-29F47DDE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05">
            <a:extLst xmlns:a="http://schemas.openxmlformats.org/drawingml/2006/main">
              <a:ext uri="{FF2B5EF4-FFF2-40B4-BE49-F238E27FC236}">
                <a16:creationId xmlns:a16="http://schemas.microsoft.com/office/drawing/2014/main" id="{AB66B57F-1771-4E2B-BB9A-C1365F45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Developing your Browser Virtual Human</a:t>
            </a:r>
          </a:p>
        </p:txBody>
      </p:sp>
      <p:sp>
        <p:nvSpPr>
          <p:cNvPr id="5" name="c3-text-206">
            <a:extLst xmlns:a="http://schemas.openxmlformats.org/drawingml/2006/main">
              <a:ext uri="{FF2B5EF4-FFF2-40B4-BE49-F238E27FC236}">
                <a16:creationId xmlns:a16="http://schemas.microsoft.com/office/drawing/2014/main" id="{8B7A0BF8-33B1-4FA4-81E8-C5B1CE08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Online webinar</a:t>
            </a:r>
          </a:p>
        </p:txBody>
      </p:sp>
      <p:sp>
        <p:nvSpPr>
          <p:cNvPr id="6" name="c3-text-207">
            <a:extLst xmlns:a="http://schemas.openxmlformats.org/drawingml/2006/main">
              <a:ext uri="{FF2B5EF4-FFF2-40B4-BE49-F238E27FC236}">
                <a16:creationId xmlns:a16="http://schemas.microsoft.com/office/drawing/2014/main" id="{0208AC83-9184-4921-9357-AE64F146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Tuesday 3 November 2026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17:00–18:00</a:t>
            </a:r>
          </a:p>
        </p:txBody>
      </p:sp>
      <p:sp>
        <p:nvSpPr>
          <p:cNvPr id="7" name="c3-text-208">
            <a:extLst xmlns:a="http://schemas.openxmlformats.org/drawingml/2006/main">
              <a:ext uri="{FF2B5EF4-FFF2-40B4-BE49-F238E27FC236}">
                <a16:creationId xmlns:a16="http://schemas.microsoft.com/office/drawing/2014/main" id="{F1807FA7-7E4D-485A-8FF9-89271E0C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Mentorship</a:t>
            </a:r>
          </a:p>
        </p:txBody>
      </p:sp>
      <p:sp>
        <p:nvSpPr>
          <p:cNvPr id="8" name="c3-text-209">
            <a:extLst xmlns:a="http://schemas.openxmlformats.org/drawingml/2006/main">
              <a:ext uri="{FF2B5EF4-FFF2-40B4-BE49-F238E27FC236}">
                <a16:creationId xmlns:a16="http://schemas.microsoft.com/office/drawing/2014/main" id="{7C20C91D-CB25-42BD-9097-F8380746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Wednesday 11 November 2026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From 14:30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66b2039f34079"/>
          <a:stretch xmlns:a="http://schemas.openxmlformats.org/drawingml/2006/main"/>
        </p:blipFill>
        <p:spPr>
          <a:xfrm xmlns:a="http://schemas.openxmlformats.org/drawingml/2006/main">
            <a:off x="6248400" y="2009775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10" name="c3-text-210">
            <a:hlinkClick xmlns:r="http://schemas.openxmlformats.org/officeDocument/2006/relationships" xmlns:a="http://schemas.openxmlformats.org/drawingml/2006/main" r:id="Ra28869cffd0a45f5"/>
            <a:extLst xmlns:a="http://schemas.openxmlformats.org/drawingml/2006/main">
              <a:ext uri="{FF2B5EF4-FFF2-40B4-BE49-F238E27FC236}">
                <a16:creationId xmlns:a16="http://schemas.microsoft.com/office/drawing/2014/main" id="{E7B8DD70-73F4-4C98-A379-BC41FE20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Register: tiny.cc/AVENUE_VH_Webinar2</a:t>
            </a:r>
          </a:p>
        </p:txBody>
      </p:sp>
      <p:sp>
        <p:nvSpPr>
          <p:cNvPr id="11" name="c3-text-211">
            <a:extLst xmlns:a="http://schemas.openxmlformats.org/drawingml/2006/main">
              <a:ext uri="{FF2B5EF4-FFF2-40B4-BE49-F238E27FC236}">
                <a16:creationId xmlns:a16="http://schemas.microsoft.com/office/drawing/2014/main" id="{8A66DF38-F106-4065-8373-3F7896EA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792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Join the webinar and mentorship to receive a higher-level certificate.</a:t>
            </a:r>
          </a:p>
        </p:txBody>
      </p:sp>
      <p:sp>
        <p:nvSpPr>
          <p:cNvPr id="12" name="c3-text-240">
            <a:extLst xmlns:a="http://schemas.openxmlformats.org/drawingml/2006/main">
              <a:ext uri="{FF2B5EF4-FFF2-40B4-BE49-F238E27FC236}">
                <a16:creationId xmlns:a16="http://schemas.microsoft.com/office/drawing/2014/main" id="{2C5CCB51-8D3F-458B-9A41-4D9CD26A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7764010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12">
            <a:extLst xmlns:a="http://schemas.openxmlformats.org/drawingml/2006/main">
              <a:ext uri="{FF2B5EF4-FFF2-40B4-BE49-F238E27FC236}">
                <a16:creationId xmlns:a16="http://schemas.microsoft.com/office/drawing/2014/main" id="{2D28C8DD-7A5A-4DD3-BB3B-7A3ED35A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3">
            <a:extLst xmlns:a="http://schemas.openxmlformats.org/drawingml/2006/main">
              <a:ext uri="{FF2B5EF4-FFF2-40B4-BE49-F238E27FC236}">
                <a16:creationId xmlns:a16="http://schemas.microsoft.com/office/drawing/2014/main" id="{11292303-972C-402F-9B17-725AF9F1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Course Feedback</a:t>
            </a:r>
          </a:p>
        </p:txBody>
      </p:sp>
      <p:sp>
        <p:nvSpPr>
          <p:cNvPr id="3" name="c3-text-214">
            <a:extLst xmlns:a="http://schemas.openxmlformats.org/drawingml/2006/main">
              <a:ext uri="{FF2B5EF4-FFF2-40B4-BE49-F238E27FC236}">
                <a16:creationId xmlns:a16="http://schemas.microsoft.com/office/drawing/2014/main" id="{B2CF7125-920E-48BA-8250-E2D41927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15">
            <a:extLst xmlns:a="http://schemas.openxmlformats.org/drawingml/2006/main">
              <a:ext uri="{FF2B5EF4-FFF2-40B4-BE49-F238E27FC236}">
                <a16:creationId xmlns:a16="http://schemas.microsoft.com/office/drawing/2014/main" id="{98EEC36E-B393-410D-B7E7-12822F93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504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AI powered Virtual Humans Part 2:</a:t>
            </a:r>
          </a:p>
          <a:p xmlns:a="http://schemas.openxmlformats.org/drawingml/2006/main">
            <a:pPr>
              <a:defRPr sz="21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LLM-based Cognitive Architectures</a:t>
            </a:r>
          </a:p>
        </p:txBody>
      </p:sp>
      <p:sp>
        <p:nvSpPr>
          <p:cNvPr id="5" name="c3-text-216">
            <a:extLst xmlns:a="http://schemas.openxmlformats.org/drawingml/2006/main">
              <a:ext uri="{FF2B5EF4-FFF2-40B4-BE49-F238E27FC236}">
                <a16:creationId xmlns:a16="http://schemas.microsoft.com/office/drawing/2014/main" id="{219122A0-97A6-46CD-981A-ADA7BB00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Please select this course</a:t>
            </a:r>
          </a:p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the questionnaire.</a:t>
            </a:r>
          </a:p>
        </p:txBody>
      </p:sp>
      <p:sp>
        <p:nvSpPr>
          <p:cNvPr id="6" name="c3-shape-217">
            <a:extLst xmlns:a="http://schemas.openxmlformats.org/drawingml/2006/main">
              <a:ext uri="{FF2B5EF4-FFF2-40B4-BE49-F238E27FC236}">
                <a16:creationId xmlns:a16="http://schemas.microsoft.com/office/drawing/2014/main" id="{DB415367-6CBB-46CA-8748-073B2FB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14500"/>
            <a:ext cx="25908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26386062240ac"/>
          <a:stretch xmlns:a="http://schemas.openxmlformats.org/drawingml/2006/main"/>
        </p:blipFill>
        <p:spPr>
          <a:xfrm xmlns:a="http://schemas.openxmlformats.org/drawingml/2006/main">
            <a:off x="6111949" y="1866900"/>
            <a:ext cx="2254102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c3-text-218">
            <a:hlinkClick xmlns:r="http://schemas.openxmlformats.org/officeDocument/2006/relationships" xmlns:a="http://schemas.openxmlformats.org/drawingml/2006/main" r:id="Redc051dc5e0142ff"/>
            <a:extLst xmlns:a="http://schemas.openxmlformats.org/drawingml/2006/main">
              <a:ext uri="{FF2B5EF4-FFF2-40B4-BE49-F238E27FC236}">
                <a16:creationId xmlns:a16="http://schemas.microsoft.com/office/drawing/2014/main" id="{E7409BF8-5BF8-41FE-B6F1-30AD9877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the feedback questionnaire</a:t>
            </a:r>
          </a:p>
        </p:txBody>
      </p:sp>
      <p:sp>
        <p:nvSpPr>
          <p:cNvPr id="9" name="c3-text-241">
            <a:extLst xmlns:a="http://schemas.openxmlformats.org/drawingml/2006/main">
              <a:ext uri="{FF2B5EF4-FFF2-40B4-BE49-F238E27FC236}">
                <a16:creationId xmlns:a16="http://schemas.microsoft.com/office/drawing/2014/main" id="{9E84AE9C-9642-4549-A0D1-D2CC478C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85936447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2026-10-30T14:04:47.3590000Z</dcterms:created>
  <dcterms:modified xsi:type="dcterms:W3CDTF">2026-10-30T14:04:47.3590000Z</dcterms:modified>
</coreProperties>
</file>