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99c01a48e542ca" /><Relationship Type="http://schemas.openxmlformats.org/officeDocument/2006/relationships/extended-properties" Target="/docProps/app.xml" Id="Rdea00a61f48047f2" /><Relationship Type="http://schemas.openxmlformats.org/officeDocument/2006/relationships/officeDocument" Target="/ppt/presentation.xml" Id="R6869674fe8184ce7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59b5eb51749348c9"/>
  </ns0:sldMasterIdLst>
  <ns0:sldIdLst>
    <ns0:sldId id="256" ns1:id="R7e933aacd58a4758"/>
    <ns0:sldId id="257" ns1:id="Rea84325ae8f04dda"/>
    <ns0:sldId id="258" ns1:id="Rf8c5adc76ff242fc"/>
    <ns0:sldId id="259" ns1:id="R5488195ccd8349b3"/>
    <ns0:sldId id="260" ns1:id="Re44c475ba21d48b6"/>
    <ns0:sldId id="261" ns1:id="R12f09402894f4485"/>
    <ns0:sldId id="262" ns1:id="R5b0ae479fb09494c"/>
    <ns0:sldId id="263" ns1:id="R2905c5551c62422f"/>
    <ns0:sldId id="264" ns1:id="R94979c6ddc9c479f"/>
    <ns0:sldId id="265" ns1:id="R23eed6b1d84a458a"/>
    <ns0:sldId id="266" ns1:id="Rc3c038d29a634d2a"/>
    <ns0:sldId id="267" ns1:id="Rf8ea4e66e76640e9"/>
    <ns0:sldId id="268" ns1:id="Rdeb10686a11e4cc4"/>
    <ns0:sldId id="269" ns1:id="R3ffdf68f9d484dcc"/>
    <ns0:sldId id="270" ns1:id="R641403305efd4535"/>
    <ns0:sldId id="271" ns1:id="R70fb631f32934cc7"/>
    <ns0:sldId id="272" ns1:id="R68bbf0b9db764f86"/>
    <ns0:sldId id="273" ns1:id="R9c4b461ff9b14ad3"/>
    <ns0:sldId id="274" ns1:id="R98732f42fad240d8"/>
    <ns0:sldId id="275" ns1:id="Rf0883e5c539942c6"/>
    <ns0:sldId id="276" ns1:id="Raecb916e23f748c6"/>
    <ns0:sldId id="277" ns1:id="Reecfc77d3f034d50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36d1f98e641a44da" /><ns0:Relationship Type="http://schemas.openxmlformats.org/officeDocument/2006/relationships/slideMaster" Target="/ppt/slideMasters/slideMaster1.xml" Id="R59b5eb51749348c9" /><ns0:Relationship Type="http://schemas.openxmlformats.org/officeDocument/2006/relationships/presProps" Target="/ppt/presProps.xml" Id="R8c247024b1934a8b" /><ns0:Relationship Type="http://schemas.openxmlformats.org/officeDocument/2006/relationships/viewProps" Target="/ppt/viewProps.xml" Id="Rcce7d6ce41f84574" /><ns0:Relationship Type="http://schemas.openxmlformats.org/officeDocument/2006/relationships/tableStyles" Target="/ppt/tableStyles.xml" Id="Re941ba50647249cf" /><ns0:Relationship Type="http://schemas.openxmlformats.org/officeDocument/2006/relationships/slide" Target="/ppt/slides/slide1.xml" Id="R7e933aacd58a4758" /><ns0:Relationship Type="http://schemas.openxmlformats.org/officeDocument/2006/relationships/slide" Target="/ppt/slides/slide2.xml" Id="Rea84325ae8f04dda" /><ns0:Relationship Type="http://schemas.openxmlformats.org/officeDocument/2006/relationships/slide" Target="/ppt/slides/slide3.xml" Id="Rf8c5adc76ff242fc" /><ns0:Relationship Type="http://schemas.openxmlformats.org/officeDocument/2006/relationships/slide" Target="/ppt/slides/slide4.xml" Id="R5488195ccd8349b3" /><ns0:Relationship Type="http://schemas.openxmlformats.org/officeDocument/2006/relationships/slide" Target="/ppt/slides/slide5.xml" Id="Re44c475ba21d48b6" /><ns0:Relationship Type="http://schemas.openxmlformats.org/officeDocument/2006/relationships/slide" Target="/ppt/slides/slide6.xml" Id="R12f09402894f4485" /><ns0:Relationship Type="http://schemas.openxmlformats.org/officeDocument/2006/relationships/slide" Target="/ppt/slides/slide7.xml" Id="R5b0ae479fb09494c" /><ns0:Relationship Type="http://schemas.openxmlformats.org/officeDocument/2006/relationships/slide" Target="/ppt/slides/slide8.xml" Id="R2905c5551c62422f" /><ns0:Relationship Type="http://schemas.openxmlformats.org/officeDocument/2006/relationships/slide" Target="/ppt/slides/slide9.xml" Id="R94979c6ddc9c479f" /><ns0:Relationship Type="http://schemas.openxmlformats.org/officeDocument/2006/relationships/slide" Target="/ppt/slides/slide10.xml" Id="R23eed6b1d84a458a" /><ns0:Relationship Type="http://schemas.openxmlformats.org/officeDocument/2006/relationships/slide" Target="/ppt/slides/slide11.xml" Id="Rc3c038d29a634d2a" /><ns0:Relationship Type="http://schemas.openxmlformats.org/officeDocument/2006/relationships/slide" Target="/ppt/slides/slide12.xml" Id="Rf8ea4e66e76640e9" /><ns0:Relationship Type="http://schemas.openxmlformats.org/officeDocument/2006/relationships/slide" Target="/ppt/slides/slide13.xml" Id="Rdeb10686a11e4cc4" /><ns0:Relationship Type="http://schemas.openxmlformats.org/officeDocument/2006/relationships/slide" Target="/ppt/slides/slide14.xml" Id="R3ffdf68f9d484dcc" /><ns0:Relationship Type="http://schemas.openxmlformats.org/officeDocument/2006/relationships/slide" Target="/ppt/slides/slide15.xml" Id="R641403305efd4535" /><ns0:Relationship Type="http://schemas.openxmlformats.org/officeDocument/2006/relationships/slide" Target="/ppt/slides/slide16.xml" Id="R70fb631f32934cc7" /><ns0:Relationship Type="http://schemas.openxmlformats.org/officeDocument/2006/relationships/slide" Target="/ppt/slides/slide17.xml" Id="R68bbf0b9db764f86" /><ns0:Relationship Type="http://schemas.openxmlformats.org/officeDocument/2006/relationships/slide" Target="/ppt/slides/slide18.xml" Id="R9c4b461ff9b14ad3" /><ns0:Relationship Type="http://schemas.openxmlformats.org/officeDocument/2006/relationships/slide" Target="/ppt/slides/slide19.xml" Id="R98732f42fad240d8" /><ns0:Relationship Type="http://schemas.openxmlformats.org/officeDocument/2006/relationships/slide" Target="/ppt/slides/slide20.xml" Id="Rf0883e5c539942c6" /><ns0:Relationship Type="http://schemas.openxmlformats.org/officeDocument/2006/relationships/slide" Target="/ppt/slides/slide21.xml" Id="Raecb916e23f748c6" /><ns0:Relationship Type="http://schemas.openxmlformats.org/officeDocument/2006/relationships/slide" Target="/ppt/slides/slide22.xml" Id="Reecfc77d3f034d50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543666177c4d5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d46ce17f8846a8" /><Relationship Type="http://schemas.openxmlformats.org/officeDocument/2006/relationships/image" Target="/ppt/media/image.jpeg" Id="R9973936a1a56410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87c355f8bc4bf9" /><Relationship Type="http://schemas.openxmlformats.org/officeDocument/2006/relationships/image" Target="/ppt/media/image.png" Id="R1766f3672c7d4f6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846d4004a24b0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1daa94d77d404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3e4f561efe41e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04e68c42d54e7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c181b98d59449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3936a1a56410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624C35B-3CD5-4DC5-96BD-CB30716E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4FAB8AF-DD8A-437D-8C5B-76284C2A77A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66f3672c7d4f6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2F928662-35E2-4D89-A384-A7548675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892552F-92FD-46E6-84AB-092F010EB98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F5E26C-C74D-4EE3-BD8E-56DB87DA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C06B7DF-04F1-4A5D-8E41-21FC17BF11E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C11A565-2F21-4F82-B23F-FD78DD3E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19DBB1C-28FB-475C-BA22-3392C7F3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8D06177-923A-445C-BA7F-C440334C008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4CC413-CAEE-409C-B9BE-897C7E7C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218D8A1-3986-448D-82F6-639109C9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C2663EB-C223-4E36-ADA1-A1F09C0EFAD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D71EE51-9397-44EB-BC3B-2CCA41BA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671CAD9-4225-4AD9-9D53-F1212514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10221F7-14EA-4FF6-AD99-E10569084B9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DA5199A-4186-4675-A47D-5DE49F9A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7D1A766-0C82-4912-8876-28CE33B4FAC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3e8dcecb714373" /><Relationship Type="http://schemas.openxmlformats.org/officeDocument/2006/relationships/slideLayout" Target="/ppt/slideLayouts/slideLayout1.xml" Id="R933cccd27cb74f6b" /><Relationship Type="http://schemas.openxmlformats.org/officeDocument/2006/relationships/slideLayout" Target="/ppt/slideLayouts/slideLayout2.xml" Id="R0f9b017ea7b541c6" /><Relationship Type="http://schemas.openxmlformats.org/officeDocument/2006/relationships/slideLayout" Target="/ppt/slideLayouts/slideLayout3.xml" Id="R9b2fb3e4e75941ce" /><Relationship Type="http://schemas.openxmlformats.org/officeDocument/2006/relationships/slideLayout" Target="/ppt/slideLayouts/slideLayout4.xml" Id="R75c4eda5885d4e8e" /><Relationship Type="http://schemas.openxmlformats.org/officeDocument/2006/relationships/slideLayout" Target="/ppt/slideLayouts/slideLayout5.xml" Id="Re26e20f4887048db" /><Relationship Type="http://schemas.openxmlformats.org/officeDocument/2006/relationships/slideLayout" Target="/ppt/slideLayouts/slideLayout6.xml" Id="Re6aefdb93c79463b" /><Relationship Type="http://schemas.openxmlformats.org/officeDocument/2006/relationships/slideLayout" Target="/ppt/slideLayouts/slideLayout7.xml" Id="Ra9c493696fac48f6" /><Relationship Type="http://schemas.openxmlformats.org/officeDocument/2006/relationships/slideLayout" Target="/ppt/slideLayouts/slideLayout8.xml" Id="R40a9c559ce9b437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A3BB782-5515-44CE-9997-A6A4DD78766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3cccd27cb74f6b"/>
    <p:sldLayoutId xmlns:r="http://schemas.openxmlformats.org/officeDocument/2006/relationships" id="2147483650" r:id="R0f9b017ea7b541c6"/>
    <p:sldLayoutId xmlns:r="http://schemas.openxmlformats.org/officeDocument/2006/relationships" id="2147483651" r:id="R9b2fb3e4e75941ce"/>
    <p:sldLayoutId xmlns:r="http://schemas.openxmlformats.org/officeDocument/2006/relationships" id="2147483652" r:id="R75c4eda5885d4e8e"/>
    <p:sldLayoutId xmlns:r="http://schemas.openxmlformats.org/officeDocument/2006/relationships" id="2147483653" r:id="Re26e20f4887048db"/>
    <p:sldLayoutId xmlns:r="http://schemas.openxmlformats.org/officeDocument/2006/relationships" id="2147483654" r:id="Re6aefdb93c79463b"/>
    <p:sldLayoutId xmlns:r="http://schemas.openxmlformats.org/officeDocument/2006/relationships" id="2147483655" r:id="Ra9c493696fac48f6"/>
    <p:sldLayoutId xmlns:r="http://schemas.openxmlformats.org/officeDocument/2006/relationships" id="2147483656" r:id="R40a9c559ce9b437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1617af004e044041" /><ns0:Relationship Type="http://schemas.openxmlformats.org/officeDocument/2006/relationships/image" Target="/ppt/media/image2.png" Id="R4fbc01eed52d4806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87c754885f414b38" /><ns0:Relationship Type="http://schemas.openxmlformats.org/officeDocument/2006/relationships/image" Target="/ppt/media/image3.png" Id="R47c970a5f6024836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8a68608bc9b445c3" /><ns0:Relationship Type="http://schemas.openxmlformats.org/officeDocument/2006/relationships/hyperlink" Target="https://github.com/alessandropec/virtual-humans-cognitive-architectures" TargetMode="External" Id="R6e49c0342a044fc1" /><ns0:Relationship Type="http://schemas.openxmlformats.org/officeDocument/2006/relationships/hyperlink" Target="https://github.com/alessandropec/virtual-humans-cognitive-architectures" TargetMode="External" Id="Ra1dd2e2f06374889" /><ns0:Relationship Type="http://schemas.openxmlformats.org/officeDocument/2006/relationships/image" Target="/ppt/media/image4.png" Id="Radec329c6c044bf3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a1748a165c02471b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cc6453ac526e4302" /><ns0:Relationship Type="http://schemas.openxmlformats.org/officeDocument/2006/relationships/hyperlink" Target="https://github.com/stevieTheTurtle/AI_powered_VH_2026-Part_1" TargetMode="External" Id="R38f7aa57b9364940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fed6496f6d0e4412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9e330d9ad53f4a26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638cc01c323b4e12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ff2b7df6523f47d7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18398fef2ae74856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7cf8f842305d415b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7c0f1a3ef4b94115" /><ns0:Relationship Type="http://schemas.openxmlformats.org/officeDocument/2006/relationships/image" Target="/ppt/media/image5.png" Id="Rb8e9ceb6742b48e2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83b449174fb642d9" /><ns0:Relationship Type="http://schemas.openxmlformats.org/officeDocument/2006/relationships/hyperlink" Target="https://aistudio.google.com/" TargetMode="External" Id="Ra83fca8f7cf54a4e" /><ns0:Relationship Type="http://schemas.openxmlformats.org/officeDocument/2006/relationships/hyperlink" Target="https://console.groq.com/" TargetMode="External" Id="R038d56a4961d4d18" /><ns0:Relationship Type="http://schemas.openxmlformats.org/officeDocument/2006/relationships/hyperlink" Target="https://openrouter.ai/" TargetMode="External" Id="Rd1c091d2c83d4597" /><ns0:Relationship Type="http://schemas.openxmlformats.org/officeDocument/2006/relationships/hyperlink" Target="https://ollama.com/" TargetMode="External" Id="R72570ec3653e4fc1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9af4bf1acc914611" /><ns0:Relationship Type="http://schemas.openxmlformats.org/officeDocument/2006/relationships/hyperlink" Target="https://ollama.com/download" TargetMode="External" Id="R7c6c495d4a734570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d101f73468184ef5" /><ns0:Relationship Type="http://schemas.openxmlformats.org/officeDocument/2006/relationships/hyperlink" Target="https://code.visualstudio.com/download" TargetMode="External" Id="Raa874280e6f94830" /><ns0:Relationship Type="http://schemas.openxmlformats.org/officeDocument/2006/relationships/hyperlink" Target="https://www.python.org/downloads/" TargetMode="External" Id="Re9e3db55fe3b4e2e" /><ns0:Relationship Type="http://schemas.openxmlformats.org/officeDocument/2006/relationships/hyperlink" Target="https://code.visualstudio.com/docs/datascience/jupyter-notebooks" TargetMode="External" Id="R943ac4758c2840c6" /><ns0:Relationship Type="http://schemas.openxmlformats.org/officeDocument/2006/relationships/hyperlink" Target="https://github.com/alessandropec/virtual-humans-cognitive-architectures/blob/main/virtual_human_course/requirements.txt" TargetMode="External" Id="R8606aaa8126c4922" /><ns0:Relationship Type="http://schemas.openxmlformats.org/officeDocument/2006/relationships/hyperlink" Target="https://docs.langchain.com/oss/python/langchain/overview" TargetMode="External" Id="Rdef184934a2648a4" /><ns0:Relationship Type="http://schemas.openxmlformats.org/officeDocument/2006/relationships/hyperlink" Target="https://docs.langchain.com/oss/python/langgraph/overview" TargetMode="External" Id="Rdfa4289c191148b6" /><ns0:Relationship Type="http://schemas.openxmlformats.org/officeDocument/2006/relationships/hyperlink" Target="https://docs.pydantic.dev/latest/" TargetMode="External" Id="R707b3345016a4891" /><ns0:Relationship Type="http://schemas.openxmlformats.org/officeDocument/2006/relationships/hyperlink" Target="https://fastapi.tiangolo.com/" TargetMode="External" Id="R6ebf7843ce3b43f3" /><ns0:Relationship Type="http://schemas.openxmlformats.org/officeDocument/2006/relationships/hyperlink" Target="https://ollama.com/download" TargetMode="External" Id="R7e8f5b46473b457f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ddf994ff25af467c" /><ns0:Relationship Type="http://schemas.openxmlformats.org/officeDocument/2006/relationships/hyperlink" Target="https://github.com/alessandropec/virtual-humans-cognitive-architectures" TargetMode="External" Id="R61a78ef6f17e46c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a2c6ae196f8d439a" /><ns0:Relationship Type="http://schemas.openxmlformats.org/officeDocument/2006/relationships/hyperlink" Target="https://marketplace.visualstudio.com/items?itemName=ms-python.python" TargetMode="External" Id="R2bf3d879c89e4a53" /><ns0:Relationship Type="http://schemas.openxmlformats.org/officeDocument/2006/relationships/hyperlink" Target="https://marketplace.visualstudio.com/items?itemName=ms-toolsai.jupyter" TargetMode="External" Id="R266da83e3a7c49b8" /><ns0:Relationship Type="http://schemas.openxmlformats.org/officeDocument/2006/relationships/hyperlink" Target="https://code.visualstudio.com/download" TargetMode="External" Id="Rd5df58818f614c68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3ded97431ea144a2" /><ns0:Relationship Type="http://schemas.openxmlformats.org/officeDocument/2006/relationships/hyperlink" Target="https://github.com/alessandropec/virtual-humans-cognitive-architectures/blob/main/virtual_human_project/vh_embodiment_server/README.md" TargetMode="External" Id="R3de3a00aeabb4708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e146e05346304415" /><ns0:Relationship Type="http://schemas.openxmlformats.org/officeDocument/2006/relationships/image" Target="/ppt/media/image6.png" Id="R84e1bc51d56e4847" /><ns0:Relationship Type="http://schemas.openxmlformats.org/officeDocument/2006/relationships/hyperlink" Target="https://github.com/alessandropec/virtual-humans-cognitive-architectures/blob/main/virtual_human_project/vh_cognitive_architecture_server/README.md" TargetMode="External" Id="R1da791bccf1a4993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427e88943e994473" /><ns0:Relationship Type="http://schemas.openxmlformats.org/officeDocument/2006/relationships/image" Target="/ppt/media/image7.png" Id="Rd0d8c1d3f4fc4c1e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6b166674b7584aa0" /><ns0:Relationship Type="http://schemas.openxmlformats.org/officeDocument/2006/relationships/hyperlink" Target="https://ollama.com/settings/keys" TargetMode="External" Id="R5382c814556f4e44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2ca103149d6b4f6a" /><ns0:Relationship Type="http://schemas.openxmlformats.org/officeDocument/2006/relationships/hyperlink" Target="https://github.com/alessandropec/virtual-humans-cognitive-architectures/blob/main/virtual_human_course/Module_0/Chapter_01/Code/00_first_call.ipynb" TargetMode="External" Id="Rf6630be0b6174589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8929C-7E64-44A1-9FA7-D41A2F22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Alessandro Emmanuel Pecora · 29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FA02073-4FC5-433F-B51F-49975F4134B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bc01eed52d480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A29028E1-4293-40D3-B54B-ADB56222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90925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Module 0 — Course Introduction and Setup</a:t>
            </a:r>
          </a:p>
        </p:txBody>
      </p:sp>
    </p:spTree>
    <p:extLst>
      <p:ext uri="{BB962C8B-B14F-4D97-AF65-F5344CB8AC3E}">
        <p14:creationId xmlns:p14="http://schemas.microsoft.com/office/powerpoint/2010/main" val="22280185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m0-text-2">
            <a:extLst xmlns:a="http://schemas.openxmlformats.org/drawingml/2006/main">
              <a:ext uri="{FF2B5EF4-FFF2-40B4-BE49-F238E27FC236}">
                <a16:creationId xmlns:a16="http://schemas.microsoft.com/office/drawing/2014/main" id="{E87559CE-098C-4AAB-B207-72639220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970a5f602483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m0-text-3">
            <a:extLst xmlns:a="http://schemas.openxmlformats.org/drawingml/2006/main">
              <a:ext uri="{FF2B5EF4-FFF2-40B4-BE49-F238E27FC236}">
                <a16:creationId xmlns:a16="http://schemas.microsoft.com/office/drawing/2014/main" id="{19A02735-F697-4A19-94ED-705D5A03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9775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</a:t>
            </a:r>
          </a:p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Introduction</a:t>
            </a:r>
          </a:p>
        </p:txBody>
      </p:sp>
      <p:sp>
        <p:nvSpPr>
          <p:cNvPr id="4" name="m0-text-4">
            <a:extLst xmlns:a="http://schemas.openxmlformats.org/drawingml/2006/main">
              <a:ext uri="{FF2B5EF4-FFF2-40B4-BE49-F238E27FC236}">
                <a16:creationId xmlns:a16="http://schemas.microsoft.com/office/drawing/2014/main" id="{B778A9F5-6E1F-4F78-B6FE-B55C8A68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075755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0-text-5">
            <a:extLst xmlns:a="http://schemas.openxmlformats.org/drawingml/2006/main">
              <a:ext uri="{FF2B5EF4-FFF2-40B4-BE49-F238E27FC236}">
                <a16:creationId xmlns:a16="http://schemas.microsoft.com/office/drawing/2014/main" id="{2837A8EC-15EE-4623-A619-4D2C2F63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6">
            <a:extLst xmlns:a="http://schemas.openxmlformats.org/drawingml/2006/main">
              <a:ext uri="{FF2B5EF4-FFF2-40B4-BE49-F238E27FC236}">
                <a16:creationId xmlns:a16="http://schemas.microsoft.com/office/drawing/2014/main" id="{09352FA9-DE63-4DB9-B514-D2DFB9D5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7">
            <a:extLst xmlns:a="http://schemas.openxmlformats.org/drawingml/2006/main">
              <a:ext uri="{FF2B5EF4-FFF2-40B4-BE49-F238E27FC236}">
                <a16:creationId xmlns:a16="http://schemas.microsoft.com/office/drawing/2014/main" id="{66FD83E2-E8B6-4D35-BAF1-8F2D2A63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" name="m0-text-8">
            <a:extLst xmlns:a="http://schemas.openxmlformats.org/drawingml/2006/main">
              <a:ext uri="{FF2B5EF4-FFF2-40B4-BE49-F238E27FC236}">
                <a16:creationId xmlns:a16="http://schemas.microsoft.com/office/drawing/2014/main" id="{75EF3505-8F84-45FD-AFE4-5F9FEC01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 Materials</a:t>
            </a:r>
          </a:p>
        </p:txBody>
      </p:sp>
      <p:sp>
        <p:nvSpPr>
          <p:cNvPr id="5" name="m0-text-9">
            <a:extLst xmlns:a="http://schemas.openxmlformats.org/drawingml/2006/main">
              <a:ext uri="{FF2B5EF4-FFF2-40B4-BE49-F238E27FC236}">
                <a16:creationId xmlns:a16="http://schemas.microsoft.com/office/drawing/2014/main" id="{0D9F48A4-1629-4A41-BBBA-D632A728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Everything you need is on GitHub.</a:t>
            </a:r>
          </a:p>
        </p:txBody>
      </p:sp>
      <p:sp>
        <p:nvSpPr>
          <p:cNvPr id="6" name="m0-text-10">
            <a:extLst xmlns:a="http://schemas.openxmlformats.org/drawingml/2006/main">
              <a:ext uri="{FF2B5EF4-FFF2-40B4-BE49-F238E27FC236}">
                <a16:creationId xmlns:a16="http://schemas.microsoft.com/office/drawing/2014/main" id="{64A45277-8FC4-41FD-A369-013C2EF5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5429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Slides in PowerPoint and PDF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Notebooks and setup instructions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 avatar and Python agent</a:t>
            </a:r>
          </a:p>
        </p:txBody>
      </p:sp>
      <p:sp>
        <p:nvSpPr>
          <p:cNvPr id="7" name="m0-text-11">
            <a:extLst xmlns:a="http://schemas.openxmlformats.org/drawingml/2006/main">
              <a:ext uri="{FF2B5EF4-FFF2-40B4-BE49-F238E27FC236}">
                <a16:creationId xmlns:a16="http://schemas.microsoft.com/office/drawing/2014/main" id="{360845D8-B69F-410F-B958-4C2B5006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24275"/>
            <a:ext cx="571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e49c0342a044fc1"/>
              </a:rPr>
              <a:t>github.com/alessandropec/</a:t>
            </a:r>
          </a:p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1dd2e2f06374889"/>
              </a:rPr>
              <a:t>virtual-humans-cognitive-architectures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c329c6c044bf3"/>
          <a:stretch xmlns:a="http://schemas.openxmlformats.org/drawingml/2006/main"/>
        </p:blipFill>
        <p:spPr>
          <a:xfrm xmlns:a="http://schemas.openxmlformats.org/drawingml/2006/main">
            <a:off x="6534150" y="1847850"/>
            <a:ext cx="2076450" cy="2076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48815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m0-text-12">
            <a:extLst xmlns:a="http://schemas.openxmlformats.org/drawingml/2006/main">
              <a:ext uri="{FF2B5EF4-FFF2-40B4-BE49-F238E27FC236}">
                <a16:creationId xmlns:a16="http://schemas.microsoft.com/office/drawing/2014/main" id="{5B6E5175-4C35-4A35-B1E2-DF7C4713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">
            <a:extLst xmlns:a="http://schemas.openxmlformats.org/drawingml/2006/main">
              <a:ext uri="{FF2B5EF4-FFF2-40B4-BE49-F238E27FC236}">
                <a16:creationId xmlns:a16="http://schemas.microsoft.com/office/drawing/2014/main" id="{B183C25A-F01B-4022-8BDB-19CD24D7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">
            <a:extLst xmlns:a="http://schemas.openxmlformats.org/drawingml/2006/main">
              <a:ext uri="{FF2B5EF4-FFF2-40B4-BE49-F238E27FC236}">
                <a16:creationId xmlns:a16="http://schemas.microsoft.com/office/drawing/2014/main" id="{932737BE-85FB-4185-ACD6-74F699D1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4" name="m0-text-15">
            <a:extLst xmlns:a="http://schemas.openxmlformats.org/drawingml/2006/main">
              <a:ext uri="{FF2B5EF4-FFF2-40B4-BE49-F238E27FC236}">
                <a16:creationId xmlns:a16="http://schemas.microsoft.com/office/drawing/2014/main" id="{2C2E7175-BFE8-48D2-9456-24AFA09A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 Programme</a:t>
            </a:r>
          </a:p>
        </p:txBody>
      </p:sp>
      <p:sp>
        <p:nvSpPr>
          <p:cNvPr id="5" name="m0-text-16">
            <a:extLst xmlns:a="http://schemas.openxmlformats.org/drawingml/2006/main">
              <a:ext uri="{FF2B5EF4-FFF2-40B4-BE49-F238E27FC236}">
                <a16:creationId xmlns:a16="http://schemas.microsoft.com/office/drawing/2014/main" id="{49758089-047E-4FEB-8A96-D001DA09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0</a:t>
            </a:r>
          </a:p>
        </p:txBody>
      </p:sp>
      <p:sp>
        <p:nvSpPr>
          <p:cNvPr id="6" name="m0-text-17">
            <a:extLst xmlns:a="http://schemas.openxmlformats.org/drawingml/2006/main">
              <a:ext uri="{FF2B5EF4-FFF2-40B4-BE49-F238E27FC236}">
                <a16:creationId xmlns:a16="http://schemas.microsoft.com/office/drawing/2014/main" id="{C73CF629-3358-4C0C-AE41-25B826B3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35255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Course Introduction and Setup</a:t>
            </a:r>
          </a:p>
        </p:txBody>
      </p:sp>
      <p:sp>
        <p:nvSpPr>
          <p:cNvPr id="7" name="m0-text-18">
            <a:extLst xmlns:a="http://schemas.openxmlformats.org/drawingml/2006/main">
              <a:ext uri="{FF2B5EF4-FFF2-40B4-BE49-F238E27FC236}">
                <a16:creationId xmlns:a16="http://schemas.microsoft.com/office/drawing/2014/main" id="{8C39AE40-2692-481A-8C48-F308C5AC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1</a:t>
            </a:r>
          </a:p>
        </p:txBody>
      </p:sp>
      <p:sp>
        <p:nvSpPr>
          <p:cNvPr id="8" name="m0-text-19">
            <a:extLst xmlns:a="http://schemas.openxmlformats.org/drawingml/2006/main">
              <a:ext uri="{FF2B5EF4-FFF2-40B4-BE49-F238E27FC236}">
                <a16:creationId xmlns:a16="http://schemas.microsoft.com/office/drawing/2014/main" id="{71E38156-1A2F-4847-AEBB-009FE7E2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96215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Cognitive Architectures and Large Language Models</a:t>
            </a:r>
          </a:p>
        </p:txBody>
      </p:sp>
      <p:sp>
        <p:nvSpPr>
          <p:cNvPr id="9" name="m0-text-20">
            <a:extLst xmlns:a="http://schemas.openxmlformats.org/drawingml/2006/main">
              <a:ext uri="{FF2B5EF4-FFF2-40B4-BE49-F238E27FC236}">
                <a16:creationId xmlns:a16="http://schemas.microsoft.com/office/drawing/2014/main" id="{1FEC4ED2-027C-4C5B-B1F8-9067535C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343150"/>
            <a:ext cx="6715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Psychological Foundations of Cognitive Architectures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LLMs, Working Memory and Prompting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Introduction to LangChain</a:t>
            </a:r>
          </a:p>
        </p:txBody>
      </p:sp>
      <p:sp>
        <p:nvSpPr>
          <p:cNvPr id="10" name="m0-text-21">
            <a:extLst xmlns:a="http://schemas.openxmlformats.org/drawingml/2006/main">
              <a:ext uri="{FF2B5EF4-FFF2-40B4-BE49-F238E27FC236}">
                <a16:creationId xmlns:a16="http://schemas.microsoft.com/office/drawing/2014/main" id="{5ADDE623-051B-446A-99A6-7B3BCA27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2</a:t>
            </a:r>
          </a:p>
        </p:txBody>
      </p:sp>
      <p:sp>
        <p:nvSpPr>
          <p:cNvPr id="11" name="m0-text-22">
            <a:extLst xmlns:a="http://schemas.openxmlformats.org/drawingml/2006/main">
              <a:ext uri="{FF2B5EF4-FFF2-40B4-BE49-F238E27FC236}">
                <a16:creationId xmlns:a16="http://schemas.microsoft.com/office/drawing/2014/main" id="{2A4ABDDD-576A-48D6-BE08-A032D724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23850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From Large Language Models to Virtual Humans</a:t>
            </a:r>
          </a:p>
        </p:txBody>
      </p:sp>
      <p:sp>
        <p:nvSpPr>
          <p:cNvPr id="12" name="m0-text-23">
            <a:extLst xmlns:a="http://schemas.openxmlformats.org/drawingml/2006/main">
              <a:ext uri="{FF2B5EF4-FFF2-40B4-BE49-F238E27FC236}">
                <a16:creationId xmlns:a16="http://schemas.microsoft.com/office/drawing/2014/main" id="{BA132D20-B611-4895-BB4F-5EB23767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619500"/>
            <a:ext cx="6715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Agentic Frameworks and LangGraph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Building Stateful Agents with Memory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Integration with the Virtual Human</a:t>
            </a:r>
          </a:p>
        </p:txBody>
      </p:sp>
      <p:sp>
        <p:nvSpPr>
          <p:cNvPr id="13" name="m0-text-24">
            <a:extLst xmlns:a="http://schemas.openxmlformats.org/drawingml/2006/main">
              <a:ext uri="{FF2B5EF4-FFF2-40B4-BE49-F238E27FC236}">
                <a16:creationId xmlns:a16="http://schemas.microsoft.com/office/drawing/2014/main" id="{988D4FF2-7DAA-463C-A079-EB576A1F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Webinar</a:t>
            </a:r>
          </a:p>
        </p:txBody>
      </p:sp>
      <p:sp>
        <p:nvSpPr>
          <p:cNvPr id="14" name="m0-text-25">
            <a:extLst xmlns:a="http://schemas.openxmlformats.org/drawingml/2006/main">
              <a:ext uri="{FF2B5EF4-FFF2-40B4-BE49-F238E27FC236}">
                <a16:creationId xmlns:a16="http://schemas.microsoft.com/office/drawing/2014/main" id="{ABCECA65-5EB0-4395-AEFB-D0DE480E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445770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The Virtual Meteorologist</a:t>
            </a:r>
          </a:p>
        </p:txBody>
      </p:sp>
    </p:spTree>
    <p:extLst>
      <p:ext uri="{BB962C8B-B14F-4D97-AF65-F5344CB8AC3E}">
        <p14:creationId xmlns:p14="http://schemas.microsoft.com/office/powerpoint/2010/main" val="177638508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26">
            <a:extLst xmlns:a="http://schemas.openxmlformats.org/drawingml/2006/main">
              <a:ext uri="{FF2B5EF4-FFF2-40B4-BE49-F238E27FC236}">
                <a16:creationId xmlns:a16="http://schemas.microsoft.com/office/drawing/2014/main" id="{8981CC22-63F0-494A-9A1D-C363D44C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7">
            <a:extLst xmlns:a="http://schemas.openxmlformats.org/drawingml/2006/main">
              <a:ext uri="{FF2B5EF4-FFF2-40B4-BE49-F238E27FC236}">
                <a16:creationId xmlns:a16="http://schemas.microsoft.com/office/drawing/2014/main" id="{C2BBD578-97C2-49E8-BE51-C030525A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8">
            <a:extLst xmlns:a="http://schemas.openxmlformats.org/drawingml/2006/main">
              <a:ext uri="{FF2B5EF4-FFF2-40B4-BE49-F238E27FC236}">
                <a16:creationId xmlns:a16="http://schemas.microsoft.com/office/drawing/2014/main" id="{16B48971-6395-41EB-BA46-A5D2BBC7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4" name="m0-text-29">
            <a:extLst xmlns:a="http://schemas.openxmlformats.org/drawingml/2006/main">
              <a:ext uri="{FF2B5EF4-FFF2-40B4-BE49-F238E27FC236}">
                <a16:creationId xmlns:a16="http://schemas.microsoft.com/office/drawing/2014/main" id="{9B14EFCD-F6EB-4598-8D58-A0D4A81A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Virtual Humans Foundations</a:t>
            </a:r>
          </a:p>
        </p:txBody>
      </p:sp>
      <p:sp>
        <p:nvSpPr>
          <p:cNvPr id="5" name="m0-text-30">
            <a:extLst xmlns:a="http://schemas.openxmlformats.org/drawingml/2006/main">
              <a:ext uri="{FF2B5EF4-FFF2-40B4-BE49-F238E27FC236}">
                <a16:creationId xmlns:a16="http://schemas.microsoft.com/office/drawing/2014/main" id="{E0C0487D-7D7D-4A37-88EA-4D0773BB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822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AI-Powered Virtual Humans</a:t>
            </a:r>
          </a:p>
        </p:txBody>
      </p:sp>
      <p:sp>
        <p:nvSpPr>
          <p:cNvPr id="6" name="m0-text-31">
            <a:extLst xmlns:a="http://schemas.openxmlformats.org/drawingml/2006/main">
              <a:ext uri="{FF2B5EF4-FFF2-40B4-BE49-F238E27FC236}">
                <a16:creationId xmlns:a16="http://schemas.microsoft.com/office/drawing/2014/main" id="{F882546B-849B-45B6-9D53-717F2FA2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822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Stefano Calzolari</a:t>
            </a:r>
          </a:p>
        </p:txBody>
      </p:sp>
      <p:sp>
        <p:nvSpPr>
          <p:cNvPr id="7" name="m0-text-32">
            <a:extLst xmlns:a="http://schemas.openxmlformats.org/drawingml/2006/main">
              <a:ext uri="{FF2B5EF4-FFF2-40B4-BE49-F238E27FC236}">
                <a16:creationId xmlns:a16="http://schemas.microsoft.com/office/drawing/2014/main" id="{49F3ACDE-DC47-468C-81F2-F4D462D5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Foundations of virtual humans.</a:t>
            </a:r>
          </a:p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an embodiment in Unity with speech,</a:t>
            </a:r>
          </a:p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lip-sync, gestures and emotions.</a:t>
            </a:r>
          </a:p>
        </p:txBody>
      </p:sp>
      <p:sp>
        <p:nvSpPr>
          <p:cNvPr id="8" name="m0-text-33">
            <a:extLst xmlns:a="http://schemas.openxmlformats.org/drawingml/2006/main">
              <a:ext uri="{FF2B5EF4-FFF2-40B4-BE49-F238E27FC236}">
                <a16:creationId xmlns:a16="http://schemas.microsoft.com/office/drawing/2014/main" id="{94A31C98-02DF-4BD8-B4F7-CC2AD7C9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0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Recommended background; not required for this course.</a:t>
            </a:r>
          </a:p>
        </p:txBody>
      </p:sp>
      <p:sp>
        <p:nvSpPr>
          <p:cNvPr id="9" name="m0-text-34">
            <a:extLst xmlns:a="http://schemas.openxmlformats.org/drawingml/2006/main">
              <a:ext uri="{FF2B5EF4-FFF2-40B4-BE49-F238E27FC236}">
                <a16:creationId xmlns:a16="http://schemas.microsoft.com/office/drawing/2014/main" id="{75F643DF-B620-41E4-B1E1-E17009F9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8f7aa57b9364940"/>
              </a:rPr>
              <a:t>Course repository</a:t>
            </a:r>
          </a:p>
        </p:txBody>
      </p:sp>
    </p:spTree>
    <p:extLst>
      <p:ext uri="{BB962C8B-B14F-4D97-AF65-F5344CB8AC3E}">
        <p14:creationId xmlns:p14="http://schemas.microsoft.com/office/powerpoint/2010/main" val="17159251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0-text-35">
            <a:extLst xmlns:a="http://schemas.openxmlformats.org/drawingml/2006/main">
              <a:ext uri="{FF2B5EF4-FFF2-40B4-BE49-F238E27FC236}">
                <a16:creationId xmlns:a16="http://schemas.microsoft.com/office/drawing/2014/main" id="{D0A41A67-15BD-4236-9723-F611CE01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36">
            <a:extLst xmlns:a="http://schemas.openxmlformats.org/drawingml/2006/main">
              <a:ext uri="{FF2B5EF4-FFF2-40B4-BE49-F238E27FC236}">
                <a16:creationId xmlns:a16="http://schemas.microsoft.com/office/drawing/2014/main" id="{F01A8583-E158-4BBD-B825-4EE1CD45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37">
            <a:extLst xmlns:a="http://schemas.openxmlformats.org/drawingml/2006/main">
              <a:ext uri="{FF2B5EF4-FFF2-40B4-BE49-F238E27FC236}">
                <a16:creationId xmlns:a16="http://schemas.microsoft.com/office/drawing/2014/main" id="{7DC32C5C-7A37-44CB-9E6C-A46AAA20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4" name="m0-text-38">
            <a:extLst xmlns:a="http://schemas.openxmlformats.org/drawingml/2006/main">
              <a:ext uri="{FF2B5EF4-FFF2-40B4-BE49-F238E27FC236}">
                <a16:creationId xmlns:a16="http://schemas.microsoft.com/office/drawing/2014/main" id="{8164D17C-8EA2-4483-A2DC-D605D0B7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6352A76D-3C41-4687-9BC1-50CDFD2B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39">
            <a:extLst xmlns:a="http://schemas.openxmlformats.org/drawingml/2006/main">
              <a:ext uri="{FF2B5EF4-FFF2-40B4-BE49-F238E27FC236}">
                <a16:creationId xmlns:a16="http://schemas.microsoft.com/office/drawing/2014/main" id="{8589296C-2D1D-436B-8376-AB50C32E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40">
            <a:extLst xmlns:a="http://schemas.openxmlformats.org/drawingml/2006/main">
              <a:ext uri="{FF2B5EF4-FFF2-40B4-BE49-F238E27FC236}">
                <a16:creationId xmlns:a16="http://schemas.microsoft.com/office/drawing/2014/main" id="{BD103F3F-C4D3-47F8-877F-B2C5D03A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</p:spTree>
    <p:extLst>
      <p:ext uri="{BB962C8B-B14F-4D97-AF65-F5344CB8AC3E}">
        <p14:creationId xmlns:p14="http://schemas.microsoft.com/office/powerpoint/2010/main" val="139760120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41">
            <a:extLst xmlns:a="http://schemas.openxmlformats.org/drawingml/2006/main">
              <a:ext uri="{FF2B5EF4-FFF2-40B4-BE49-F238E27FC236}">
                <a16:creationId xmlns:a16="http://schemas.microsoft.com/office/drawing/2014/main" id="{F04AEFA7-2131-45C9-9B43-4E6FE18D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42">
            <a:extLst xmlns:a="http://schemas.openxmlformats.org/drawingml/2006/main">
              <a:ext uri="{FF2B5EF4-FFF2-40B4-BE49-F238E27FC236}">
                <a16:creationId xmlns:a16="http://schemas.microsoft.com/office/drawing/2014/main" id="{C0C9ADE3-E107-4431-A1EB-B1FD735D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43">
            <a:extLst xmlns:a="http://schemas.openxmlformats.org/drawingml/2006/main">
              <a:ext uri="{FF2B5EF4-FFF2-40B4-BE49-F238E27FC236}">
                <a16:creationId xmlns:a16="http://schemas.microsoft.com/office/drawing/2014/main" id="{8B750CEB-A099-4B06-BC6A-9D3E5786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4" name="m0-text-44">
            <a:extLst xmlns:a="http://schemas.openxmlformats.org/drawingml/2006/main">
              <a:ext uri="{FF2B5EF4-FFF2-40B4-BE49-F238E27FC236}">
                <a16:creationId xmlns:a16="http://schemas.microsoft.com/office/drawing/2014/main" id="{342F467F-1DC2-45B2-858D-719A9F35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CBD70491-E555-464B-8B19-3B3FE1DC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45">
            <a:extLst xmlns:a="http://schemas.openxmlformats.org/drawingml/2006/main">
              <a:ext uri="{FF2B5EF4-FFF2-40B4-BE49-F238E27FC236}">
                <a16:creationId xmlns:a16="http://schemas.microsoft.com/office/drawing/2014/main" id="{63F2B26B-C1F0-4FA4-869C-A587D2E9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46">
            <a:extLst xmlns:a="http://schemas.openxmlformats.org/drawingml/2006/main">
              <a:ext uri="{FF2B5EF4-FFF2-40B4-BE49-F238E27FC236}">
                <a16:creationId xmlns:a16="http://schemas.microsoft.com/office/drawing/2014/main" id="{9F3FF070-A3B1-4803-9B67-50CE778E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DEAB75F5-1745-47F4-AB9A-0CCFF411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47">
            <a:extLst xmlns:a="http://schemas.openxmlformats.org/drawingml/2006/main">
              <a:ext uri="{FF2B5EF4-FFF2-40B4-BE49-F238E27FC236}">
                <a16:creationId xmlns:a16="http://schemas.microsoft.com/office/drawing/2014/main" id="{0C88E705-BF82-45EB-BBBB-CDD8516B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48">
            <a:extLst xmlns:a="http://schemas.openxmlformats.org/drawingml/2006/main">
              <a:ext uri="{FF2B5EF4-FFF2-40B4-BE49-F238E27FC236}">
                <a16:creationId xmlns:a16="http://schemas.microsoft.com/office/drawing/2014/main" id="{3077E94C-F62A-4F92-B35C-3061A3C7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</p:spTree>
    <p:extLst>
      <p:ext uri="{BB962C8B-B14F-4D97-AF65-F5344CB8AC3E}">
        <p14:creationId xmlns:p14="http://schemas.microsoft.com/office/powerpoint/2010/main" val="160606382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m0-text-49">
            <a:extLst xmlns:a="http://schemas.openxmlformats.org/drawingml/2006/main">
              <a:ext uri="{FF2B5EF4-FFF2-40B4-BE49-F238E27FC236}">
                <a16:creationId xmlns:a16="http://schemas.microsoft.com/office/drawing/2014/main" id="{50D758A9-3EC4-4AD4-92E2-59BDA378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50">
            <a:extLst xmlns:a="http://schemas.openxmlformats.org/drawingml/2006/main">
              <a:ext uri="{FF2B5EF4-FFF2-40B4-BE49-F238E27FC236}">
                <a16:creationId xmlns:a16="http://schemas.microsoft.com/office/drawing/2014/main" id="{451E78F9-CC55-4C9E-89B0-0B674F77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51">
            <a:extLst xmlns:a="http://schemas.openxmlformats.org/drawingml/2006/main">
              <a:ext uri="{FF2B5EF4-FFF2-40B4-BE49-F238E27FC236}">
                <a16:creationId xmlns:a16="http://schemas.microsoft.com/office/drawing/2014/main" id="{72D7D397-9E25-411B-9E47-FBC8D36C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" name="m0-text-52">
            <a:extLst xmlns:a="http://schemas.openxmlformats.org/drawingml/2006/main">
              <a:ext uri="{FF2B5EF4-FFF2-40B4-BE49-F238E27FC236}">
                <a16:creationId xmlns:a16="http://schemas.microsoft.com/office/drawing/2014/main" id="{EE648354-7528-48D8-8839-E225B8AF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45AA8206-68B1-4A7F-A1A1-AE12B0F4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53">
            <a:extLst xmlns:a="http://schemas.openxmlformats.org/drawingml/2006/main">
              <a:ext uri="{FF2B5EF4-FFF2-40B4-BE49-F238E27FC236}">
                <a16:creationId xmlns:a16="http://schemas.microsoft.com/office/drawing/2014/main" id="{679B1B6C-EDE4-497C-B3C6-2896A5B6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54">
            <a:extLst xmlns:a="http://schemas.openxmlformats.org/drawingml/2006/main">
              <a:ext uri="{FF2B5EF4-FFF2-40B4-BE49-F238E27FC236}">
                <a16:creationId xmlns:a16="http://schemas.microsoft.com/office/drawing/2014/main" id="{40CC745D-408C-4FC9-B151-D24212C5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0BF8E175-1B38-4114-8203-76A66CB7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55">
            <a:extLst xmlns:a="http://schemas.openxmlformats.org/drawingml/2006/main">
              <a:ext uri="{FF2B5EF4-FFF2-40B4-BE49-F238E27FC236}">
                <a16:creationId xmlns:a16="http://schemas.microsoft.com/office/drawing/2014/main" id="{5CD9A0EA-46CE-40CC-9792-FDF7948C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56">
            <a:extLst xmlns:a="http://schemas.openxmlformats.org/drawingml/2006/main">
              <a:ext uri="{FF2B5EF4-FFF2-40B4-BE49-F238E27FC236}">
                <a16:creationId xmlns:a16="http://schemas.microsoft.com/office/drawing/2014/main" id="{6C7C2F9E-E2E9-442E-BFAA-386983F2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1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67C2CD83-82B3-4977-AAF1-8E922B66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05250"/>
            <a:ext cx="5334000" cy="809625"/>
          </a:xfrm>
          <a:prstGeom xmlns:a="http://schemas.openxmlformats.org/drawingml/2006/main" prst="roundRect">
            <a:avLst>
              <a:gd name="adj" fmla="val 21176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2" name="m0-text-57">
            <a:extLst xmlns:a="http://schemas.openxmlformats.org/drawingml/2006/main">
              <a:ext uri="{FF2B5EF4-FFF2-40B4-BE49-F238E27FC236}">
                <a16:creationId xmlns:a16="http://schemas.microsoft.com/office/drawing/2014/main" id="{B6BE5176-C8AE-4414-8C09-905A86F9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1955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3" name="m0-text-58">
            <a:extLst xmlns:a="http://schemas.openxmlformats.org/drawingml/2006/main">
              <a:ext uri="{FF2B5EF4-FFF2-40B4-BE49-F238E27FC236}">
                <a16:creationId xmlns:a16="http://schemas.microsoft.com/office/drawing/2014/main" id="{78893EAA-A1F4-49A8-B1AA-EED662BC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86250"/>
            <a:ext cx="4914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</p:spTree>
    <p:extLst>
      <p:ext uri="{BB962C8B-B14F-4D97-AF65-F5344CB8AC3E}">
        <p14:creationId xmlns:p14="http://schemas.microsoft.com/office/powerpoint/2010/main" val="57521110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m0-text-59">
            <a:extLst xmlns:a="http://schemas.openxmlformats.org/drawingml/2006/main">
              <a:ext uri="{FF2B5EF4-FFF2-40B4-BE49-F238E27FC236}">
                <a16:creationId xmlns:a16="http://schemas.microsoft.com/office/drawing/2014/main" id="{10803D74-56AA-4E0B-850D-D4CE9850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60">
            <a:extLst xmlns:a="http://schemas.openxmlformats.org/drawingml/2006/main">
              <a:ext uri="{FF2B5EF4-FFF2-40B4-BE49-F238E27FC236}">
                <a16:creationId xmlns:a16="http://schemas.microsoft.com/office/drawing/2014/main" id="{F6DA2CB8-5CFF-4591-A4A7-D301DF27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61">
            <a:extLst xmlns:a="http://schemas.openxmlformats.org/drawingml/2006/main">
              <a:ext uri="{FF2B5EF4-FFF2-40B4-BE49-F238E27FC236}">
                <a16:creationId xmlns:a16="http://schemas.microsoft.com/office/drawing/2014/main" id="{A9DDDEFD-8C64-43D7-9804-1AB1FFD5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" name="m0-text-62">
            <a:extLst xmlns:a="http://schemas.openxmlformats.org/drawingml/2006/main">
              <a:ext uri="{FF2B5EF4-FFF2-40B4-BE49-F238E27FC236}">
                <a16:creationId xmlns:a16="http://schemas.microsoft.com/office/drawing/2014/main" id="{BA9C4A5F-AC83-4826-9324-F1D0155EC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A7C75B92-EC62-4C93-9EA7-F8DF1504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63">
            <a:extLst xmlns:a="http://schemas.openxmlformats.org/drawingml/2006/main">
              <a:ext uri="{FF2B5EF4-FFF2-40B4-BE49-F238E27FC236}">
                <a16:creationId xmlns:a16="http://schemas.microsoft.com/office/drawing/2014/main" id="{47A5C812-7964-459D-9799-87EEE679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64">
            <a:extLst xmlns:a="http://schemas.openxmlformats.org/drawingml/2006/main">
              <a:ext uri="{FF2B5EF4-FFF2-40B4-BE49-F238E27FC236}">
                <a16:creationId xmlns:a16="http://schemas.microsoft.com/office/drawing/2014/main" id="{AB294E05-4204-4F86-BB20-38CA47C7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93018CF2-1431-453F-A52D-11CC5CA4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65">
            <a:extLst xmlns:a="http://schemas.openxmlformats.org/drawingml/2006/main">
              <a:ext uri="{FF2B5EF4-FFF2-40B4-BE49-F238E27FC236}">
                <a16:creationId xmlns:a16="http://schemas.microsoft.com/office/drawing/2014/main" id="{9A6F7C2C-6837-4F61-9853-0EC38DB2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66">
            <a:extLst xmlns:a="http://schemas.openxmlformats.org/drawingml/2006/main">
              <a:ext uri="{FF2B5EF4-FFF2-40B4-BE49-F238E27FC236}">
                <a16:creationId xmlns:a16="http://schemas.microsoft.com/office/drawing/2014/main" id="{0B817477-E900-486B-ADEA-7284F5F6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1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97B77337-A269-4961-ADD1-045C2374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05250"/>
            <a:ext cx="5334000" cy="809625"/>
          </a:xfrm>
          <a:prstGeom xmlns:a="http://schemas.openxmlformats.org/drawingml/2006/main" prst="roundRect">
            <a:avLst>
              <a:gd name="adj" fmla="val 21176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2" name="m0-text-67">
            <a:extLst xmlns:a="http://schemas.openxmlformats.org/drawingml/2006/main">
              <a:ext uri="{FF2B5EF4-FFF2-40B4-BE49-F238E27FC236}">
                <a16:creationId xmlns:a16="http://schemas.microsoft.com/office/drawing/2014/main" id="{D7116CF7-71D6-438B-B41B-60101572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1955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3" name="m0-text-68">
            <a:extLst xmlns:a="http://schemas.openxmlformats.org/drawingml/2006/main">
              <a:ext uri="{FF2B5EF4-FFF2-40B4-BE49-F238E27FC236}">
                <a16:creationId xmlns:a16="http://schemas.microsoft.com/office/drawing/2014/main" id="{D2A6369B-5C76-480B-9686-DD4633A6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86250"/>
            <a:ext cx="4914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  <p:sp>
        <p:nvSpPr>
          <p:cNvPr id="14" name="Prediction question sticker">
            <a:extLst xmlns:a="http://schemas.openxmlformats.org/drawingml/2006/main">
              <a:ext uri="{FF2B5EF4-FFF2-40B4-BE49-F238E27FC236}">
                <a16:creationId xmlns:a16="http://schemas.microsoft.com/office/drawing/2014/main" id="{E8932642-65B9-4DDF-8678-3C4254A2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2352675" y="2476500"/>
            <a:ext cx="44386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87C"/>
          </a:solidFill>
          <a:ln xmlns:a="http://schemas.openxmlformats.org/drawingml/2006/main" w="0">
            <a:solidFill>
              <a:srgbClr val="E8B87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B23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61B23"/>
                </a:solidFill>
                <a:latin typeface="Calibri"/>
                <a:ea typeface="Calibri"/>
                <a:cs typeface="Calibri"/>
              </a:rPr>
              <a:t>What will it answer?</a:t>
            </a:r>
          </a:p>
          <a:p xmlns:a="http://schemas.openxmlformats.org/drawingml/2006/main">
            <a:pPr algn="ctr">
              <a:defRPr sz="2325" b="1">
                <a:solidFill>
                  <a:srgbClr val="161B23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61B23"/>
                </a:solidFill>
                <a:latin typeface="Calibri"/>
                <a:ea typeface="Calibri"/>
                <a:cs typeface="Calibri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757448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m0-text-69">
            <a:extLst xmlns:a="http://schemas.openxmlformats.org/drawingml/2006/main">
              <a:ext uri="{FF2B5EF4-FFF2-40B4-BE49-F238E27FC236}">
                <a16:creationId xmlns:a16="http://schemas.microsoft.com/office/drawing/2014/main" id="{433BFFDF-AD04-42FF-B873-917ED6E2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70">
            <a:extLst xmlns:a="http://schemas.openxmlformats.org/drawingml/2006/main">
              <a:ext uri="{FF2B5EF4-FFF2-40B4-BE49-F238E27FC236}">
                <a16:creationId xmlns:a16="http://schemas.microsoft.com/office/drawing/2014/main" id="{0C48A7D3-409A-445E-986B-D086A102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71">
            <a:extLst xmlns:a="http://schemas.openxmlformats.org/drawingml/2006/main">
              <a:ext uri="{FF2B5EF4-FFF2-40B4-BE49-F238E27FC236}">
                <a16:creationId xmlns:a16="http://schemas.microsoft.com/office/drawing/2014/main" id="{F214ABAD-A34F-40B4-8AAE-88969C67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4" name="m0-text-72">
            <a:extLst xmlns:a="http://schemas.openxmlformats.org/drawingml/2006/main">
              <a:ext uri="{FF2B5EF4-FFF2-40B4-BE49-F238E27FC236}">
                <a16:creationId xmlns:a16="http://schemas.microsoft.com/office/drawing/2014/main" id="{7DEF9892-58EB-4903-B417-298E16D3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Without Memory, Each Call Starts Again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25534E-7F9B-42D3-9CEE-45631E8D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52550"/>
            <a:ext cx="5334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73">
            <a:extLst xmlns:a="http://schemas.openxmlformats.org/drawingml/2006/main">
              <a:ext uri="{FF2B5EF4-FFF2-40B4-BE49-F238E27FC236}">
                <a16:creationId xmlns:a16="http://schemas.microsoft.com/office/drawing/2014/main" id="{28F3BB0D-4A0A-4E94-9181-AD989386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438275"/>
            <a:ext cx="499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74">
            <a:extLst xmlns:a="http://schemas.openxmlformats.org/drawingml/2006/main">
              <a:ext uri="{FF2B5EF4-FFF2-40B4-BE49-F238E27FC236}">
                <a16:creationId xmlns:a16="http://schemas.microsoft.com/office/drawing/2014/main" id="{37EC3B0E-F6B5-4C1A-B1DC-164A2CA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28775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t>Hi, </a:t>
            </a:r>
            <a:r>
              <a:rPr sz="16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I’m Alessandro</a:t>
            </a:r>
            <a:r>
              <a:t>. And you?</a:t>
            </a:r>
          </a:p>
        </p:txBody>
      </p:sp>
      <p:sp>
        <p:nvSpPr>
          <p:cNvPr id="8" name="Underline the earlier introduction">
            <a:extLst xmlns:a="http://schemas.openxmlformats.org/drawingml/2006/main">
              <a:ext uri="{FF2B5EF4-FFF2-40B4-BE49-F238E27FC236}">
                <a16:creationId xmlns:a16="http://schemas.microsoft.com/office/drawing/2014/main" id="{0A1700BE-F407-4E25-B703-8E2C0FA2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895475"/>
            <a:ext cx="1381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0">
            <a:solidFill>
              <a:srgbClr val="D9A06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7B6239-142E-4FF8-BF79-D9A1C966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66925"/>
            <a:ext cx="590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m0-text-75">
            <a:extLst xmlns:a="http://schemas.openxmlformats.org/drawingml/2006/main">
              <a:ext uri="{FF2B5EF4-FFF2-40B4-BE49-F238E27FC236}">
                <a16:creationId xmlns:a16="http://schemas.microsoft.com/office/drawing/2014/main" id="{F9635299-F949-4255-B1E8-A4464D96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52650"/>
            <a:ext cx="5562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1" name="m0-text-76">
            <a:extLst xmlns:a="http://schemas.openxmlformats.org/drawingml/2006/main">
              <a:ext uri="{FF2B5EF4-FFF2-40B4-BE49-F238E27FC236}">
                <a16:creationId xmlns:a16="http://schemas.microsoft.com/office/drawing/2014/main" id="{20AA7720-E3C6-4FBD-93FE-394A9D43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43150"/>
            <a:ext cx="5562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761BA-D6A5-4EAE-BA89-E65292BB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19425"/>
            <a:ext cx="5334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3" name="m0-text-77">
            <a:extLst xmlns:a="http://schemas.openxmlformats.org/drawingml/2006/main">
              <a:ext uri="{FF2B5EF4-FFF2-40B4-BE49-F238E27FC236}">
                <a16:creationId xmlns:a16="http://schemas.microsoft.com/office/drawing/2014/main" id="{F058C5C6-6365-48CB-A55B-7B49BC92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05150"/>
            <a:ext cx="499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4" name="m0-text-78">
            <a:extLst xmlns:a="http://schemas.openxmlformats.org/drawingml/2006/main">
              <a:ext uri="{FF2B5EF4-FFF2-40B4-BE49-F238E27FC236}">
                <a16:creationId xmlns:a16="http://schemas.microsoft.com/office/drawing/2014/main" id="{126BA11A-BD02-4CC9-A5EB-189A8A51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95650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FF672C-952A-4059-9BF7-E29497F1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7239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m0-text-79">
            <a:extLst xmlns:a="http://schemas.openxmlformats.org/drawingml/2006/main">
              <a:ext uri="{FF2B5EF4-FFF2-40B4-BE49-F238E27FC236}">
                <a16:creationId xmlns:a16="http://schemas.microsoft.com/office/drawing/2014/main" id="{CCEEC199-DD0A-4231-A576-02B3AA89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9525"/>
            <a:ext cx="6896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7" name="m0-text-80">
            <a:extLst xmlns:a="http://schemas.openxmlformats.org/drawingml/2006/main">
              <a:ext uri="{FF2B5EF4-FFF2-40B4-BE49-F238E27FC236}">
                <a16:creationId xmlns:a16="http://schemas.microsoft.com/office/drawing/2014/main" id="{A002BC75-4F19-476E-A75D-08968D9E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10025"/>
            <a:ext cx="689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 do not know your name. Could you tell me?</a:t>
            </a:r>
          </a:p>
        </p:txBody>
      </p:sp>
      <p:sp>
        <p:nvSpPr>
          <p:cNvPr id="18" name="m0-text-81">
            <a:extLst xmlns:a="http://schemas.openxmlformats.org/drawingml/2006/main">
              <a:ext uri="{FF2B5EF4-FFF2-40B4-BE49-F238E27FC236}">
                <a16:creationId xmlns:a16="http://schemas.microsoft.com/office/drawing/2014/main" id="{FA4B1213-285B-4BAD-90D1-0638D314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LLM calls are stateless: we must supply earlier information again.</a:t>
            </a:r>
          </a:p>
        </p:txBody>
      </p:sp>
    </p:spTree>
    <p:extLst>
      <p:ext uri="{BB962C8B-B14F-4D97-AF65-F5344CB8AC3E}">
        <p14:creationId xmlns:p14="http://schemas.microsoft.com/office/powerpoint/2010/main" val="116139756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82">
            <a:extLst xmlns:a="http://schemas.openxmlformats.org/drawingml/2006/main">
              <a:ext uri="{FF2B5EF4-FFF2-40B4-BE49-F238E27FC236}">
                <a16:creationId xmlns:a16="http://schemas.microsoft.com/office/drawing/2014/main" id="{E85E4FEA-3290-4C79-89D4-4EE780F3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83">
            <a:extLst xmlns:a="http://schemas.openxmlformats.org/drawingml/2006/main">
              <a:ext uri="{FF2B5EF4-FFF2-40B4-BE49-F238E27FC236}">
                <a16:creationId xmlns:a16="http://schemas.microsoft.com/office/drawing/2014/main" id="{984A979F-063A-43A3-8B9F-6B565A61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84">
            <a:extLst xmlns:a="http://schemas.openxmlformats.org/drawingml/2006/main">
              <a:ext uri="{FF2B5EF4-FFF2-40B4-BE49-F238E27FC236}">
                <a16:creationId xmlns:a16="http://schemas.microsoft.com/office/drawing/2014/main" id="{A02A28CA-6C37-481A-9768-46466E9F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4" name="m0-text-85">
            <a:extLst xmlns:a="http://schemas.openxmlformats.org/drawingml/2006/main">
              <a:ext uri="{FF2B5EF4-FFF2-40B4-BE49-F238E27FC236}">
                <a16:creationId xmlns:a16="http://schemas.microsoft.com/office/drawing/2014/main" id="{BA032BBB-98A7-4EC6-9574-DFE23C71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From Stateless Calls to Cognitive Architecture</a:t>
            </a:r>
          </a:p>
        </p:txBody>
      </p:sp>
      <p:sp>
        <p:nvSpPr>
          <p:cNvPr id="5" name="m0-text-86">
            <a:extLst xmlns:a="http://schemas.openxmlformats.org/drawingml/2006/main">
              <a:ext uri="{FF2B5EF4-FFF2-40B4-BE49-F238E27FC236}">
                <a16:creationId xmlns:a16="http://schemas.microsoft.com/office/drawing/2014/main" id="{9C4F216B-FC49-45F1-9FAF-45C8EA8A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8229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receives the question, not the conversation.</a:t>
            </a:r>
          </a:p>
        </p:txBody>
      </p:sp>
      <p:sp>
        <p:nvSpPr>
          <p:cNvPr id="6" name="m0-text-87">
            <a:extLst xmlns:a="http://schemas.openxmlformats.org/drawingml/2006/main">
              <a:ext uri="{FF2B5EF4-FFF2-40B4-BE49-F238E27FC236}">
                <a16:creationId xmlns:a16="http://schemas.microsoft.com/office/drawing/2014/main" id="{5A8958F0-555B-4EDE-AB2D-0C88E874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remember the name</a:t>
            </a:r>
          </a:p>
        </p:txBody>
      </p:sp>
      <p:sp>
        <p:nvSpPr>
          <p:cNvPr id="7" name="m0-text-88">
            <a:extLst xmlns:a="http://schemas.openxmlformats.org/drawingml/2006/main">
              <a:ext uri="{FF2B5EF4-FFF2-40B4-BE49-F238E27FC236}">
                <a16:creationId xmlns:a16="http://schemas.microsoft.com/office/drawing/2014/main" id="{CAA5404A-AFDD-49BD-AD91-D47D0C61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build a virtual human</a:t>
            </a:r>
          </a:p>
        </p:txBody>
      </p:sp>
      <p:sp>
        <p:nvSpPr>
          <p:cNvPr id="8" name="m0-text-89">
            <a:extLst xmlns:a="http://schemas.openxmlformats.org/drawingml/2006/main">
              <a:ext uri="{FF2B5EF4-FFF2-40B4-BE49-F238E27FC236}">
                <a16:creationId xmlns:a16="http://schemas.microsoft.com/office/drawing/2014/main" id="{7318AB85-0457-45BC-A3DB-64842DD4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76600"/>
            <a:ext cx="3886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 need a </a:t>
            </a:r>
            <a:r>
              <a:rPr sz="202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memory model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m0-text-90">
            <a:extLst xmlns:a="http://schemas.openxmlformats.org/drawingml/2006/main">
              <a:ext uri="{FF2B5EF4-FFF2-40B4-BE49-F238E27FC236}">
                <a16:creationId xmlns:a16="http://schemas.microsoft.com/office/drawing/2014/main" id="{3D29CF7D-C8E9-433B-AD49-6A75DE52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76600"/>
            <a:ext cx="3886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 need a </a:t>
            </a:r>
            <a:r>
              <a:rPr sz="202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cognitive architecture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m0-text-91">
            <a:extLst xmlns:a="http://schemas.openxmlformats.org/drawingml/2006/main">
              <a:ext uri="{FF2B5EF4-FFF2-40B4-BE49-F238E27FC236}">
                <a16:creationId xmlns:a16="http://schemas.microsoft.com/office/drawing/2014/main" id="{4369BF5E-A6AC-4C21-8392-9BADAC37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24325"/>
            <a:ext cx="3886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earlier messages available.</a:t>
            </a:r>
          </a:p>
        </p:txBody>
      </p:sp>
      <p:sp>
        <p:nvSpPr>
          <p:cNvPr id="11" name="m0-text-92">
            <a:extLst xmlns:a="http://schemas.openxmlformats.org/drawingml/2006/main">
              <a:ext uri="{FF2B5EF4-FFF2-40B4-BE49-F238E27FC236}">
                <a16:creationId xmlns:a16="http://schemas.microsoft.com/office/drawing/2014/main" id="{27E9286A-B9D0-46A4-9DF9-C5301D6C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24325"/>
            <a:ext cx="3886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Perception, reasoning (memory),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action.</a:t>
            </a:r>
          </a:p>
        </p:txBody>
      </p:sp>
    </p:spTree>
    <p:extLst>
      <p:ext uri="{BB962C8B-B14F-4D97-AF65-F5344CB8AC3E}">
        <p14:creationId xmlns:p14="http://schemas.microsoft.com/office/powerpoint/2010/main" val="142793373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m0-text-93">
            <a:extLst xmlns:a="http://schemas.openxmlformats.org/drawingml/2006/main">
              <a:ext uri="{FF2B5EF4-FFF2-40B4-BE49-F238E27FC236}">
                <a16:creationId xmlns:a16="http://schemas.microsoft.com/office/drawing/2014/main" id="{E9D8205B-D2F9-4BC6-96DB-94160E91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e9ceb6742b48e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m0-text-94">
            <a:extLst xmlns:a="http://schemas.openxmlformats.org/drawingml/2006/main">
              <a:ext uri="{FF2B5EF4-FFF2-40B4-BE49-F238E27FC236}">
                <a16:creationId xmlns:a16="http://schemas.microsoft.com/office/drawing/2014/main" id="{A6A6BEAD-C67F-48F9-87B2-94A8F694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9775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Setting Up</a:t>
            </a:r>
          </a:p>
        </p:txBody>
      </p:sp>
      <p:sp>
        <p:nvSpPr>
          <p:cNvPr id="4" name="m0-text-95">
            <a:extLst xmlns:a="http://schemas.openxmlformats.org/drawingml/2006/main">
              <a:ext uri="{FF2B5EF4-FFF2-40B4-BE49-F238E27FC236}">
                <a16:creationId xmlns:a16="http://schemas.microsoft.com/office/drawing/2014/main" id="{A5E92F16-40FB-414D-8322-E24F89E5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1629435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0-text-96">
            <a:extLst xmlns:a="http://schemas.openxmlformats.org/drawingml/2006/main">
              <a:ext uri="{FF2B5EF4-FFF2-40B4-BE49-F238E27FC236}">
                <a16:creationId xmlns:a16="http://schemas.microsoft.com/office/drawing/2014/main" id="{69474685-19E5-4BB6-92B0-68F5F7AC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97">
            <a:extLst xmlns:a="http://schemas.openxmlformats.org/drawingml/2006/main">
              <a:ext uri="{FF2B5EF4-FFF2-40B4-BE49-F238E27FC236}">
                <a16:creationId xmlns:a16="http://schemas.microsoft.com/office/drawing/2014/main" id="{EF7BFE87-87BA-48F6-9179-AF6FB9A1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98">
            <a:extLst xmlns:a="http://schemas.openxmlformats.org/drawingml/2006/main">
              <a:ext uri="{FF2B5EF4-FFF2-40B4-BE49-F238E27FC236}">
                <a16:creationId xmlns:a16="http://schemas.microsoft.com/office/drawing/2014/main" id="{AB735175-0AA7-443E-84E7-B8CB201B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4" name="m0-text-99">
            <a:extLst xmlns:a="http://schemas.openxmlformats.org/drawingml/2006/main">
              <a:ext uri="{FF2B5EF4-FFF2-40B4-BE49-F238E27FC236}">
                <a16:creationId xmlns:a16="http://schemas.microsoft.com/office/drawing/2014/main" id="{078B4746-AB4C-49F1-9438-38BFACED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First, We Need the Models</a:t>
            </a:r>
          </a:p>
        </p:txBody>
      </p:sp>
      <p:sp>
        <p:nvSpPr>
          <p:cNvPr id="5" name="m0-text-100">
            <a:extLst xmlns:a="http://schemas.openxmlformats.org/drawingml/2006/main">
              <a:ext uri="{FF2B5EF4-FFF2-40B4-BE49-F238E27FC236}">
                <a16:creationId xmlns:a16="http://schemas.microsoft.com/office/drawing/2014/main" id="{7E87DA3A-C41A-4F01-90E6-15A63DD6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22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Providers host models and make them available through an API.</a:t>
            </a:r>
          </a:p>
        </p:txBody>
      </p:sp>
      <p:sp>
        <p:nvSpPr>
          <p:cNvPr id="6" name="m0-text-101">
            <a:extLst xmlns:a="http://schemas.openxmlformats.org/drawingml/2006/main">
              <a:ext uri="{FF2B5EF4-FFF2-40B4-BE49-F238E27FC236}">
                <a16:creationId xmlns:a16="http://schemas.microsoft.com/office/drawing/2014/main" id="{2A4C9A2D-9052-4D4C-BA66-E2A7E3AE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Google AI Studio</a:t>
            </a:r>
          </a:p>
        </p:txBody>
      </p:sp>
      <p:sp>
        <p:nvSpPr>
          <p:cNvPr id="7" name="m0-text-102">
            <a:extLst xmlns:a="http://schemas.openxmlformats.org/drawingml/2006/main">
              <a:ext uri="{FF2B5EF4-FFF2-40B4-BE49-F238E27FC236}">
                <a16:creationId xmlns:a16="http://schemas.microsoft.com/office/drawing/2014/main" id="{D16A6E4D-4775-42E9-B563-D01A950D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5742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83fca8f7cf54a4e"/>
              </a:rPr>
              <a:t>aistudio.google.com</a:t>
            </a:r>
          </a:p>
        </p:txBody>
      </p:sp>
      <p:sp>
        <p:nvSpPr>
          <p:cNvPr id="8" name="m0-text-103">
            <a:extLst xmlns:a="http://schemas.openxmlformats.org/drawingml/2006/main">
              <a:ext uri="{FF2B5EF4-FFF2-40B4-BE49-F238E27FC236}">
                <a16:creationId xmlns:a16="http://schemas.microsoft.com/office/drawing/2014/main" id="{627305BE-AE9D-407B-B810-DEEEE0A7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765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Groq</a:t>
            </a:r>
          </a:p>
        </p:txBody>
      </p:sp>
      <p:sp>
        <p:nvSpPr>
          <p:cNvPr id="9" name="m0-text-104">
            <a:extLst xmlns:a="http://schemas.openxmlformats.org/drawingml/2006/main">
              <a:ext uri="{FF2B5EF4-FFF2-40B4-BE49-F238E27FC236}">
                <a16:creationId xmlns:a16="http://schemas.microsoft.com/office/drawing/2014/main" id="{73222373-B312-4EA5-9047-B47DF458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9557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8d56a4961d4d18"/>
              </a:rPr>
              <a:t>console.groq.com</a:t>
            </a:r>
          </a:p>
        </p:txBody>
      </p:sp>
      <p:sp>
        <p:nvSpPr>
          <p:cNvPr id="10" name="m0-text-105">
            <a:extLst xmlns:a="http://schemas.openxmlformats.org/drawingml/2006/main">
              <a:ext uri="{FF2B5EF4-FFF2-40B4-BE49-F238E27FC236}">
                <a16:creationId xmlns:a16="http://schemas.microsoft.com/office/drawing/2014/main" id="{CCD1BEC8-1551-4151-B06A-60AF4C37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46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OpenRouter</a:t>
            </a:r>
          </a:p>
        </p:txBody>
      </p:sp>
      <p:sp>
        <p:nvSpPr>
          <p:cNvPr id="11" name="m0-text-106">
            <a:extLst xmlns:a="http://schemas.openxmlformats.org/drawingml/2006/main">
              <a:ext uri="{FF2B5EF4-FFF2-40B4-BE49-F238E27FC236}">
                <a16:creationId xmlns:a16="http://schemas.microsoft.com/office/drawing/2014/main" id="{34B9BC7D-CD5B-45E0-8E7F-A757A4EA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3372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1c091d2c83d4597"/>
              </a:rPr>
              <a:t>openrouter.ai</a:t>
            </a:r>
          </a:p>
        </p:txBody>
      </p:sp>
      <p:sp>
        <p:nvSpPr>
          <p:cNvPr id="12" name="m0-text-107">
            <a:extLst xmlns:a="http://schemas.openxmlformats.org/drawingml/2006/main">
              <a:ext uri="{FF2B5EF4-FFF2-40B4-BE49-F238E27FC236}">
                <a16:creationId xmlns:a16="http://schemas.microsoft.com/office/drawing/2014/main" id="{B446F6E9-7D91-4734-970E-1B94F4F1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528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Ollama Cloud</a:t>
            </a:r>
          </a:p>
        </p:txBody>
      </p:sp>
      <p:sp>
        <p:nvSpPr>
          <p:cNvPr id="13" name="m0-text-108">
            <a:extLst xmlns:a="http://schemas.openxmlformats.org/drawingml/2006/main">
              <a:ext uri="{FF2B5EF4-FFF2-40B4-BE49-F238E27FC236}">
                <a16:creationId xmlns:a16="http://schemas.microsoft.com/office/drawing/2014/main" id="{5D2D9483-3342-44A1-BB41-872D5EA5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57187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2570ec3653e4fc1"/>
              </a:rPr>
              <a:t>ollama.com</a:t>
            </a:r>
          </a:p>
        </p:txBody>
      </p:sp>
      <p:sp>
        <p:nvSpPr>
          <p:cNvPr id="14" name="m0-text-109">
            <a:extLst xmlns:a="http://schemas.openxmlformats.org/drawingml/2006/main">
              <a:ext uri="{FF2B5EF4-FFF2-40B4-BE49-F238E27FC236}">
                <a16:creationId xmlns:a16="http://schemas.microsoft.com/office/drawing/2014/main" id="{E46666E0-9FAF-44DC-970B-7C8AC1E4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43375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an account, generate an API key and save it in the YAML file.</a:t>
            </a:r>
          </a:p>
        </p:txBody>
      </p:sp>
      <p:sp>
        <p:nvSpPr>
          <p:cNvPr id="15" name="m0-text-110">
            <a:extLst xmlns:a="http://schemas.openxmlformats.org/drawingml/2006/main">
              <a:ext uri="{FF2B5EF4-FFF2-40B4-BE49-F238E27FC236}">
                <a16:creationId xmlns:a16="http://schemas.microsoft.com/office/drawing/2014/main" id="{DCC61A77-662D-404D-8B79-C00216DE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822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Free access has limits: selected models, request quotas and account eligibility.</a:t>
            </a:r>
          </a:p>
        </p:txBody>
      </p:sp>
    </p:spTree>
    <p:extLst>
      <p:ext uri="{BB962C8B-B14F-4D97-AF65-F5344CB8AC3E}">
        <p14:creationId xmlns:p14="http://schemas.microsoft.com/office/powerpoint/2010/main" val="102749263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111">
            <a:extLst xmlns:a="http://schemas.openxmlformats.org/drawingml/2006/main">
              <a:ext uri="{FF2B5EF4-FFF2-40B4-BE49-F238E27FC236}">
                <a16:creationId xmlns:a16="http://schemas.microsoft.com/office/drawing/2014/main" id="{19BDCC3B-D8A8-4B54-BF07-AB508B66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12">
            <a:extLst xmlns:a="http://schemas.openxmlformats.org/drawingml/2006/main">
              <a:ext uri="{FF2B5EF4-FFF2-40B4-BE49-F238E27FC236}">
                <a16:creationId xmlns:a16="http://schemas.microsoft.com/office/drawing/2014/main" id="{90D9CC64-71DF-43E3-9EFA-714F276B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13">
            <a:extLst xmlns:a="http://schemas.openxmlformats.org/drawingml/2006/main">
              <a:ext uri="{FF2B5EF4-FFF2-40B4-BE49-F238E27FC236}">
                <a16:creationId xmlns:a16="http://schemas.microsoft.com/office/drawing/2014/main" id="{14ABC1EB-7D23-4C47-AF04-27E06AA7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4" name="m0-text-114">
            <a:extLst xmlns:a="http://schemas.openxmlformats.org/drawingml/2006/main">
              <a:ext uri="{FF2B5EF4-FFF2-40B4-BE49-F238E27FC236}">
                <a16:creationId xmlns:a16="http://schemas.microsoft.com/office/drawing/2014/main" id="{0352B7D8-9D89-4E3D-A0EF-4FFFF02D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Cloud and Local Models</a:t>
            </a:r>
          </a:p>
        </p:txBody>
      </p:sp>
      <p:sp>
        <p:nvSpPr>
          <p:cNvPr id="5" name="m0-text-115">
            <a:extLst xmlns:a="http://schemas.openxmlformats.org/drawingml/2006/main">
              <a:ext uri="{FF2B5EF4-FFF2-40B4-BE49-F238E27FC236}">
                <a16:creationId xmlns:a16="http://schemas.microsoft.com/office/drawing/2014/main" id="{50FA4190-3FF8-40CA-BBB0-B38F9EF0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Cloud</a:t>
            </a:r>
          </a:p>
        </p:txBody>
      </p:sp>
      <p:sp>
        <p:nvSpPr>
          <p:cNvPr id="6" name="m0-text-116">
            <a:extLst xmlns:a="http://schemas.openxmlformats.org/drawingml/2006/main">
              <a:ext uri="{FF2B5EF4-FFF2-40B4-BE49-F238E27FC236}">
                <a16:creationId xmlns:a16="http://schemas.microsoft.com/office/drawing/2014/main" id="{858AF53A-99CB-480A-B831-F3D25A96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19325"/>
            <a:ext cx="37909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Models run on a provider’s servers.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Access them through an API.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an account and an API key.</a:t>
            </a:r>
          </a:p>
        </p:txBody>
      </p:sp>
      <p:sp>
        <p:nvSpPr>
          <p:cNvPr id="7" name="m0-text-117">
            <a:extLst xmlns:a="http://schemas.openxmlformats.org/drawingml/2006/main">
              <a:ext uri="{FF2B5EF4-FFF2-40B4-BE49-F238E27FC236}">
                <a16:creationId xmlns:a16="http://schemas.microsoft.com/office/drawing/2014/main" id="{E38A6D0F-9E74-4B80-A17E-95F0D283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24000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Local</a:t>
            </a:r>
          </a:p>
        </p:txBody>
      </p:sp>
      <p:sp>
        <p:nvSpPr>
          <p:cNvPr id="8" name="m0-text-118">
            <a:extLst xmlns:a="http://schemas.openxmlformats.org/drawingml/2006/main">
              <a:ext uri="{FF2B5EF4-FFF2-40B4-BE49-F238E27FC236}">
                <a16:creationId xmlns:a16="http://schemas.microsoft.com/office/drawing/2014/main" id="{069C1726-B573-4F34-B89F-390E45E5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9325"/>
            <a:ext cx="37909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Models run on your computer.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c6c495d4a734570"/>
              </a:rPr>
              <a:t>Ollama</a:t>
            </a: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 is one way to run them;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other tools are available.</a:t>
            </a:r>
          </a:p>
        </p:txBody>
      </p:sp>
      <p:sp>
        <p:nvSpPr>
          <p:cNvPr id="9" name="m0-text-119">
            <a:extLst xmlns:a="http://schemas.openxmlformats.org/drawingml/2006/main">
              <a:ext uri="{FF2B5EF4-FFF2-40B4-BE49-F238E27FC236}">
                <a16:creationId xmlns:a16="http://schemas.microsoft.com/office/drawing/2014/main" id="{9EDE78C5-5321-4F22-B87D-7B793DD0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9100"/>
            <a:ext cx="8229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In this course, we use cloud models with free tiers.</a:t>
            </a:r>
          </a:p>
        </p:txBody>
      </p:sp>
    </p:spTree>
    <p:extLst>
      <p:ext uri="{BB962C8B-B14F-4D97-AF65-F5344CB8AC3E}">
        <p14:creationId xmlns:p14="http://schemas.microsoft.com/office/powerpoint/2010/main" val="136054992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m0-text-120">
            <a:extLst xmlns:a="http://schemas.openxmlformats.org/drawingml/2006/main">
              <a:ext uri="{FF2B5EF4-FFF2-40B4-BE49-F238E27FC236}">
                <a16:creationId xmlns:a16="http://schemas.microsoft.com/office/drawing/2014/main" id="{62771219-37F8-4D3B-91DF-9C6FA1C6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21">
            <a:extLst xmlns:a="http://schemas.openxmlformats.org/drawingml/2006/main">
              <a:ext uri="{FF2B5EF4-FFF2-40B4-BE49-F238E27FC236}">
                <a16:creationId xmlns:a16="http://schemas.microsoft.com/office/drawing/2014/main" id="{57F1E7C3-91B9-4538-AE94-C798AA89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22">
            <a:extLst xmlns:a="http://schemas.openxmlformats.org/drawingml/2006/main">
              <a:ext uri="{FF2B5EF4-FFF2-40B4-BE49-F238E27FC236}">
                <a16:creationId xmlns:a16="http://schemas.microsoft.com/office/drawing/2014/main" id="{B1681538-CE8E-4C39-AD2C-98EA4A2D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4" name="m0-text-123">
            <a:extLst xmlns:a="http://schemas.openxmlformats.org/drawingml/2006/main">
              <a:ext uri="{FF2B5EF4-FFF2-40B4-BE49-F238E27FC236}">
                <a16:creationId xmlns:a16="http://schemas.microsoft.com/office/drawing/2014/main" id="{88D96B19-8B5B-41D0-97B7-BD335394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The Technology Stack</a:t>
            </a:r>
          </a:p>
        </p:txBody>
      </p:sp>
      <p:sp>
        <p:nvSpPr>
          <p:cNvPr id="5" name="m0-text-124">
            <a:extLst xmlns:a="http://schemas.openxmlformats.org/drawingml/2006/main">
              <a:ext uri="{FF2B5EF4-FFF2-40B4-BE49-F238E27FC236}">
                <a16:creationId xmlns:a16="http://schemas.microsoft.com/office/drawing/2014/main" id="{747C6117-FEDB-45A3-8631-B6DB1788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43025"/>
            <a:ext cx="22288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COMPONENT</a:t>
            </a:r>
          </a:p>
        </p:txBody>
      </p:sp>
      <p:sp>
        <p:nvSpPr>
          <p:cNvPr id="6" name="m0-text-125">
            <a:extLst xmlns:a="http://schemas.openxmlformats.org/drawingml/2006/main">
              <a:ext uri="{FF2B5EF4-FFF2-40B4-BE49-F238E27FC236}">
                <a16:creationId xmlns:a16="http://schemas.microsoft.com/office/drawing/2014/main" id="{EAE0D59D-C0AD-49D9-A15A-8F238CDD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43025"/>
            <a:ext cx="419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PURPOSE</a:t>
            </a:r>
          </a:p>
        </p:txBody>
      </p:sp>
      <p:sp>
        <p:nvSpPr>
          <p:cNvPr id="7" name="m0-text-126">
            <a:extLst xmlns:a="http://schemas.openxmlformats.org/drawingml/2006/main">
              <a:ext uri="{FF2B5EF4-FFF2-40B4-BE49-F238E27FC236}">
                <a16:creationId xmlns:a16="http://schemas.microsoft.com/office/drawing/2014/main" id="{22DF11F5-50E6-4D87-A623-85B5F917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43025"/>
            <a:ext cx="1162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RESOURCE</a:t>
            </a:r>
          </a:p>
        </p:txBody>
      </p:sp>
      <p:sp>
        <p:nvSpPr>
          <p:cNvPr id="8" name="m0-text-127">
            <a:extLst xmlns:a="http://schemas.openxmlformats.org/drawingml/2006/main">
              <a:ext uri="{FF2B5EF4-FFF2-40B4-BE49-F238E27FC236}">
                <a16:creationId xmlns:a16="http://schemas.microsoft.com/office/drawing/2014/main" id="{FFEF7793-D38E-4F37-B196-ECDB2D8E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859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VS Code</a:t>
            </a:r>
          </a:p>
        </p:txBody>
      </p:sp>
      <p:sp>
        <p:nvSpPr>
          <p:cNvPr id="9" name="m0-text-128">
            <a:extLst xmlns:a="http://schemas.openxmlformats.org/drawingml/2006/main">
              <a:ext uri="{FF2B5EF4-FFF2-40B4-BE49-F238E27FC236}">
                <a16:creationId xmlns:a16="http://schemas.microsoft.com/office/drawing/2014/main" id="{E64D29F2-C332-4D4A-83B7-B924FFF2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IDE and notebook editor</a:t>
            </a:r>
          </a:p>
        </p:txBody>
      </p:sp>
      <p:sp>
        <p:nvSpPr>
          <p:cNvPr id="10" name="m0-text-129">
            <a:extLst xmlns:a="http://schemas.openxmlformats.org/drawingml/2006/main">
              <a:ext uri="{FF2B5EF4-FFF2-40B4-BE49-F238E27FC236}">
                <a16:creationId xmlns:a16="http://schemas.microsoft.com/office/drawing/2014/main" id="{27B009CF-F68C-448B-84D3-05D80AF5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95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874280e6f94830"/>
              </a:rPr>
              <a:t>Open</a:t>
            </a:r>
          </a:p>
        </p:txBody>
      </p:sp>
      <p:sp>
        <p:nvSpPr>
          <p:cNvPr id="11" name="m0-text-130">
            <a:extLst xmlns:a="http://schemas.openxmlformats.org/drawingml/2006/main">
              <a:ext uri="{FF2B5EF4-FFF2-40B4-BE49-F238E27FC236}">
                <a16:creationId xmlns:a16="http://schemas.microsoft.com/office/drawing/2014/main" id="{AA195EFA-CBB5-4726-A516-87B0CB65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288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Python</a:t>
            </a:r>
          </a:p>
        </p:txBody>
      </p:sp>
      <p:sp>
        <p:nvSpPr>
          <p:cNvPr id="12" name="m0-text-131">
            <a:extLst xmlns:a="http://schemas.openxmlformats.org/drawingml/2006/main">
              <a:ext uri="{FF2B5EF4-FFF2-40B4-BE49-F238E27FC236}">
                <a16:creationId xmlns:a16="http://schemas.microsoft.com/office/drawing/2014/main" id="{4752AA5A-46B0-4C36-88DE-607B8248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383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Runtime for all course code</a:t>
            </a:r>
          </a:p>
        </p:txBody>
      </p:sp>
      <p:sp>
        <p:nvSpPr>
          <p:cNvPr id="13" name="m0-text-132">
            <a:extLst xmlns:a="http://schemas.openxmlformats.org/drawingml/2006/main">
              <a:ext uri="{FF2B5EF4-FFF2-40B4-BE49-F238E27FC236}">
                <a16:creationId xmlns:a16="http://schemas.microsoft.com/office/drawing/2014/main" id="{C36C7AE0-F22C-4AD5-BF7C-76800037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9e3db55fe3b4e2e"/>
              </a:rPr>
              <a:t>Open</a:t>
            </a:r>
          </a:p>
        </p:txBody>
      </p:sp>
      <p:sp>
        <p:nvSpPr>
          <p:cNvPr id="14" name="m0-text-133">
            <a:extLst xmlns:a="http://schemas.openxmlformats.org/drawingml/2006/main">
              <a:ext uri="{FF2B5EF4-FFF2-40B4-BE49-F238E27FC236}">
                <a16:creationId xmlns:a16="http://schemas.microsoft.com/office/drawing/2014/main" id="{255189EC-33E3-4A87-9285-0BFE3A13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17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VS Code extensions</a:t>
            </a:r>
          </a:p>
        </p:txBody>
      </p:sp>
      <p:sp>
        <p:nvSpPr>
          <p:cNvPr id="15" name="m0-text-134">
            <a:extLst xmlns:a="http://schemas.openxmlformats.org/drawingml/2006/main">
              <a:ext uri="{FF2B5EF4-FFF2-40B4-BE49-F238E27FC236}">
                <a16:creationId xmlns:a16="http://schemas.microsoft.com/office/drawing/2014/main" id="{B4ACA466-C8B0-4B4D-8C04-9EF2A451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3812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Python and Jupyter support</a:t>
            </a:r>
          </a:p>
        </p:txBody>
      </p:sp>
      <p:sp>
        <p:nvSpPr>
          <p:cNvPr id="16" name="m0-text-135">
            <a:extLst xmlns:a="http://schemas.openxmlformats.org/drawingml/2006/main">
              <a:ext uri="{FF2B5EF4-FFF2-40B4-BE49-F238E27FC236}">
                <a16:creationId xmlns:a16="http://schemas.microsoft.com/office/drawing/2014/main" id="{15FECAA3-0AC5-41CE-8D29-AB9BA549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43ac4758c2840c6"/>
              </a:rPr>
              <a:t>Open</a:t>
            </a:r>
          </a:p>
        </p:txBody>
      </p:sp>
      <p:sp>
        <p:nvSpPr>
          <p:cNvPr id="17" name="m0-text-136">
            <a:extLst xmlns:a="http://schemas.openxmlformats.org/drawingml/2006/main">
              <a:ext uri="{FF2B5EF4-FFF2-40B4-BE49-F238E27FC236}">
                <a16:creationId xmlns:a16="http://schemas.microsoft.com/office/drawing/2014/main" id="{B6D90D19-2C36-4492-8FFE-DB742EC9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146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Provider SDKs</a:t>
            </a:r>
          </a:p>
        </p:txBody>
      </p:sp>
      <p:sp>
        <p:nvSpPr>
          <p:cNvPr id="18" name="m0-text-137">
            <a:extLst xmlns:a="http://schemas.openxmlformats.org/drawingml/2006/main">
              <a:ext uri="{FF2B5EF4-FFF2-40B4-BE49-F238E27FC236}">
                <a16:creationId xmlns:a16="http://schemas.microsoft.com/office/drawing/2014/main" id="{7EE03C43-27BE-459C-90D9-704E8714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7241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Python clients for model providers</a:t>
            </a:r>
          </a:p>
        </p:txBody>
      </p:sp>
      <p:sp>
        <p:nvSpPr>
          <p:cNvPr id="19" name="m0-text-138">
            <a:extLst xmlns:a="http://schemas.openxmlformats.org/drawingml/2006/main">
              <a:ext uri="{FF2B5EF4-FFF2-40B4-BE49-F238E27FC236}">
                <a16:creationId xmlns:a16="http://schemas.microsoft.com/office/drawing/2014/main" id="{CDECE402-4204-4242-997A-37050367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606aaa8126c4922"/>
              </a:rPr>
              <a:t>Open</a:t>
            </a:r>
          </a:p>
        </p:txBody>
      </p:sp>
      <p:sp>
        <p:nvSpPr>
          <p:cNvPr id="20" name="m0-text-139">
            <a:extLst xmlns:a="http://schemas.openxmlformats.org/drawingml/2006/main">
              <a:ext uri="{FF2B5EF4-FFF2-40B4-BE49-F238E27FC236}">
                <a16:creationId xmlns:a16="http://schemas.microsoft.com/office/drawing/2014/main" id="{E5831F78-64CD-4208-8CD4-335FFCC3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575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LangChain</a:t>
            </a:r>
          </a:p>
        </p:txBody>
      </p:sp>
      <p:sp>
        <p:nvSpPr>
          <p:cNvPr id="21" name="m0-text-140">
            <a:extLst xmlns:a="http://schemas.openxmlformats.org/drawingml/2006/main">
              <a:ext uri="{FF2B5EF4-FFF2-40B4-BE49-F238E27FC236}">
                <a16:creationId xmlns:a16="http://schemas.microsoft.com/office/drawing/2014/main" id="{6854F21F-3080-4A01-A90D-660A23B9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670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interfaces and prompt workflows</a:t>
            </a:r>
          </a:p>
        </p:txBody>
      </p:sp>
      <p:sp>
        <p:nvSpPr>
          <p:cNvPr id="22" name="m0-text-141">
            <a:extLst xmlns:a="http://schemas.openxmlformats.org/drawingml/2006/main">
              <a:ext uri="{FF2B5EF4-FFF2-40B4-BE49-F238E27FC236}">
                <a16:creationId xmlns:a16="http://schemas.microsoft.com/office/drawing/2014/main" id="{036B34E2-5128-4F0F-B028-89CE2E1C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ef184934a2648a4"/>
              </a:rPr>
              <a:t>Open</a:t>
            </a:r>
          </a:p>
        </p:txBody>
      </p:sp>
      <p:sp>
        <p:nvSpPr>
          <p:cNvPr id="23" name="m0-text-142">
            <a:extLst xmlns:a="http://schemas.openxmlformats.org/drawingml/2006/main">
              <a:ext uri="{FF2B5EF4-FFF2-40B4-BE49-F238E27FC236}">
                <a16:creationId xmlns:a16="http://schemas.microsoft.com/office/drawing/2014/main" id="{4529F77B-01B5-4730-9F6B-D0B17AC4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04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LangGraph</a:t>
            </a:r>
          </a:p>
        </p:txBody>
      </p:sp>
      <p:sp>
        <p:nvSpPr>
          <p:cNvPr id="24" name="m0-text-143">
            <a:extLst xmlns:a="http://schemas.openxmlformats.org/drawingml/2006/main">
              <a:ext uri="{FF2B5EF4-FFF2-40B4-BE49-F238E27FC236}">
                <a16:creationId xmlns:a16="http://schemas.microsoft.com/office/drawing/2014/main" id="{D56D85CE-61BB-4A01-921D-F4ECCA0B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099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 and agent orchestration</a:t>
            </a:r>
          </a:p>
        </p:txBody>
      </p:sp>
      <p:sp>
        <p:nvSpPr>
          <p:cNvPr id="25" name="m0-text-144">
            <a:extLst xmlns:a="http://schemas.openxmlformats.org/drawingml/2006/main">
              <a:ext uri="{FF2B5EF4-FFF2-40B4-BE49-F238E27FC236}">
                <a16:creationId xmlns:a16="http://schemas.microsoft.com/office/drawing/2014/main" id="{37C17628-8840-4754-B83D-85432DAA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fa4289c191148b6"/>
              </a:rPr>
              <a:t>Open</a:t>
            </a:r>
          </a:p>
        </p:txBody>
      </p:sp>
      <p:sp>
        <p:nvSpPr>
          <p:cNvPr id="26" name="m0-text-145">
            <a:extLst xmlns:a="http://schemas.openxmlformats.org/drawingml/2006/main">
              <a:ext uri="{FF2B5EF4-FFF2-40B4-BE49-F238E27FC236}">
                <a16:creationId xmlns:a16="http://schemas.microsoft.com/office/drawing/2014/main" id="{EF60081C-1165-48AD-88FE-D42C2A44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33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Pydantic</a:t>
            </a:r>
          </a:p>
        </p:txBody>
      </p:sp>
      <p:sp>
        <p:nvSpPr>
          <p:cNvPr id="27" name="m0-text-146">
            <a:extLst xmlns:a="http://schemas.openxmlformats.org/drawingml/2006/main">
              <a:ext uri="{FF2B5EF4-FFF2-40B4-BE49-F238E27FC236}">
                <a16:creationId xmlns:a16="http://schemas.microsoft.com/office/drawing/2014/main" id="{48CEA004-DC48-4665-B8F5-85842A04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528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data and response validation</a:t>
            </a:r>
          </a:p>
        </p:txBody>
      </p:sp>
      <p:sp>
        <p:nvSpPr>
          <p:cNvPr id="28" name="m0-text-147">
            <a:extLst xmlns:a="http://schemas.openxmlformats.org/drawingml/2006/main">
              <a:ext uri="{FF2B5EF4-FFF2-40B4-BE49-F238E27FC236}">
                <a16:creationId xmlns:a16="http://schemas.microsoft.com/office/drawing/2014/main" id="{7430C9E0-42F3-4310-8463-AB19D686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528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07b3345016a4891"/>
              </a:rPr>
              <a:t>Open</a:t>
            </a:r>
          </a:p>
        </p:txBody>
      </p:sp>
      <p:sp>
        <p:nvSpPr>
          <p:cNvPr id="29" name="m0-text-148">
            <a:extLst xmlns:a="http://schemas.openxmlformats.org/drawingml/2006/main">
              <a:ext uri="{FF2B5EF4-FFF2-40B4-BE49-F238E27FC236}">
                <a16:creationId xmlns:a16="http://schemas.microsoft.com/office/drawing/2014/main" id="{D28E9A29-3F9E-4357-89BA-CC539B4D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862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FastAPI</a:t>
            </a:r>
          </a:p>
        </p:txBody>
      </p:sp>
      <p:sp>
        <p:nvSpPr>
          <p:cNvPr id="30" name="m0-text-149">
            <a:extLst xmlns:a="http://schemas.openxmlformats.org/drawingml/2006/main">
              <a:ext uri="{FF2B5EF4-FFF2-40B4-BE49-F238E27FC236}">
                <a16:creationId xmlns:a16="http://schemas.microsoft.com/office/drawing/2014/main" id="{2709A495-6718-4B3C-8244-8EA329FA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957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API between the avatar and the agent</a:t>
            </a:r>
          </a:p>
        </p:txBody>
      </p:sp>
      <p:sp>
        <p:nvSpPr>
          <p:cNvPr id="31" name="m0-text-150">
            <a:extLst xmlns:a="http://schemas.openxmlformats.org/drawingml/2006/main">
              <a:ext uri="{FF2B5EF4-FFF2-40B4-BE49-F238E27FC236}">
                <a16:creationId xmlns:a16="http://schemas.microsoft.com/office/drawing/2014/main" id="{8B77D4BE-F5B8-43D0-BD0C-86203F69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ebf7843ce3b43f3"/>
              </a:rPr>
              <a:t>Open</a:t>
            </a:r>
          </a:p>
        </p:txBody>
      </p:sp>
      <p:sp>
        <p:nvSpPr>
          <p:cNvPr id="32" name="m0-text-151">
            <a:extLst xmlns:a="http://schemas.openxmlformats.org/drawingml/2006/main">
              <a:ext uri="{FF2B5EF4-FFF2-40B4-BE49-F238E27FC236}">
                <a16:creationId xmlns:a16="http://schemas.microsoft.com/office/drawing/2014/main" id="{EA872A52-B197-4692-B59C-19C828BA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291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Ollama</a:t>
            </a:r>
          </a:p>
        </p:txBody>
      </p:sp>
      <p:sp>
        <p:nvSpPr>
          <p:cNvPr id="33" name="m0-text-152">
            <a:extLst xmlns:a="http://schemas.openxmlformats.org/drawingml/2006/main">
              <a:ext uri="{FF2B5EF4-FFF2-40B4-BE49-F238E27FC236}">
                <a16:creationId xmlns:a16="http://schemas.microsoft.com/office/drawing/2014/main" id="{8665BAA4-C92D-4B76-BAEB-0AAAFCBA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386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Local model server</a:t>
            </a:r>
          </a:p>
        </p:txBody>
      </p:sp>
      <p:sp>
        <p:nvSpPr>
          <p:cNvPr id="34" name="m0-text-153">
            <a:extLst xmlns:a="http://schemas.openxmlformats.org/drawingml/2006/main">
              <a:ext uri="{FF2B5EF4-FFF2-40B4-BE49-F238E27FC236}">
                <a16:creationId xmlns:a16="http://schemas.microsoft.com/office/drawing/2014/main" id="{D4AE74DB-66B3-4B9F-9331-FFE57380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386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8f5b46473b457f"/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348354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154">
            <a:extLst xmlns:a="http://schemas.openxmlformats.org/drawingml/2006/main">
              <a:ext uri="{FF2B5EF4-FFF2-40B4-BE49-F238E27FC236}">
                <a16:creationId xmlns:a16="http://schemas.microsoft.com/office/drawing/2014/main" id="{5B029D9C-8586-4A6C-89B3-5F04784A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55">
            <a:extLst xmlns:a="http://schemas.openxmlformats.org/drawingml/2006/main">
              <a:ext uri="{FF2B5EF4-FFF2-40B4-BE49-F238E27FC236}">
                <a16:creationId xmlns:a16="http://schemas.microsoft.com/office/drawing/2014/main" id="{2B53AD58-7F1F-48FC-B034-520A9E81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56">
            <a:extLst xmlns:a="http://schemas.openxmlformats.org/drawingml/2006/main">
              <a:ext uri="{FF2B5EF4-FFF2-40B4-BE49-F238E27FC236}">
                <a16:creationId xmlns:a16="http://schemas.microsoft.com/office/drawing/2014/main" id="{136CB363-A5DB-4B62-AD77-53CFDD6E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4" name="m0-text-157">
            <a:extLst xmlns:a="http://schemas.openxmlformats.org/drawingml/2006/main">
              <a:ext uri="{FF2B5EF4-FFF2-40B4-BE49-F238E27FC236}">
                <a16:creationId xmlns:a16="http://schemas.microsoft.com/office/drawing/2014/main" id="{6AA1BEC3-EF92-4C9D-B16F-17A3794B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1. Download the Course Project</a:t>
            </a:r>
          </a:p>
        </p:txBody>
      </p:sp>
      <p:sp>
        <p:nvSpPr>
          <p:cNvPr id="5" name="m0-text-158">
            <a:extLst xmlns:a="http://schemas.openxmlformats.org/drawingml/2006/main">
              <a:ext uri="{FF2B5EF4-FFF2-40B4-BE49-F238E27FC236}">
                <a16:creationId xmlns:a16="http://schemas.microsoft.com/office/drawing/2014/main" id="{F16BCFC5-2685-4F9E-BF7E-8A122EB7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76375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1a78ef6f17e46c1"/>
              </a:rPr>
              <a:t>Open the course repository on GitHub.</a:t>
            </a:r>
          </a:p>
        </p:txBody>
      </p:sp>
      <p:sp>
        <p:nvSpPr>
          <p:cNvPr id="6" name="m0-text-159">
            <a:extLst xmlns:a="http://schemas.openxmlformats.org/drawingml/2006/main">
              <a:ext uri="{FF2B5EF4-FFF2-40B4-BE49-F238E27FC236}">
                <a16:creationId xmlns:a16="http://schemas.microsoft.com/office/drawing/2014/main" id="{FDC8F0C8-FC96-4ECB-9188-B61559C6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8229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Code &gt; Download ZIP, then extract the archive.</a:t>
            </a:r>
          </a:p>
        </p:txBody>
      </p:sp>
      <p:sp>
        <p:nvSpPr>
          <p:cNvPr id="7" name="m0-text-160">
            <a:extLst xmlns:a="http://schemas.openxmlformats.org/drawingml/2006/main">
              <a:ext uri="{FF2B5EF4-FFF2-40B4-BE49-F238E27FC236}">
                <a16:creationId xmlns:a16="http://schemas.microsoft.com/office/drawing/2014/main" id="{471DD3BB-0884-48F2-A20C-BC296DFE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9A06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virtual_human_course/</a:t>
            </a:r>
          </a:p>
        </p:txBody>
      </p:sp>
      <p:sp>
        <p:nvSpPr>
          <p:cNvPr id="8" name="m0-text-161">
            <a:extLst xmlns:a="http://schemas.openxmlformats.org/drawingml/2006/main">
              <a:ext uri="{FF2B5EF4-FFF2-40B4-BE49-F238E27FC236}">
                <a16:creationId xmlns:a16="http://schemas.microsoft.com/office/drawing/2014/main" id="{8641EBBF-8C0C-4E45-BCE0-6431795E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38525"/>
            <a:ext cx="371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Slides, notebooks and course requirements.</a:t>
            </a:r>
          </a:p>
        </p:txBody>
      </p:sp>
      <p:sp>
        <p:nvSpPr>
          <p:cNvPr id="9" name="m0-text-162">
            <a:extLst xmlns:a="http://schemas.openxmlformats.org/drawingml/2006/main">
              <a:ext uri="{FF2B5EF4-FFF2-40B4-BE49-F238E27FC236}">
                <a16:creationId xmlns:a16="http://schemas.microsoft.com/office/drawing/2014/main" id="{9287E1AC-6D1B-4083-9E49-CC4D9C8C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5275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9A06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virtual_human_project/</a:t>
            </a:r>
          </a:p>
        </p:txBody>
      </p:sp>
      <p:sp>
        <p:nvSpPr>
          <p:cNvPr id="10" name="m0-text-163">
            <a:extLst xmlns:a="http://schemas.openxmlformats.org/drawingml/2006/main">
              <a:ext uri="{FF2B5EF4-FFF2-40B4-BE49-F238E27FC236}">
                <a16:creationId xmlns:a16="http://schemas.microsoft.com/office/drawing/2014/main" id="{883F027E-B0B8-4574-B962-79C406CB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38525"/>
            <a:ext cx="3886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Avatar, cognitive server and installers.</a:t>
            </a:r>
          </a:p>
        </p:txBody>
      </p:sp>
      <p:sp>
        <p:nvSpPr>
          <p:cNvPr id="11" name="m0-text-164">
            <a:extLst xmlns:a="http://schemas.openxmlformats.org/drawingml/2006/main">
              <a:ext uri="{FF2B5EF4-FFF2-40B4-BE49-F238E27FC236}">
                <a16:creationId xmlns:a16="http://schemas.microsoft.com/office/drawing/2014/main" id="{DFBC4EC2-F1A9-471B-B703-12FAAB65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Keep both folders together in the extracted repository.</a:t>
            </a:r>
          </a:p>
        </p:txBody>
      </p:sp>
    </p:spTree>
    <p:extLst>
      <p:ext uri="{BB962C8B-B14F-4D97-AF65-F5344CB8AC3E}">
        <p14:creationId xmlns:p14="http://schemas.microsoft.com/office/powerpoint/2010/main" val="80910688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m0-text-165">
            <a:extLst xmlns:a="http://schemas.openxmlformats.org/drawingml/2006/main">
              <a:ext uri="{FF2B5EF4-FFF2-40B4-BE49-F238E27FC236}">
                <a16:creationId xmlns:a16="http://schemas.microsoft.com/office/drawing/2014/main" id="{AD212FAC-BA98-4D8C-A65C-2C27085D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66">
            <a:extLst xmlns:a="http://schemas.openxmlformats.org/drawingml/2006/main">
              <a:ext uri="{FF2B5EF4-FFF2-40B4-BE49-F238E27FC236}">
                <a16:creationId xmlns:a16="http://schemas.microsoft.com/office/drawing/2014/main" id="{360508B7-0C2B-4E28-9614-0189E1E6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67">
            <a:extLst xmlns:a="http://schemas.openxmlformats.org/drawingml/2006/main">
              <a:ext uri="{FF2B5EF4-FFF2-40B4-BE49-F238E27FC236}">
                <a16:creationId xmlns:a16="http://schemas.microsoft.com/office/drawing/2014/main" id="{6B1E65FB-DF1F-4BDD-898F-91E255D2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4" name="m0-text-168">
            <a:extLst xmlns:a="http://schemas.openxmlformats.org/drawingml/2006/main">
              <a:ext uri="{FF2B5EF4-FFF2-40B4-BE49-F238E27FC236}">
                <a16:creationId xmlns:a16="http://schemas.microsoft.com/office/drawing/2014/main" id="{B9FC6489-67F4-472B-950D-41F9953D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2. Install VS Code and Extensions</a:t>
            </a:r>
          </a:p>
        </p:txBody>
      </p:sp>
      <p:sp>
        <p:nvSpPr>
          <p:cNvPr id="5" name="m0-text-169">
            <a:extLst xmlns:a="http://schemas.openxmlformats.org/drawingml/2006/main">
              <a:ext uri="{FF2B5EF4-FFF2-40B4-BE49-F238E27FC236}">
                <a16:creationId xmlns:a16="http://schemas.microsoft.com/office/drawing/2014/main" id="{E24B088D-F7AA-43D1-96CC-47C021D4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95425"/>
            <a:ext cx="8229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Visual Studio Code, then open Extensions.</a:t>
            </a:r>
          </a:p>
        </p:txBody>
      </p:sp>
      <p:sp>
        <p:nvSpPr>
          <p:cNvPr id="6" name="m0-text-170">
            <a:extLst xmlns:a="http://schemas.openxmlformats.org/drawingml/2006/main">
              <a:ext uri="{FF2B5EF4-FFF2-40B4-BE49-F238E27FC236}">
                <a16:creationId xmlns:a16="http://schemas.microsoft.com/office/drawing/2014/main" id="{E626962E-2603-4B39-963C-E36DB825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8597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the Extensions icon or Ctrl+Shift+X.</a:t>
            </a:r>
          </a:p>
        </p:txBody>
      </p:sp>
      <p:sp>
        <p:nvSpPr>
          <p:cNvPr id="7" name="m0-text-171">
            <a:extLst xmlns:a="http://schemas.openxmlformats.org/drawingml/2006/main">
              <a:ext uri="{FF2B5EF4-FFF2-40B4-BE49-F238E27FC236}">
                <a16:creationId xmlns:a16="http://schemas.microsoft.com/office/drawing/2014/main" id="{65EEB024-140D-4B13-875D-AC7970F1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5272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both Microsoft extensions:</a:t>
            </a:r>
          </a:p>
        </p:txBody>
      </p:sp>
      <p:sp>
        <p:nvSpPr>
          <p:cNvPr id="8" name="m0-text-172">
            <a:extLst xmlns:a="http://schemas.openxmlformats.org/drawingml/2006/main">
              <a:ext uri="{FF2B5EF4-FFF2-40B4-BE49-F238E27FC236}">
                <a16:creationId xmlns:a16="http://schemas.microsoft.com/office/drawing/2014/main" id="{2A4C600A-21D6-41E3-86BF-58F511B9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D9A06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bf3d879c89e4a53"/>
              </a:rPr>
              <a:t>Python</a:t>
            </a:r>
          </a:p>
        </p:txBody>
      </p:sp>
      <p:sp>
        <p:nvSpPr>
          <p:cNvPr id="9" name="m0-text-173">
            <a:extLst xmlns:a="http://schemas.openxmlformats.org/drawingml/2006/main">
              <a:ext uri="{FF2B5EF4-FFF2-40B4-BE49-F238E27FC236}">
                <a16:creationId xmlns:a16="http://schemas.microsoft.com/office/drawing/2014/main" id="{FFF70C30-8D40-44DF-842C-DF27E95D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33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D9A06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66da83e3a7c49b8"/>
              </a:rPr>
              <a:t>Jupyter</a:t>
            </a:r>
          </a:p>
        </p:txBody>
      </p:sp>
      <p:sp>
        <p:nvSpPr>
          <p:cNvPr id="10" name="m0-text-174">
            <a:extLst xmlns:a="http://schemas.openxmlformats.org/drawingml/2006/main">
              <a:ext uri="{FF2B5EF4-FFF2-40B4-BE49-F238E27FC236}">
                <a16:creationId xmlns:a16="http://schemas.microsoft.com/office/drawing/2014/main" id="{484854A7-9652-4D7C-88AC-B1BC8881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95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 Python code and choose interpreters.</a:t>
            </a:r>
          </a:p>
        </p:txBody>
      </p:sp>
      <p:sp>
        <p:nvSpPr>
          <p:cNvPr id="11" name="m0-text-175">
            <a:extLst xmlns:a="http://schemas.openxmlformats.org/drawingml/2006/main">
              <a:ext uri="{FF2B5EF4-FFF2-40B4-BE49-F238E27FC236}">
                <a16:creationId xmlns:a16="http://schemas.microsoft.com/office/drawing/2014/main" id="{F2B0D829-027E-40B6-A4E1-042C51DF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195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and run .ipynb notebooks.</a:t>
            </a:r>
          </a:p>
        </p:txBody>
      </p:sp>
      <p:sp>
        <p:nvSpPr>
          <p:cNvPr id="12" name="m0-text-176">
            <a:extLst xmlns:a="http://schemas.openxmlformats.org/drawingml/2006/main">
              <a:ext uri="{FF2B5EF4-FFF2-40B4-BE49-F238E27FC236}">
                <a16:creationId xmlns:a16="http://schemas.microsoft.com/office/drawing/2014/main" id="{7DE6431C-D456-43F7-B084-0F3DEAF6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5df58818f614c68"/>
              </a:rPr>
              <a:t>Download VS Code</a:t>
            </a:r>
          </a:p>
        </p:txBody>
      </p:sp>
    </p:spTree>
    <p:extLst>
      <p:ext uri="{BB962C8B-B14F-4D97-AF65-F5344CB8AC3E}">
        <p14:creationId xmlns:p14="http://schemas.microsoft.com/office/powerpoint/2010/main" val="99265563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177">
            <a:extLst xmlns:a="http://schemas.openxmlformats.org/drawingml/2006/main">
              <a:ext uri="{FF2B5EF4-FFF2-40B4-BE49-F238E27FC236}">
                <a16:creationId xmlns:a16="http://schemas.microsoft.com/office/drawing/2014/main" id="{C132CBD6-1FC1-41BB-B29E-812DD54A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78">
            <a:extLst xmlns:a="http://schemas.openxmlformats.org/drawingml/2006/main">
              <a:ext uri="{FF2B5EF4-FFF2-40B4-BE49-F238E27FC236}">
                <a16:creationId xmlns:a16="http://schemas.microsoft.com/office/drawing/2014/main" id="{E696791A-3CC4-4CED-8292-E445E4F4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79">
            <a:extLst xmlns:a="http://schemas.openxmlformats.org/drawingml/2006/main">
              <a:ext uri="{FF2B5EF4-FFF2-40B4-BE49-F238E27FC236}">
                <a16:creationId xmlns:a16="http://schemas.microsoft.com/office/drawing/2014/main" id="{33B9E7B0-F6F1-4D0E-B5BE-C3CB2E70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4" name="m0-text-180">
            <a:extLst xmlns:a="http://schemas.openxmlformats.org/drawingml/2006/main">
              <a:ext uri="{FF2B5EF4-FFF2-40B4-BE49-F238E27FC236}">
                <a16:creationId xmlns:a16="http://schemas.microsoft.com/office/drawing/2014/main" id="{73E9D604-7C58-4C33-8081-0DBB105B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3. Install the Virtual Human</a:t>
            </a:r>
          </a:p>
        </p:txBody>
      </p:sp>
      <p:sp>
        <p:nvSpPr>
          <p:cNvPr id="5" name="m0-text-181">
            <a:extLst xmlns:a="http://schemas.openxmlformats.org/drawingml/2006/main">
              <a:ext uri="{FF2B5EF4-FFF2-40B4-BE49-F238E27FC236}">
                <a16:creationId xmlns:a16="http://schemas.microsoft.com/office/drawing/2014/main" id="{02B74636-5E3F-4983-902A-65ABC3BE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8229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de3a00aeabb4708"/>
              </a:rPr>
              <a:t>Follow the Installation guide for your computer.</a:t>
            </a:r>
          </a:p>
        </p:txBody>
      </p:sp>
      <p:sp>
        <p:nvSpPr>
          <p:cNvPr id="6" name="m0-text-182">
            <a:extLst xmlns:a="http://schemas.openxmlformats.org/drawingml/2006/main">
              <a:ext uri="{FF2B5EF4-FFF2-40B4-BE49-F238E27FC236}">
                <a16:creationId xmlns:a16="http://schemas.microsoft.com/office/drawing/2014/main" id="{5906BF53-269C-4CD1-9363-E6A0AC00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installer inside virtual_human_project.</a:t>
            </a:r>
          </a:p>
        </p:txBody>
      </p:sp>
      <p:sp>
        <p:nvSpPr>
          <p:cNvPr id="7" name="m0-text-183">
            <a:extLst xmlns:a="http://schemas.openxmlformats.org/drawingml/2006/main">
              <a:ext uri="{FF2B5EF4-FFF2-40B4-BE49-F238E27FC236}">
                <a16:creationId xmlns:a16="http://schemas.microsoft.com/office/drawing/2014/main" id="{15AB7060-3556-4713-AF08-6DF6F616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3367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9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Windows</a:t>
            </a:r>
          </a:p>
        </p:txBody>
      </p:sp>
      <p:sp>
        <p:nvSpPr>
          <p:cNvPr id="8" name="m0-text-184">
            <a:extLst xmlns:a="http://schemas.openxmlformats.org/drawingml/2006/main">
              <a:ext uri="{FF2B5EF4-FFF2-40B4-BE49-F238E27FC236}">
                <a16:creationId xmlns:a16="http://schemas.microsoft.com/office/drawing/2014/main" id="{2D97C425-D466-4CCE-9534-39A0CAB5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67075"/>
            <a:ext cx="3886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VirtualHuman-Setup.exe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Enable NVIDIA options only if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setup detects a compatible GPU.</a:t>
            </a:r>
          </a:p>
        </p:txBody>
      </p:sp>
      <p:sp>
        <p:nvSpPr>
          <p:cNvPr id="9" name="m0-text-185">
            <a:extLst xmlns:a="http://schemas.openxmlformats.org/drawingml/2006/main">
              <a:ext uri="{FF2B5EF4-FFF2-40B4-BE49-F238E27FC236}">
                <a16:creationId xmlns:a16="http://schemas.microsoft.com/office/drawing/2014/main" id="{0C5D35E8-4CFA-42FA-8F0B-AC02015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3367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9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Mac</a:t>
            </a:r>
          </a:p>
        </p:txBody>
      </p:sp>
      <p:sp>
        <p:nvSpPr>
          <p:cNvPr id="10" name="m0-text-186">
            <a:extLst xmlns:a="http://schemas.openxmlformats.org/drawingml/2006/main">
              <a:ext uri="{FF2B5EF4-FFF2-40B4-BE49-F238E27FC236}">
                <a16:creationId xmlns:a16="http://schemas.microsoft.com/office/drawing/2014/main" id="{5DA17323-7B7A-4629-B309-2DA0D437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67075"/>
            <a:ext cx="3886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Virtual Human.app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CPU only; no GPU acceleration.</a:t>
            </a:r>
          </a:p>
        </p:txBody>
      </p:sp>
      <p:sp>
        <p:nvSpPr>
          <p:cNvPr id="11" name="m0-text-187">
            <a:extLst xmlns:a="http://schemas.openxmlformats.org/drawingml/2006/main">
              <a:ext uri="{FF2B5EF4-FFF2-40B4-BE49-F238E27FC236}">
                <a16:creationId xmlns:a16="http://schemas.microsoft.com/office/drawing/2014/main" id="{4CE1B6B2-920D-4961-AA94-93D127B6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Click Install. Setup prepares Python, dependencies and speech models.</a:t>
            </a:r>
          </a:p>
        </p:txBody>
      </p:sp>
    </p:spTree>
    <p:extLst>
      <p:ext uri="{BB962C8B-B14F-4D97-AF65-F5344CB8AC3E}">
        <p14:creationId xmlns:p14="http://schemas.microsoft.com/office/powerpoint/2010/main" val="2364699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188">
            <a:extLst xmlns:a="http://schemas.openxmlformats.org/drawingml/2006/main">
              <a:ext uri="{FF2B5EF4-FFF2-40B4-BE49-F238E27FC236}">
                <a16:creationId xmlns:a16="http://schemas.microsoft.com/office/drawing/2014/main" id="{B84E6C42-0152-4DA4-A809-E170C73E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89">
            <a:extLst xmlns:a="http://schemas.openxmlformats.org/drawingml/2006/main">
              <a:ext uri="{FF2B5EF4-FFF2-40B4-BE49-F238E27FC236}">
                <a16:creationId xmlns:a16="http://schemas.microsoft.com/office/drawing/2014/main" id="{24269A4A-9A9A-4F71-AE1B-84C217F9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90">
            <a:extLst xmlns:a="http://schemas.openxmlformats.org/drawingml/2006/main">
              <a:ext uri="{FF2B5EF4-FFF2-40B4-BE49-F238E27FC236}">
                <a16:creationId xmlns:a16="http://schemas.microsoft.com/office/drawing/2014/main" id="{BE4F11C2-767C-47E4-A3B3-7A5CB94F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4" name="m0-text-191">
            <a:extLst xmlns:a="http://schemas.openxmlformats.org/drawingml/2006/main">
              <a:ext uri="{FF2B5EF4-FFF2-40B4-BE49-F238E27FC236}">
                <a16:creationId xmlns:a16="http://schemas.microsoft.com/office/drawing/2014/main" id="{67FFA125-D99D-4C71-997C-6A120BDA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4. Launch and Test the Avatar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1bc51d56e4847"/>
          <a:stretch xmlns:a="http://schemas.openxmlformats.org/drawingml/2006/main"/>
        </p:blipFill>
        <p:spPr>
          <a:xfrm xmlns:a="http://schemas.openxmlformats.org/drawingml/2006/main">
            <a:off x="762000" y="1323975"/>
            <a:ext cx="5486400" cy="3429000"/>
          </a:xfrm>
          <a:prstGeom xmlns:a="http://schemas.openxmlformats.org/drawingml/2006/main" prst="rect">
            <a:avLst/>
          </a:prstGeom>
        </p:spPr>
      </p:pic>
      <p:sp>
        <p:nvSpPr>
          <p:cNvPr id="6" name="m0-text-192">
            <a:extLst xmlns:a="http://schemas.openxmlformats.org/drawingml/2006/main">
              <a:ext uri="{FF2B5EF4-FFF2-40B4-BE49-F238E27FC236}">
                <a16:creationId xmlns:a16="http://schemas.microsoft.com/office/drawing/2014/main" id="{F4B398E6-9467-4340-95EB-180DBF76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457325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Check the result</a:t>
            </a:r>
          </a:p>
        </p:txBody>
      </p:sp>
      <p:sp>
        <p:nvSpPr>
          <p:cNvPr id="7" name="m0-text-193">
            <a:extLst xmlns:a="http://schemas.openxmlformats.org/drawingml/2006/main">
              <a:ext uri="{FF2B5EF4-FFF2-40B4-BE49-F238E27FC236}">
                <a16:creationId xmlns:a16="http://schemas.microsoft.com/office/drawing/2014/main" id="{BD9CDAC7-F008-4F2C-B4B0-4FC3A006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66950"/>
            <a:ext cx="18859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Avatar visible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Connection green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Reply: Hello world</a:t>
            </a:r>
          </a:p>
        </p:txBody>
      </p:sp>
      <p:sp>
        <p:nvSpPr>
          <p:cNvPr id="8" name="m0-text-194">
            <a:extLst xmlns:a="http://schemas.openxmlformats.org/drawingml/2006/main">
              <a:ext uri="{FF2B5EF4-FFF2-40B4-BE49-F238E27FC236}">
                <a16:creationId xmlns:a16="http://schemas.microsoft.com/office/drawing/2014/main" id="{2B4051B7-1CDC-47F8-B91A-FB107325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67175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No API key needed.</a:t>
            </a:r>
          </a:p>
        </p:txBody>
      </p:sp>
      <p:sp>
        <p:nvSpPr>
          <p:cNvPr id="9" name="m0-text-195">
            <a:extLst xmlns:a="http://schemas.openxmlformats.org/drawingml/2006/main">
              <a:ext uri="{FF2B5EF4-FFF2-40B4-BE49-F238E27FC236}">
                <a16:creationId xmlns:a16="http://schemas.microsoft.com/office/drawing/2014/main" id="{7ABFA418-E77E-483A-A904-516E5499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9580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da791bccf1a4993"/>
              </a:rPr>
              <a:t>Agent guide</a:t>
            </a:r>
          </a:p>
        </p:txBody>
      </p:sp>
    </p:spTree>
    <p:extLst>
      <p:ext uri="{BB962C8B-B14F-4D97-AF65-F5344CB8AC3E}">
        <p14:creationId xmlns:p14="http://schemas.microsoft.com/office/powerpoint/2010/main" val="109501669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0-text-196">
            <a:extLst xmlns:a="http://schemas.openxmlformats.org/drawingml/2006/main">
              <a:ext uri="{FF2B5EF4-FFF2-40B4-BE49-F238E27FC236}">
                <a16:creationId xmlns:a16="http://schemas.microsoft.com/office/drawing/2014/main" id="{BC28C29E-14E4-4126-8DFB-0F65FBDA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97">
            <a:extLst xmlns:a="http://schemas.openxmlformats.org/drawingml/2006/main">
              <a:ext uri="{FF2B5EF4-FFF2-40B4-BE49-F238E27FC236}">
                <a16:creationId xmlns:a16="http://schemas.microsoft.com/office/drawing/2014/main" id="{045FCAC6-8FE2-4BEA-90D5-F58AB10E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98">
            <a:extLst xmlns:a="http://schemas.openxmlformats.org/drawingml/2006/main">
              <a:ext uri="{FF2B5EF4-FFF2-40B4-BE49-F238E27FC236}">
                <a16:creationId xmlns:a16="http://schemas.microsoft.com/office/drawing/2014/main" id="{795D8501-B305-4BB0-812A-B7547DB4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4" name="m0-text-199">
            <a:extLst xmlns:a="http://schemas.openxmlformats.org/drawingml/2006/main">
              <a:ext uri="{FF2B5EF4-FFF2-40B4-BE49-F238E27FC236}">
                <a16:creationId xmlns:a16="http://schemas.microsoft.com/office/drawing/2014/main" id="{9ED00B85-0ED0-4172-8246-81D4825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5. Open the Notebook and Select the Kernel</a:t>
            </a:r>
          </a:p>
        </p:txBody>
      </p:sp>
      <p:sp>
        <p:nvSpPr>
          <p:cNvPr id="5" name="m0-text-200">
            <a:extLst xmlns:a="http://schemas.openxmlformats.org/drawingml/2006/main">
              <a:ext uri="{FF2B5EF4-FFF2-40B4-BE49-F238E27FC236}">
                <a16:creationId xmlns:a16="http://schemas.microsoft.com/office/drawing/2014/main" id="{452E8356-62B9-40DC-A8E5-F2ECD631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229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In virtual_human_course, open: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Module_0/Chapter_01/Code/00_first_call.ipynb</a:t>
            </a:r>
          </a:p>
        </p:txBody>
      </p:sp>
      <p:sp>
        <p:nvSpPr>
          <p:cNvPr id="6" name="m0-text-201">
            <a:extLst xmlns:a="http://schemas.openxmlformats.org/drawingml/2006/main">
              <a:ext uri="{FF2B5EF4-FFF2-40B4-BE49-F238E27FC236}">
                <a16:creationId xmlns:a16="http://schemas.microsoft.com/office/drawing/2014/main" id="{4815B159-25BD-4498-A4C2-2F8ED163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Select Kernel: virtual_human_project/.venv-vh-course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8c1d3f4fc4c1e"/>
          <a:stretch xmlns:a="http://schemas.openxmlformats.org/drawingml/2006/main"/>
        </p:blipFill>
        <p:spPr>
          <a:xfrm xmlns:a="http://schemas.openxmlformats.org/drawingml/2006/main">
            <a:off x="459033" y="2533650"/>
            <a:ext cx="8225935" cy="2266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04903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202">
            <a:extLst xmlns:a="http://schemas.openxmlformats.org/drawingml/2006/main">
              <a:ext uri="{FF2B5EF4-FFF2-40B4-BE49-F238E27FC236}">
                <a16:creationId xmlns:a16="http://schemas.microsoft.com/office/drawing/2014/main" id="{E1985740-102B-46B1-9736-DA8A25FA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03">
            <a:extLst xmlns:a="http://schemas.openxmlformats.org/drawingml/2006/main">
              <a:ext uri="{FF2B5EF4-FFF2-40B4-BE49-F238E27FC236}">
                <a16:creationId xmlns:a16="http://schemas.microsoft.com/office/drawing/2014/main" id="{69BC521D-AF36-444A-B230-8D125ED2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04">
            <a:extLst xmlns:a="http://schemas.openxmlformats.org/drawingml/2006/main">
              <a:ext uri="{FF2B5EF4-FFF2-40B4-BE49-F238E27FC236}">
                <a16:creationId xmlns:a16="http://schemas.microsoft.com/office/drawing/2014/main" id="{20E5C2DD-1B73-4BE7-86AF-1361B511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sp>
        <p:nvSpPr>
          <p:cNvPr id="4" name="m0-text-205">
            <a:extLst xmlns:a="http://schemas.openxmlformats.org/drawingml/2006/main">
              <a:ext uri="{FF2B5EF4-FFF2-40B4-BE49-F238E27FC236}">
                <a16:creationId xmlns:a16="http://schemas.microsoft.com/office/drawing/2014/main" id="{4DAA3E2E-682A-4F20-AA80-BA0D41AB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6. Add Your Provider Key</a:t>
            </a:r>
          </a:p>
        </p:txBody>
      </p:sp>
      <p:sp>
        <p:nvSpPr>
          <p:cNvPr id="5" name="m0-text-206">
            <a:extLst xmlns:a="http://schemas.openxmlformats.org/drawingml/2006/main">
              <a:ext uri="{FF2B5EF4-FFF2-40B4-BE49-F238E27FC236}">
                <a16:creationId xmlns:a16="http://schemas.microsoft.com/office/drawing/2014/main" id="{84CD715B-29A5-40DA-B03C-DE619653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382c814556f4e44"/>
              </a:rPr>
              <a:t>Create an Ollama API key</a:t>
            </a:r>
          </a:p>
        </p:txBody>
      </p:sp>
      <p:sp>
        <p:nvSpPr>
          <p:cNvPr id="6" name="m0-text-207">
            <a:extLst xmlns:a="http://schemas.openxmlformats.org/drawingml/2006/main">
              <a:ext uri="{FF2B5EF4-FFF2-40B4-BE49-F238E27FC236}">
                <a16:creationId xmlns:a16="http://schemas.microsoft.com/office/drawing/2014/main" id="{058F9CF9-05A0-4BE2-8513-E9E62FAF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8229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Duplicate llm_provider_api_key.example.yaml.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Name the copy llm_provider_api_key.yaml and enter your key.</a:t>
            </a:r>
          </a:p>
        </p:txBody>
      </p:sp>
      <p:sp>
        <p:nvSpPr>
          <p:cNvPr id="7" name="m0-text-208">
            <a:extLst xmlns:a="http://schemas.openxmlformats.org/drawingml/2006/main">
              <a:ext uri="{FF2B5EF4-FFF2-40B4-BE49-F238E27FC236}">
                <a16:creationId xmlns:a16="http://schemas.microsoft.com/office/drawing/2014/main" id="{5B3E4603-1C7E-4BA7-BE11-A9447B5F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3370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For course notebooks</a:t>
            </a:r>
          </a:p>
        </p:txBody>
      </p:sp>
      <p:sp>
        <p:nvSpPr>
          <p:cNvPr id="8" name="m0-text-209">
            <a:extLst xmlns:a="http://schemas.openxmlformats.org/drawingml/2006/main">
              <a:ext uri="{FF2B5EF4-FFF2-40B4-BE49-F238E27FC236}">
                <a16:creationId xmlns:a16="http://schemas.microsoft.com/office/drawing/2014/main" id="{A2FE3C36-1511-4A4F-98F9-D0B104CD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virtual_human_course/</a:t>
            </a:r>
          </a:p>
        </p:txBody>
      </p:sp>
      <p:sp>
        <p:nvSpPr>
          <p:cNvPr id="9" name="m0-text-210">
            <a:extLst xmlns:a="http://schemas.openxmlformats.org/drawingml/2006/main">
              <a:ext uri="{FF2B5EF4-FFF2-40B4-BE49-F238E27FC236}">
                <a16:creationId xmlns:a16="http://schemas.microsoft.com/office/drawing/2014/main" id="{ECB0C890-99F7-472E-8053-02DFAE70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33700"/>
            <a:ext cx="3886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For the project agent</a:t>
            </a:r>
          </a:p>
        </p:txBody>
      </p:sp>
      <p:sp>
        <p:nvSpPr>
          <p:cNvPr id="10" name="m0-text-211">
            <a:extLst xmlns:a="http://schemas.openxmlformats.org/drawingml/2006/main">
              <a:ext uri="{FF2B5EF4-FFF2-40B4-BE49-F238E27FC236}">
                <a16:creationId xmlns:a16="http://schemas.microsoft.com/office/drawing/2014/main" id="{85056933-CE4D-4658-BDB6-89F2080B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2900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virtual_human_project/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vh_cognitive_architecture_server/</a:t>
            </a:r>
          </a:p>
        </p:txBody>
      </p:sp>
      <p:sp>
        <p:nvSpPr>
          <p:cNvPr id="11" name="m0-text-212">
            <a:extLst xmlns:a="http://schemas.openxmlformats.org/drawingml/2006/main">
              <a:ext uri="{FF2B5EF4-FFF2-40B4-BE49-F238E27FC236}">
                <a16:creationId xmlns:a16="http://schemas.microsoft.com/office/drawing/2014/main" id="{8972A73A-DE50-4561-B561-0AC7C43E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71975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Repeat in both folders when using LLMs in both. Keep key files private.</a:t>
            </a:r>
          </a:p>
        </p:txBody>
      </p:sp>
    </p:spTree>
    <p:extLst>
      <p:ext uri="{BB962C8B-B14F-4D97-AF65-F5344CB8AC3E}">
        <p14:creationId xmlns:p14="http://schemas.microsoft.com/office/powerpoint/2010/main" val="194665949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0-text-213">
            <a:extLst xmlns:a="http://schemas.openxmlformats.org/drawingml/2006/main">
              <a:ext uri="{FF2B5EF4-FFF2-40B4-BE49-F238E27FC236}">
                <a16:creationId xmlns:a16="http://schemas.microsoft.com/office/drawing/2014/main" id="{97E16EF8-2561-473E-A3D5-8A7D05D0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14">
            <a:extLst xmlns:a="http://schemas.openxmlformats.org/drawingml/2006/main">
              <a:ext uri="{FF2B5EF4-FFF2-40B4-BE49-F238E27FC236}">
                <a16:creationId xmlns:a16="http://schemas.microsoft.com/office/drawing/2014/main" id="{F72EE662-E13B-43E9-B1AD-9D508BC0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15">
            <a:extLst xmlns:a="http://schemas.openxmlformats.org/drawingml/2006/main">
              <a:ext uri="{FF2B5EF4-FFF2-40B4-BE49-F238E27FC236}">
                <a16:creationId xmlns:a16="http://schemas.microsoft.com/office/drawing/2014/main" id="{778A12DD-B620-4E47-B000-017CAC5A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sp>
        <p:nvSpPr>
          <p:cNvPr id="4" name="m0-text-216">
            <a:extLst xmlns:a="http://schemas.openxmlformats.org/drawingml/2006/main">
              <a:ext uri="{FF2B5EF4-FFF2-40B4-BE49-F238E27FC236}">
                <a16:creationId xmlns:a16="http://schemas.microsoft.com/office/drawing/2014/main" id="{5D06DF38-6F17-40B9-AB26-8F415A99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Test with Ollama Cloud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8BB7A-7CB6-4601-BB88-95887BF1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76375"/>
            <a:ext cx="8229600" cy="2771775"/>
          </a:xfrm>
          <a:prstGeom xmlns:a="http://schemas.openxmlformats.org/drawingml/2006/main" prst="roundRect">
            <a:avLst>
              <a:gd name="adj" fmla="val 3436"/>
            </a:avLst>
          </a:prstGeom>
          <a:solidFill xmlns:a="http://schemas.openxmlformats.org/drawingml/2006/main">
            <a:srgbClr val="12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m0-text-217">
            <a:extLst xmlns:a="http://schemas.openxmlformats.org/drawingml/2006/main">
              <a:ext uri="{FF2B5EF4-FFF2-40B4-BE49-F238E27FC236}">
                <a16:creationId xmlns:a16="http://schemas.microsoft.com/office/drawing/2014/main" id="{C5D768AC-A8EB-4923-BB61-869CF803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478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8E97A8"/>
                </a:solidFill>
                <a:latin typeface="Consolas"/>
                <a:ea typeface="Consolas"/>
                <a:cs typeface="Consolas"/>
              </a:rPr>
              <a:t>In [1]:</a:t>
            </a:r>
          </a:p>
        </p:txBody>
      </p:sp>
      <p:sp>
        <p:nvSpPr>
          <p:cNvPr id="7" name="m0-text-218">
            <a:extLst xmlns:a="http://schemas.openxmlformats.org/drawingml/2006/main">
              <a:ext uri="{FF2B5EF4-FFF2-40B4-BE49-F238E27FC236}">
                <a16:creationId xmlns:a16="http://schemas.microsoft.com/office/drawing/2014/main" id="{1AB86151-C1C4-47D5-9762-CD6CD92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47825"/>
            <a:ext cx="6972300" cy="2447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C792E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ollama </a:t>
            </a:r>
            <a:r>
              <a:rPr sz="1350">
                <a:solidFill>
                  <a:srgbClr val="C792EA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Client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client = Client(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host=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"https://ollama.com"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headers={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"Authorization"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f"Bearer {OLLAMA_API_KEY}"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},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response = client.chat(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model=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"YOUR_CLOUD_MODEL"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messages=[{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"role"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"user"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"content"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"Say hello!"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}],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(response.message.content)</a:t>
            </a:r>
          </a:p>
        </p:txBody>
      </p:sp>
      <p:sp>
        <p:nvSpPr>
          <p:cNvPr id="8" name="m0-text-219">
            <a:extLst xmlns:a="http://schemas.openxmlformats.org/drawingml/2006/main">
              <a:ext uri="{FF2B5EF4-FFF2-40B4-BE49-F238E27FC236}">
                <a16:creationId xmlns:a16="http://schemas.microsoft.com/office/drawing/2014/main" id="{BEFF57E7-543C-461A-A01D-39BA1511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6630be0b6174589"/>
              </a:rPr>
              <a:t>Hands-on: 00_first_call.ipynb</a:t>
            </a:r>
          </a:p>
        </p:txBody>
      </p:sp>
    </p:spTree>
    <p:extLst>
      <p:ext uri="{BB962C8B-B14F-4D97-AF65-F5344CB8AC3E}">
        <p14:creationId xmlns:p14="http://schemas.microsoft.com/office/powerpoint/2010/main" val="76988940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2026-10-22T23:19:46.3850000Z</dcterms:created>
  <dcterms:modified xsi:type="dcterms:W3CDTF">2026-10-22T23:19:46.3850000Z</dcterms:modified>
</coreProperties>
</file>